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7.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8.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9.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10.xml" ContentType="application/vnd.openxmlformats-officedocument.theme+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11.xml" ContentType="application/vnd.openxmlformats-officedocument.theme+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2.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13.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theme/theme14.xml" ContentType="application/vnd.openxmlformats-officedocument.theme+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theme/theme15.xml" ContentType="application/vnd.openxmlformats-officedocument.theme+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16.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theme/theme17.xml" ContentType="application/vnd.openxmlformats-officedocument.theme+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theme/theme18.xml" ContentType="application/vnd.openxmlformats-officedocument.theme+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19.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theme/theme20.xml" ContentType="application/vnd.openxmlformats-officedocument.theme+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theme/theme21.xml" ContentType="application/vnd.openxmlformats-officedocument.theme+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theme/theme22.xml" ContentType="application/vnd.openxmlformats-officedocument.theme+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23.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theme/theme24.xml" ContentType="application/vnd.openxmlformats-officedocument.theme+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theme/theme25.xml" ContentType="application/vnd.openxmlformats-officedocument.theme+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theme/theme26.xml" ContentType="application/vnd.openxmlformats-officedocument.theme+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theme/theme27.xml" ContentType="application/vnd.openxmlformats-officedocument.theme+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theme/theme28.xml" ContentType="application/vnd.openxmlformats-officedocument.theme+xml"/>
  <Override PartName="/ppt/theme/theme29.xml" ContentType="application/vnd.openxmlformats-officedocument.theme+xml"/>
  <Override PartName="/ppt/theme/theme3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706" r:id="rId3"/>
    <p:sldMasterId id="2147483797" r:id="rId4"/>
    <p:sldMasterId id="2147484000" r:id="rId5"/>
    <p:sldMasterId id="2147484017" r:id="rId6"/>
    <p:sldMasterId id="2147484034" r:id="rId7"/>
    <p:sldMasterId id="2147484051" r:id="rId8"/>
    <p:sldMasterId id="2147484068" r:id="rId9"/>
    <p:sldMasterId id="2147484085" r:id="rId10"/>
    <p:sldMasterId id="2147484102" r:id="rId11"/>
    <p:sldMasterId id="2147484119" r:id="rId12"/>
    <p:sldMasterId id="2147484136" r:id="rId13"/>
    <p:sldMasterId id="2147484153" r:id="rId14"/>
    <p:sldMasterId id="2147484170" r:id="rId15"/>
    <p:sldMasterId id="2147484187" r:id="rId16"/>
    <p:sldMasterId id="2147484204" r:id="rId17"/>
    <p:sldMasterId id="2147484730" r:id="rId18"/>
    <p:sldMasterId id="2147484764" r:id="rId19"/>
    <p:sldMasterId id="2147484781" r:id="rId20"/>
    <p:sldMasterId id="2147484798" r:id="rId21"/>
    <p:sldMasterId id="2147484815" r:id="rId22"/>
    <p:sldMasterId id="2147484832" r:id="rId23"/>
    <p:sldMasterId id="2147484849" r:id="rId24"/>
    <p:sldMasterId id="2147484866" r:id="rId25"/>
    <p:sldMasterId id="2147484883" r:id="rId26"/>
    <p:sldMasterId id="2147484900" r:id="rId27"/>
    <p:sldMasterId id="2147484917" r:id="rId28"/>
  </p:sldMasterIdLst>
  <p:notesMasterIdLst>
    <p:notesMasterId r:id="rId105"/>
  </p:notesMasterIdLst>
  <p:handoutMasterIdLst>
    <p:handoutMasterId r:id="rId106"/>
  </p:handoutMasterIdLst>
  <p:sldIdLst>
    <p:sldId id="273" r:id="rId29"/>
    <p:sldId id="664" r:id="rId30"/>
    <p:sldId id="596" r:id="rId31"/>
    <p:sldId id="597" r:id="rId32"/>
    <p:sldId id="598" r:id="rId33"/>
    <p:sldId id="600" r:id="rId34"/>
    <p:sldId id="601" r:id="rId35"/>
    <p:sldId id="602" r:id="rId36"/>
    <p:sldId id="603" r:id="rId37"/>
    <p:sldId id="606" r:id="rId38"/>
    <p:sldId id="607" r:id="rId39"/>
    <p:sldId id="604" r:id="rId40"/>
    <p:sldId id="605" r:id="rId41"/>
    <p:sldId id="608" r:id="rId42"/>
    <p:sldId id="609" r:id="rId43"/>
    <p:sldId id="610" r:id="rId44"/>
    <p:sldId id="611" r:id="rId45"/>
    <p:sldId id="612" r:id="rId46"/>
    <p:sldId id="667" r:id="rId47"/>
    <p:sldId id="665" r:id="rId48"/>
    <p:sldId id="669" r:id="rId49"/>
    <p:sldId id="666" r:id="rId50"/>
    <p:sldId id="613" r:id="rId51"/>
    <p:sldId id="614" r:id="rId52"/>
    <p:sldId id="615" r:id="rId53"/>
    <p:sldId id="670" r:id="rId54"/>
    <p:sldId id="671" r:id="rId55"/>
    <p:sldId id="672" r:id="rId56"/>
    <p:sldId id="617" r:id="rId57"/>
    <p:sldId id="624" r:id="rId58"/>
    <p:sldId id="619" r:id="rId59"/>
    <p:sldId id="625" r:id="rId60"/>
    <p:sldId id="620" r:id="rId61"/>
    <p:sldId id="621" r:id="rId62"/>
    <p:sldId id="622" r:id="rId63"/>
    <p:sldId id="623" r:id="rId64"/>
    <p:sldId id="627" r:id="rId65"/>
    <p:sldId id="626" r:id="rId66"/>
    <p:sldId id="673" r:id="rId67"/>
    <p:sldId id="628" r:id="rId68"/>
    <p:sldId id="631" r:id="rId69"/>
    <p:sldId id="629" r:id="rId70"/>
    <p:sldId id="630" r:id="rId71"/>
    <p:sldId id="632" r:id="rId72"/>
    <p:sldId id="633" r:id="rId73"/>
    <p:sldId id="634" r:id="rId74"/>
    <p:sldId id="635" r:id="rId75"/>
    <p:sldId id="636" r:id="rId76"/>
    <p:sldId id="637" r:id="rId77"/>
    <p:sldId id="638" r:id="rId78"/>
    <p:sldId id="639" r:id="rId79"/>
    <p:sldId id="640" r:id="rId80"/>
    <p:sldId id="641" r:id="rId81"/>
    <p:sldId id="642" r:id="rId82"/>
    <p:sldId id="645" r:id="rId83"/>
    <p:sldId id="643" r:id="rId84"/>
    <p:sldId id="646" r:id="rId85"/>
    <p:sldId id="647" r:id="rId86"/>
    <p:sldId id="648" r:id="rId87"/>
    <p:sldId id="649" r:id="rId88"/>
    <p:sldId id="650" r:id="rId89"/>
    <p:sldId id="652" r:id="rId90"/>
    <p:sldId id="651" r:id="rId91"/>
    <p:sldId id="653" r:id="rId92"/>
    <p:sldId id="654" r:id="rId93"/>
    <p:sldId id="655" r:id="rId94"/>
    <p:sldId id="656" r:id="rId95"/>
    <p:sldId id="657" r:id="rId96"/>
    <p:sldId id="658" r:id="rId97"/>
    <p:sldId id="659" r:id="rId98"/>
    <p:sldId id="660" r:id="rId99"/>
    <p:sldId id="661" r:id="rId100"/>
    <p:sldId id="662" r:id="rId101"/>
    <p:sldId id="663" r:id="rId102"/>
    <p:sldId id="599" r:id="rId103"/>
    <p:sldId id="271" r:id="rId104"/>
  </p:sldIdLst>
  <p:sldSz cx="10080625" cy="7559675"/>
  <p:notesSz cx="6858000" cy="9144000"/>
  <p:defaultTextStyle>
    <a:defPPr>
      <a:defRPr lang="en-GB"/>
    </a:defPPr>
    <a:lvl1pPr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1pPr>
    <a:lvl2pPr marL="742950" indent="-28575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2pPr>
    <a:lvl3pPr marL="11430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3pPr>
    <a:lvl4pPr marL="16002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4pPr>
    <a:lvl5pPr marL="2057400" indent="-228600" algn="l" defTabSz="449263" rtl="0" eaLnBrk="0" fontAlgn="base" hangingPunct="0">
      <a:spcBef>
        <a:spcPct val="0"/>
      </a:spcBef>
      <a:spcAft>
        <a:spcPct val="0"/>
      </a:spcAft>
      <a:defRPr kern="1200">
        <a:solidFill>
          <a:srgbClr val="000000"/>
        </a:solidFill>
        <a:latin typeface="Arial" panose="020B0604020202020204" pitchFamily="34" charset="0"/>
        <a:ea typeface="Droid Sans Fallback"/>
        <a:cs typeface="Droid Sans Fallback"/>
      </a:defRPr>
    </a:lvl5pPr>
    <a:lvl6pPr marL="2286000" algn="l" defTabSz="914400" rtl="0" eaLnBrk="1" latinLnBrk="0" hangingPunct="1">
      <a:defRPr kern="1200">
        <a:solidFill>
          <a:srgbClr val="000000"/>
        </a:solidFill>
        <a:latin typeface="Arial" panose="020B0604020202020204" pitchFamily="34" charset="0"/>
        <a:ea typeface="Droid Sans Fallback"/>
        <a:cs typeface="Droid Sans Fallback"/>
      </a:defRPr>
    </a:lvl6pPr>
    <a:lvl7pPr marL="2743200" algn="l" defTabSz="914400" rtl="0" eaLnBrk="1" latinLnBrk="0" hangingPunct="1">
      <a:defRPr kern="1200">
        <a:solidFill>
          <a:srgbClr val="000000"/>
        </a:solidFill>
        <a:latin typeface="Arial" panose="020B0604020202020204" pitchFamily="34" charset="0"/>
        <a:ea typeface="Droid Sans Fallback"/>
        <a:cs typeface="Droid Sans Fallback"/>
      </a:defRPr>
    </a:lvl7pPr>
    <a:lvl8pPr marL="3200400" algn="l" defTabSz="914400" rtl="0" eaLnBrk="1" latinLnBrk="0" hangingPunct="1">
      <a:defRPr kern="1200">
        <a:solidFill>
          <a:srgbClr val="000000"/>
        </a:solidFill>
        <a:latin typeface="Arial" panose="020B0604020202020204" pitchFamily="34" charset="0"/>
        <a:ea typeface="Droid Sans Fallback"/>
        <a:cs typeface="Droid Sans Fallback"/>
      </a:defRPr>
    </a:lvl8pPr>
    <a:lvl9pPr marL="3657600" algn="l" defTabSz="914400" rtl="0" eaLnBrk="1" latinLnBrk="0" hangingPunct="1">
      <a:defRPr kern="1200">
        <a:solidFill>
          <a:srgbClr val="000000"/>
        </a:solidFill>
        <a:latin typeface="Arial" panose="020B0604020202020204" pitchFamily="34" charset="0"/>
        <a:ea typeface="Droid Sans Fallback"/>
        <a:cs typeface="Droid Sans Fallback"/>
      </a:defRPr>
    </a:lvl9pPr>
  </p:defaultTextStyle>
  <p:extLst>
    <p:ext uri="{EFAFB233-063F-42B5-8137-9DF3F51BA10A}">
      <p15:sldGuideLst xmlns:p15="http://schemas.microsoft.com/office/powerpoint/2012/main">
        <p15:guide id="1" orient="horz" pos="2193">
          <p15:clr>
            <a:srgbClr val="A4A3A4"/>
          </p15:clr>
        </p15:guide>
        <p15:guide id="2" pos="288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D0"/>
    <a:srgbClr val="FF0000"/>
    <a:srgbClr val="FFFFCC"/>
    <a:srgbClr val="CCFFFF"/>
    <a:srgbClr val="00FF00"/>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50" autoAdjust="0"/>
    <p:restoredTop sz="65091" autoAdjust="0"/>
  </p:normalViewPr>
  <p:slideViewPr>
    <p:cSldViewPr>
      <p:cViewPr varScale="1">
        <p:scale>
          <a:sx n="67" d="100"/>
          <a:sy n="67" d="100"/>
        </p:scale>
        <p:origin x="2370" y="78"/>
      </p:cViewPr>
      <p:guideLst>
        <p:guide orient="horz" pos="2193"/>
        <p:guide pos="2887"/>
      </p:guideLst>
    </p:cSldViewPr>
  </p:slideViewPr>
  <p:notesTextViewPr>
    <p:cViewPr>
      <p:scale>
        <a:sx n="1" d="1"/>
        <a:sy n="1" d="1"/>
      </p:scale>
      <p:origin x="0" y="0"/>
    </p:cViewPr>
  </p:notesTextViewPr>
  <p:sorterViewPr>
    <p:cViewPr>
      <p:scale>
        <a:sx n="100" d="100"/>
        <a:sy n="100" d="100"/>
      </p:scale>
      <p:origin x="0" y="-5544"/>
    </p:cViewPr>
  </p:sorterViewPr>
  <p:gridSpacing cx="45003" cy="45003"/>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14.xml"/><Relationship Id="rId47" Type="http://schemas.openxmlformats.org/officeDocument/2006/relationships/slide" Target="slides/slide19.xml"/><Relationship Id="rId63" Type="http://schemas.openxmlformats.org/officeDocument/2006/relationships/slide" Target="slides/slide35.xml"/><Relationship Id="rId68" Type="http://schemas.openxmlformats.org/officeDocument/2006/relationships/slide" Target="slides/slide40.xml"/><Relationship Id="rId84" Type="http://schemas.openxmlformats.org/officeDocument/2006/relationships/slide" Target="slides/slide56.xml"/><Relationship Id="rId89" Type="http://schemas.openxmlformats.org/officeDocument/2006/relationships/slide" Target="slides/slide61.xml"/><Relationship Id="rId16" Type="http://schemas.openxmlformats.org/officeDocument/2006/relationships/slideMaster" Target="slideMasters/slideMaster16.xml"/><Relationship Id="rId107" Type="http://schemas.openxmlformats.org/officeDocument/2006/relationships/presProps" Target="presProps.xml"/><Relationship Id="rId11" Type="http://schemas.openxmlformats.org/officeDocument/2006/relationships/slideMaster" Target="slideMasters/slideMaster11.xml"/><Relationship Id="rId32" Type="http://schemas.openxmlformats.org/officeDocument/2006/relationships/slide" Target="slides/slide4.xml"/><Relationship Id="rId37" Type="http://schemas.openxmlformats.org/officeDocument/2006/relationships/slide" Target="slides/slide9.xml"/><Relationship Id="rId53" Type="http://schemas.openxmlformats.org/officeDocument/2006/relationships/slide" Target="slides/slide25.xml"/><Relationship Id="rId58" Type="http://schemas.openxmlformats.org/officeDocument/2006/relationships/slide" Target="slides/slide30.xml"/><Relationship Id="rId74" Type="http://schemas.openxmlformats.org/officeDocument/2006/relationships/slide" Target="slides/slide46.xml"/><Relationship Id="rId79" Type="http://schemas.openxmlformats.org/officeDocument/2006/relationships/slide" Target="slides/slide51.xml"/><Relationship Id="rId102"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slide" Target="slides/slide62.xml"/><Relationship Id="rId95" Type="http://schemas.openxmlformats.org/officeDocument/2006/relationships/slide" Target="slides/slide67.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15.xml"/><Relationship Id="rId48" Type="http://schemas.openxmlformats.org/officeDocument/2006/relationships/slide" Target="slides/slide20.xml"/><Relationship Id="rId64" Type="http://schemas.openxmlformats.org/officeDocument/2006/relationships/slide" Target="slides/slide36.xml"/><Relationship Id="rId69" Type="http://schemas.openxmlformats.org/officeDocument/2006/relationships/slide" Target="slides/slide41.xml"/><Relationship Id="rId80" Type="http://schemas.openxmlformats.org/officeDocument/2006/relationships/slide" Target="slides/slide52.xml"/><Relationship Id="rId85" Type="http://schemas.openxmlformats.org/officeDocument/2006/relationships/slide" Target="slides/slide5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5.xml"/><Relationship Id="rId38" Type="http://schemas.openxmlformats.org/officeDocument/2006/relationships/slide" Target="slides/slide10.xml"/><Relationship Id="rId59" Type="http://schemas.openxmlformats.org/officeDocument/2006/relationships/slide" Target="slides/slide31.xml"/><Relationship Id="rId103" Type="http://schemas.openxmlformats.org/officeDocument/2006/relationships/slide" Target="slides/slide75.xml"/><Relationship Id="rId108" Type="http://schemas.openxmlformats.org/officeDocument/2006/relationships/viewProps" Target="viewProps.xml"/><Relationship Id="rId54" Type="http://schemas.openxmlformats.org/officeDocument/2006/relationships/slide" Target="slides/slide26.xml"/><Relationship Id="rId70" Type="http://schemas.openxmlformats.org/officeDocument/2006/relationships/slide" Target="slides/slide42.xml"/><Relationship Id="rId75" Type="http://schemas.openxmlformats.org/officeDocument/2006/relationships/slide" Target="slides/slide47.xml"/><Relationship Id="rId91" Type="http://schemas.openxmlformats.org/officeDocument/2006/relationships/slide" Target="slides/slide63.xml"/><Relationship Id="rId96" Type="http://schemas.openxmlformats.org/officeDocument/2006/relationships/slide" Target="slides/slide6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8.xml"/><Relationship Id="rId49" Type="http://schemas.openxmlformats.org/officeDocument/2006/relationships/slide" Target="slides/slide21.xml"/><Relationship Id="rId57" Type="http://schemas.openxmlformats.org/officeDocument/2006/relationships/slide" Target="slides/slide29.xml"/><Relationship Id="rId106" Type="http://schemas.openxmlformats.org/officeDocument/2006/relationships/handoutMaster" Target="handoutMasters/handoutMaster1.xml"/><Relationship Id="rId10" Type="http://schemas.openxmlformats.org/officeDocument/2006/relationships/slideMaster" Target="slideMasters/slideMaster10.xml"/><Relationship Id="rId31" Type="http://schemas.openxmlformats.org/officeDocument/2006/relationships/slide" Target="slides/slide3.xml"/><Relationship Id="rId44" Type="http://schemas.openxmlformats.org/officeDocument/2006/relationships/slide" Target="slides/slide16.xml"/><Relationship Id="rId52" Type="http://schemas.openxmlformats.org/officeDocument/2006/relationships/slide" Target="slides/slide24.xml"/><Relationship Id="rId60" Type="http://schemas.openxmlformats.org/officeDocument/2006/relationships/slide" Target="slides/slide32.xml"/><Relationship Id="rId65" Type="http://schemas.openxmlformats.org/officeDocument/2006/relationships/slide" Target="slides/slide37.xml"/><Relationship Id="rId73" Type="http://schemas.openxmlformats.org/officeDocument/2006/relationships/slide" Target="slides/slide45.xml"/><Relationship Id="rId78" Type="http://schemas.openxmlformats.org/officeDocument/2006/relationships/slide" Target="slides/slide50.xml"/><Relationship Id="rId81" Type="http://schemas.openxmlformats.org/officeDocument/2006/relationships/slide" Target="slides/slide53.xml"/><Relationship Id="rId86" Type="http://schemas.openxmlformats.org/officeDocument/2006/relationships/slide" Target="slides/slide58.xml"/><Relationship Id="rId94" Type="http://schemas.openxmlformats.org/officeDocument/2006/relationships/slide" Target="slides/slide66.xml"/><Relationship Id="rId99" Type="http://schemas.openxmlformats.org/officeDocument/2006/relationships/slide" Target="slides/slide71.xml"/><Relationship Id="rId101" Type="http://schemas.openxmlformats.org/officeDocument/2006/relationships/slide" Target="slides/slide73.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1.xml"/><Relationship Id="rId109" Type="http://schemas.openxmlformats.org/officeDocument/2006/relationships/theme" Target="theme/theme1.xml"/><Relationship Id="rId34" Type="http://schemas.openxmlformats.org/officeDocument/2006/relationships/slide" Target="slides/slide6.xml"/><Relationship Id="rId50" Type="http://schemas.openxmlformats.org/officeDocument/2006/relationships/slide" Target="slides/slide22.xml"/><Relationship Id="rId55" Type="http://schemas.openxmlformats.org/officeDocument/2006/relationships/slide" Target="slides/slide27.xml"/><Relationship Id="rId76" Type="http://schemas.openxmlformats.org/officeDocument/2006/relationships/slide" Target="slides/slide48.xml"/><Relationship Id="rId97" Type="http://schemas.openxmlformats.org/officeDocument/2006/relationships/slide" Target="slides/slide69.xml"/><Relationship Id="rId104" Type="http://schemas.openxmlformats.org/officeDocument/2006/relationships/slide" Target="slides/slide76.xml"/><Relationship Id="rId7" Type="http://schemas.openxmlformats.org/officeDocument/2006/relationships/slideMaster" Target="slideMasters/slideMaster7.xml"/><Relationship Id="rId71" Type="http://schemas.openxmlformats.org/officeDocument/2006/relationships/slide" Target="slides/slide43.xml"/><Relationship Id="rId92" Type="http://schemas.openxmlformats.org/officeDocument/2006/relationships/slide" Target="slides/slide64.xml"/><Relationship Id="rId2" Type="http://schemas.openxmlformats.org/officeDocument/2006/relationships/slideMaster" Target="slideMasters/slideMaster2.xml"/><Relationship Id="rId29" Type="http://schemas.openxmlformats.org/officeDocument/2006/relationships/slide" Target="slides/slide1.xml"/><Relationship Id="rId24" Type="http://schemas.openxmlformats.org/officeDocument/2006/relationships/slideMaster" Target="slideMasters/slideMaster24.xml"/><Relationship Id="rId40" Type="http://schemas.openxmlformats.org/officeDocument/2006/relationships/slide" Target="slides/slide12.xml"/><Relationship Id="rId45" Type="http://schemas.openxmlformats.org/officeDocument/2006/relationships/slide" Target="slides/slide17.xml"/><Relationship Id="rId66" Type="http://schemas.openxmlformats.org/officeDocument/2006/relationships/slide" Target="slides/slide38.xml"/><Relationship Id="rId87" Type="http://schemas.openxmlformats.org/officeDocument/2006/relationships/slide" Target="slides/slide59.xml"/><Relationship Id="rId110" Type="http://schemas.openxmlformats.org/officeDocument/2006/relationships/tableStyles" Target="tableStyles.xml"/><Relationship Id="rId61" Type="http://schemas.openxmlformats.org/officeDocument/2006/relationships/slide" Target="slides/slide33.xml"/><Relationship Id="rId82" Type="http://schemas.openxmlformats.org/officeDocument/2006/relationships/slide" Target="slides/slide54.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2.xml"/><Relationship Id="rId35" Type="http://schemas.openxmlformats.org/officeDocument/2006/relationships/slide" Target="slides/slide7.xml"/><Relationship Id="rId56" Type="http://schemas.openxmlformats.org/officeDocument/2006/relationships/slide" Target="slides/slide28.xml"/><Relationship Id="rId77" Type="http://schemas.openxmlformats.org/officeDocument/2006/relationships/slide" Target="slides/slide49.xml"/><Relationship Id="rId100" Type="http://schemas.openxmlformats.org/officeDocument/2006/relationships/slide" Target="slides/slide72.xml"/><Relationship Id="rId105"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23.xml"/><Relationship Id="rId72" Type="http://schemas.openxmlformats.org/officeDocument/2006/relationships/slide" Target="slides/slide44.xml"/><Relationship Id="rId93" Type="http://schemas.openxmlformats.org/officeDocument/2006/relationships/slide" Target="slides/slide65.xml"/><Relationship Id="rId98" Type="http://schemas.openxmlformats.org/officeDocument/2006/relationships/slide" Target="slides/slide70.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18.xml"/><Relationship Id="rId67" Type="http://schemas.openxmlformats.org/officeDocument/2006/relationships/slide" Target="slides/slide39.xml"/><Relationship Id="rId20" Type="http://schemas.openxmlformats.org/officeDocument/2006/relationships/slideMaster" Target="slideMasters/slideMaster20.xml"/><Relationship Id="rId41" Type="http://schemas.openxmlformats.org/officeDocument/2006/relationships/slide" Target="slides/slide13.xml"/><Relationship Id="rId62" Type="http://schemas.openxmlformats.org/officeDocument/2006/relationships/slide" Target="slides/slide34.xml"/><Relationship Id="rId83" Type="http://schemas.openxmlformats.org/officeDocument/2006/relationships/slide" Target="slides/slide55.xml"/><Relationship Id="rId88" Type="http://schemas.openxmlformats.org/officeDocument/2006/relationships/slide" Target="slides/slide6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8BB3D5-8048-48AB-8761-75FB6AC5E414}"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zh-CN" altLang="en-US"/>
        </a:p>
      </dgm:t>
    </dgm:pt>
    <dgm:pt modelId="{918DC7FA-0AF0-4B75-B2CF-A2BFD2FA4976}">
      <dgm:prSet phldrT="[文本]" custT="1">
        <dgm:style>
          <a:lnRef idx="3">
            <a:schemeClr val="lt1"/>
          </a:lnRef>
          <a:fillRef idx="1">
            <a:schemeClr val="accent2"/>
          </a:fillRef>
          <a:effectRef idx="1">
            <a:schemeClr val="accent2"/>
          </a:effectRef>
          <a:fontRef idx="minor">
            <a:schemeClr val="lt1"/>
          </a:fontRef>
        </dgm:style>
      </dgm:prSet>
      <dgm:spPr/>
      <dgm:t>
        <a:bodyPr/>
        <a:lstStyle/>
        <a:p>
          <a:r>
            <a:rPr lang="en-US" altLang="zh-CN" sz="2000" dirty="0">
              <a:solidFill>
                <a:schemeClr val="bg1"/>
              </a:solidFill>
            </a:rPr>
            <a:t>P</a:t>
          </a:r>
          <a:endParaRPr lang="zh-CN" altLang="en-US" sz="2000" dirty="0">
            <a:solidFill>
              <a:schemeClr val="bg1"/>
            </a:solidFill>
          </a:endParaRPr>
        </a:p>
      </dgm:t>
    </dgm:pt>
    <dgm:pt modelId="{AF19C7DA-2902-463D-883F-7436AD1C02F9}" type="parTrans" cxnId="{55C33312-B0FF-47EC-9979-5B014D92CB91}">
      <dgm:prSet/>
      <dgm:spPr/>
      <dgm:t>
        <a:bodyPr/>
        <a:lstStyle/>
        <a:p>
          <a:endParaRPr lang="zh-CN" altLang="en-US" sz="2000"/>
        </a:p>
      </dgm:t>
    </dgm:pt>
    <dgm:pt modelId="{D6C2EC4C-3DA2-4842-97FA-187F30653122}" type="sibTrans" cxnId="{55C33312-B0FF-47EC-9979-5B014D92CB91}">
      <dgm:prSet/>
      <dgm:spPr/>
      <dgm:t>
        <a:bodyPr/>
        <a:lstStyle/>
        <a:p>
          <a:endParaRPr lang="zh-CN" altLang="en-US" sz="2000"/>
        </a:p>
      </dgm:t>
    </dgm:pt>
    <dgm:pt modelId="{8AA77F0E-3D99-47E1-8DFF-FA820D55B038}">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a, x</a:t>
          </a:r>
          <a:endParaRPr lang="zh-CN" altLang="en-US" sz="2000" dirty="0"/>
        </a:p>
      </dgm:t>
    </dgm:pt>
    <dgm:pt modelId="{CF0BF597-8E4C-42FE-B0D5-09264138D948}" type="parTrans" cxnId="{462DAF9D-E6AA-4A8C-B800-D7B2703F4880}">
      <dgm:prSet/>
      <dgm:spPr/>
      <dgm:t>
        <a:bodyPr/>
        <a:lstStyle/>
        <a:p>
          <a:endParaRPr lang="zh-CN" altLang="en-US" sz="2000"/>
        </a:p>
      </dgm:t>
    </dgm:pt>
    <dgm:pt modelId="{960F19C2-C061-4BBF-A04F-9781027C4985}" type="sibTrans" cxnId="{462DAF9D-E6AA-4A8C-B800-D7B2703F4880}">
      <dgm:prSet/>
      <dgm:spPr/>
      <dgm:t>
        <a:bodyPr/>
        <a:lstStyle/>
        <a:p>
          <a:endParaRPr lang="zh-CN" altLang="en-US" sz="2000"/>
        </a:p>
      </dgm:t>
    </dgm:pt>
    <dgm:pt modelId="{2DE5D546-A890-47CD-8283-DF110994CB41}">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Q</a:t>
          </a:r>
          <a:endParaRPr lang="zh-CN" altLang="en-US" sz="2000" dirty="0"/>
        </a:p>
      </dgm:t>
    </dgm:pt>
    <dgm:pt modelId="{9F36D6EF-EC35-4CB7-81A3-5C2E0F087AED}" type="parTrans" cxnId="{6A5988DB-3697-4768-94C4-6D86BF8BF6FA}">
      <dgm:prSet/>
      <dgm:spPr/>
      <dgm:t>
        <a:bodyPr/>
        <a:lstStyle/>
        <a:p>
          <a:endParaRPr lang="zh-CN" altLang="en-US" sz="2000"/>
        </a:p>
      </dgm:t>
    </dgm:pt>
    <dgm:pt modelId="{7F4ED1DB-2C2C-466C-8084-381BAC34D807}" type="sibTrans" cxnId="{6A5988DB-3697-4768-94C4-6D86BF8BF6FA}">
      <dgm:prSet/>
      <dgm:spPr/>
      <dgm:t>
        <a:bodyPr/>
        <a:lstStyle/>
        <a:p>
          <a:endParaRPr lang="zh-CN" altLang="en-US" sz="2000"/>
        </a:p>
      </dgm:t>
    </dgm:pt>
    <dgm:pt modelId="{5A70C0C9-6854-48B7-AF2D-F0309F035D9B}">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S</a:t>
          </a:r>
          <a:endParaRPr lang="zh-CN" altLang="en-US" sz="2000" dirty="0"/>
        </a:p>
      </dgm:t>
    </dgm:pt>
    <dgm:pt modelId="{E60213E8-E36E-44F6-AEBC-9C446582FF69}" type="parTrans" cxnId="{A09ADFD3-9789-4015-AB55-A6DAB03CF22E}">
      <dgm:prSet/>
      <dgm:spPr/>
      <dgm:t>
        <a:bodyPr/>
        <a:lstStyle/>
        <a:p>
          <a:endParaRPr lang="zh-CN" altLang="en-US" sz="2000"/>
        </a:p>
      </dgm:t>
    </dgm:pt>
    <dgm:pt modelId="{E121C98C-23CF-4157-98DC-EB570D9C1948}" type="sibTrans" cxnId="{A09ADFD3-9789-4015-AB55-A6DAB03CF22E}">
      <dgm:prSet/>
      <dgm:spPr/>
      <dgm:t>
        <a:bodyPr/>
        <a:lstStyle/>
        <a:p>
          <a:endParaRPr lang="zh-CN" altLang="en-US" sz="2000"/>
        </a:p>
      </dgm:t>
    </dgm:pt>
    <dgm:pt modelId="{035A7AC7-85A6-4A41-A6D6-C9FA5ADACF4B}">
      <dgm:prSet phldrT="[文本]" custT="1"/>
      <dgm:spPr/>
      <dgm:t>
        <a:bodyPr/>
        <a:lstStyle/>
        <a:p>
          <a:r>
            <a:rPr lang="en-US" altLang="zh-CN" sz="2000" dirty="0"/>
            <a:t>b</a:t>
          </a:r>
          <a:endParaRPr lang="zh-CN" altLang="en-US" sz="2000" dirty="0"/>
        </a:p>
      </dgm:t>
    </dgm:pt>
    <dgm:pt modelId="{122F36AD-2D2D-419C-8124-016F29D96226}" type="parTrans" cxnId="{6DC89251-D0C4-4BEF-9621-E06E97B34BF6}">
      <dgm:prSet/>
      <dgm:spPr/>
      <dgm:t>
        <a:bodyPr/>
        <a:lstStyle/>
        <a:p>
          <a:endParaRPr lang="zh-CN" altLang="en-US" sz="2000"/>
        </a:p>
      </dgm:t>
    </dgm:pt>
    <dgm:pt modelId="{E716DF01-B3A8-43A9-A487-3CEA9B4FAB85}" type="sibTrans" cxnId="{6DC89251-D0C4-4BEF-9621-E06E97B34BF6}">
      <dgm:prSet/>
      <dgm:spPr/>
      <dgm:t>
        <a:bodyPr/>
        <a:lstStyle/>
        <a:p>
          <a:endParaRPr lang="zh-CN" altLang="en-US" sz="2000"/>
        </a:p>
      </dgm:t>
    </dgm:pt>
    <dgm:pt modelId="{42C5FA19-8882-44C4-A556-13BFB0A87210}">
      <dgm:prSet phldrT="[文本]" custT="1"/>
      <dgm:spPr/>
      <dgm:t>
        <a:bodyPr/>
        <a:lstStyle/>
        <a:p>
          <a:r>
            <a:rPr lang="en-US" altLang="zh-CN" sz="2000" dirty="0" err="1"/>
            <a:t>i</a:t>
          </a:r>
          <a:endParaRPr lang="zh-CN" altLang="en-US" sz="2000" dirty="0"/>
        </a:p>
      </dgm:t>
    </dgm:pt>
    <dgm:pt modelId="{BA4B481A-135F-45D4-AE53-2E53AE4163E9}" type="parTrans" cxnId="{3079CDD9-5725-4D54-AFB6-E0F7773BFA12}">
      <dgm:prSet/>
      <dgm:spPr/>
      <dgm:t>
        <a:bodyPr/>
        <a:lstStyle/>
        <a:p>
          <a:endParaRPr lang="zh-CN" altLang="en-US" sz="2000"/>
        </a:p>
      </dgm:t>
    </dgm:pt>
    <dgm:pt modelId="{E103DADF-2A2A-46E7-B366-3148AAC79B35}" type="sibTrans" cxnId="{3079CDD9-5725-4D54-AFB6-E0F7773BFA12}">
      <dgm:prSet/>
      <dgm:spPr/>
      <dgm:t>
        <a:bodyPr/>
        <a:lstStyle/>
        <a:p>
          <a:endParaRPr lang="zh-CN" altLang="en-US" sz="2000"/>
        </a:p>
      </dgm:t>
    </dgm:pt>
    <dgm:pt modelId="{386EFA8D-9045-4489-8275-9DE92635BA02}">
      <dgm:prSet phldrT="[文本]" custT="1"/>
      <dgm:spPr/>
      <dgm:t>
        <a:bodyPr/>
        <a:lstStyle/>
        <a:p>
          <a:r>
            <a:rPr lang="en-US" altLang="zh-CN" sz="2000" dirty="0"/>
            <a:t>R</a:t>
          </a:r>
          <a:endParaRPr lang="zh-CN" altLang="en-US" sz="2000" dirty="0"/>
        </a:p>
      </dgm:t>
    </dgm:pt>
    <dgm:pt modelId="{EFA5248A-6348-4126-AA0A-2B5CA29D0397}" type="parTrans" cxnId="{90DB9C50-E393-4035-921A-541FEDF4362A}">
      <dgm:prSet/>
      <dgm:spPr/>
      <dgm:t>
        <a:bodyPr/>
        <a:lstStyle/>
        <a:p>
          <a:endParaRPr lang="zh-CN" altLang="en-US" sz="2000"/>
        </a:p>
      </dgm:t>
    </dgm:pt>
    <dgm:pt modelId="{FF5D8A68-7445-4190-94D8-61E819A918A1}" type="sibTrans" cxnId="{90DB9C50-E393-4035-921A-541FEDF4362A}">
      <dgm:prSet/>
      <dgm:spPr/>
      <dgm:t>
        <a:bodyPr/>
        <a:lstStyle/>
        <a:p>
          <a:endParaRPr lang="zh-CN" altLang="en-US" sz="2000"/>
        </a:p>
      </dgm:t>
    </dgm:pt>
    <dgm:pt modelId="{06DF3652-1039-4149-B00E-6C90EF9AC1AE}">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u, v</a:t>
          </a:r>
          <a:endParaRPr lang="zh-CN" altLang="en-US" sz="2000" dirty="0"/>
        </a:p>
      </dgm:t>
    </dgm:pt>
    <dgm:pt modelId="{0A159D68-383D-4D6A-B08A-3AA90879F71F}" type="parTrans" cxnId="{5E0D851D-E15E-402E-85D7-A74F0713A53C}">
      <dgm:prSet/>
      <dgm:spPr/>
      <dgm:t>
        <a:bodyPr/>
        <a:lstStyle/>
        <a:p>
          <a:endParaRPr lang="zh-CN" altLang="en-US" sz="2000"/>
        </a:p>
      </dgm:t>
    </dgm:pt>
    <dgm:pt modelId="{8E9A9D76-1678-4755-B039-74FAA1B274C0}" type="sibTrans" cxnId="{5E0D851D-E15E-402E-85D7-A74F0713A53C}">
      <dgm:prSet/>
      <dgm:spPr/>
      <dgm:t>
        <a:bodyPr/>
        <a:lstStyle/>
        <a:p>
          <a:endParaRPr lang="zh-CN" altLang="en-US" sz="2000"/>
        </a:p>
      </dgm:t>
    </dgm:pt>
    <dgm:pt modelId="{7DE49922-49A2-415B-9C2C-6E86041CABD1}">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c, d</a:t>
          </a:r>
          <a:endParaRPr lang="zh-CN" altLang="en-US" sz="2000" dirty="0"/>
        </a:p>
      </dgm:t>
    </dgm:pt>
    <dgm:pt modelId="{E62457E9-CA7B-42D8-A0C3-30359A363279}" type="parTrans" cxnId="{8965FA5C-B72E-49A5-8D9E-294BD1DFA945}">
      <dgm:prSet/>
      <dgm:spPr/>
      <dgm:t>
        <a:bodyPr/>
        <a:lstStyle/>
        <a:p>
          <a:endParaRPr lang="zh-CN" altLang="en-US" sz="2000"/>
        </a:p>
      </dgm:t>
    </dgm:pt>
    <dgm:pt modelId="{8FA87B90-3164-4F98-9DAF-05B48C556370}" type="sibTrans" cxnId="{8965FA5C-B72E-49A5-8D9E-294BD1DFA945}">
      <dgm:prSet/>
      <dgm:spPr/>
      <dgm:t>
        <a:bodyPr/>
        <a:lstStyle/>
        <a:p>
          <a:endParaRPr lang="zh-CN" altLang="en-US" sz="2000"/>
        </a:p>
      </dgm:t>
    </dgm:pt>
    <dgm:pt modelId="{6250F3CA-3155-4342-BACF-9A4786DFFD82}">
      <dgm:prSet phldrT="[文本]" custT="1">
        <dgm:style>
          <a:lnRef idx="3">
            <a:schemeClr val="lt1"/>
          </a:lnRef>
          <a:fillRef idx="1">
            <a:schemeClr val="accent3"/>
          </a:fillRef>
          <a:effectRef idx="1">
            <a:schemeClr val="accent3"/>
          </a:effectRef>
          <a:fontRef idx="minor">
            <a:schemeClr val="lt1"/>
          </a:fontRef>
        </dgm:style>
      </dgm:prSet>
      <dgm:spPr/>
      <dgm:t>
        <a:bodyPr/>
        <a:lstStyle/>
        <a:p>
          <a:r>
            <a:rPr lang="en-US" altLang="zh-CN" sz="2000" dirty="0"/>
            <a:t>c, </a:t>
          </a:r>
          <a:r>
            <a:rPr lang="en-US" altLang="zh-CN" sz="2000" dirty="0" err="1"/>
            <a:t>i</a:t>
          </a:r>
          <a:endParaRPr lang="zh-CN" altLang="en-US" sz="2000" dirty="0"/>
        </a:p>
      </dgm:t>
    </dgm:pt>
    <dgm:pt modelId="{1B137B7B-7642-4AEA-B68C-D306051DD986}" type="parTrans" cxnId="{7DF5A015-843D-4237-99B8-DB81DE8A085A}">
      <dgm:prSet/>
      <dgm:spPr/>
      <dgm:t>
        <a:bodyPr/>
        <a:lstStyle/>
        <a:p>
          <a:endParaRPr lang="zh-CN" altLang="en-US" sz="2000"/>
        </a:p>
      </dgm:t>
    </dgm:pt>
    <dgm:pt modelId="{6CE503C0-FC69-4617-A35C-7624F37EA649}" type="sibTrans" cxnId="{7DF5A015-843D-4237-99B8-DB81DE8A085A}">
      <dgm:prSet/>
      <dgm:spPr/>
      <dgm:t>
        <a:bodyPr/>
        <a:lstStyle/>
        <a:p>
          <a:endParaRPr lang="zh-CN" altLang="en-US" sz="2000"/>
        </a:p>
      </dgm:t>
    </dgm:pt>
    <dgm:pt modelId="{F2FF0580-E018-4668-92C2-41D7BBF87420}" type="pres">
      <dgm:prSet presAssocID="{ED8BB3D5-8048-48AB-8761-75FB6AC5E414}" presName="hierChild1" presStyleCnt="0">
        <dgm:presLayoutVars>
          <dgm:orgChart val="1"/>
          <dgm:chPref val="1"/>
          <dgm:dir/>
          <dgm:animOne val="branch"/>
          <dgm:animLvl val="lvl"/>
          <dgm:resizeHandles/>
        </dgm:presLayoutVars>
      </dgm:prSet>
      <dgm:spPr/>
    </dgm:pt>
    <dgm:pt modelId="{005727B7-F5D8-40AC-B994-95306D7FE34A}" type="pres">
      <dgm:prSet presAssocID="{918DC7FA-0AF0-4B75-B2CF-A2BFD2FA4976}" presName="hierRoot1" presStyleCnt="0">
        <dgm:presLayoutVars>
          <dgm:hierBranch val="init"/>
        </dgm:presLayoutVars>
      </dgm:prSet>
      <dgm:spPr/>
    </dgm:pt>
    <dgm:pt modelId="{56447085-996C-4D3D-AA8B-76AA5784C550}" type="pres">
      <dgm:prSet presAssocID="{918DC7FA-0AF0-4B75-B2CF-A2BFD2FA4976}" presName="rootComposite1" presStyleCnt="0"/>
      <dgm:spPr/>
    </dgm:pt>
    <dgm:pt modelId="{81DCB430-9FB7-4EE2-88F3-764BC6AC03B4}" type="pres">
      <dgm:prSet presAssocID="{918DC7FA-0AF0-4B75-B2CF-A2BFD2FA4976}" presName="rootText1" presStyleLbl="node0" presStyleIdx="0" presStyleCnt="1" custScaleX="110156" custScaleY="1558770">
        <dgm:presLayoutVars>
          <dgm:chPref val="3"/>
        </dgm:presLayoutVars>
      </dgm:prSet>
      <dgm:spPr/>
    </dgm:pt>
    <dgm:pt modelId="{86C27E31-2F9C-47B3-A34B-28267D3E7A01}" type="pres">
      <dgm:prSet presAssocID="{918DC7FA-0AF0-4B75-B2CF-A2BFD2FA4976}" presName="rootConnector1" presStyleLbl="node1" presStyleIdx="0" presStyleCnt="0"/>
      <dgm:spPr/>
    </dgm:pt>
    <dgm:pt modelId="{243D5310-11A5-4DE1-A109-78FC57704E51}" type="pres">
      <dgm:prSet presAssocID="{918DC7FA-0AF0-4B75-B2CF-A2BFD2FA4976}" presName="hierChild2" presStyleCnt="0"/>
      <dgm:spPr/>
    </dgm:pt>
    <dgm:pt modelId="{5B37E1BF-2E05-4C6B-AC01-42A8EE4CD08C}" type="pres">
      <dgm:prSet presAssocID="{CF0BF597-8E4C-42FE-B0D5-09264138D948}" presName="Name64" presStyleLbl="parChTrans1D2" presStyleIdx="0" presStyleCnt="3"/>
      <dgm:spPr/>
    </dgm:pt>
    <dgm:pt modelId="{8EE1CF70-30CE-41E8-B0D1-39127BE4BB74}" type="pres">
      <dgm:prSet presAssocID="{8AA77F0E-3D99-47E1-8DFF-FA820D55B038}" presName="hierRoot2" presStyleCnt="0">
        <dgm:presLayoutVars>
          <dgm:hierBranch val="init"/>
        </dgm:presLayoutVars>
      </dgm:prSet>
      <dgm:spPr/>
    </dgm:pt>
    <dgm:pt modelId="{9813875A-178B-414D-BEAD-7CA98B6FC8D0}" type="pres">
      <dgm:prSet presAssocID="{8AA77F0E-3D99-47E1-8DFF-FA820D55B038}" presName="rootComposite" presStyleCnt="0"/>
      <dgm:spPr/>
    </dgm:pt>
    <dgm:pt modelId="{B5EA670C-BC02-46EF-81DA-CCB1410A2777}" type="pres">
      <dgm:prSet presAssocID="{8AA77F0E-3D99-47E1-8DFF-FA820D55B038}" presName="rootText" presStyleLbl="node2" presStyleIdx="0" presStyleCnt="3" custScaleX="110156" custScaleY="219827">
        <dgm:presLayoutVars>
          <dgm:chPref val="3"/>
        </dgm:presLayoutVars>
      </dgm:prSet>
      <dgm:spPr/>
    </dgm:pt>
    <dgm:pt modelId="{6D632904-E37B-4684-984E-9285E1FF3571}" type="pres">
      <dgm:prSet presAssocID="{8AA77F0E-3D99-47E1-8DFF-FA820D55B038}" presName="rootConnector" presStyleLbl="node2" presStyleIdx="0" presStyleCnt="3"/>
      <dgm:spPr/>
    </dgm:pt>
    <dgm:pt modelId="{34F993FE-D62F-42EC-9BD8-5A8A21AE1502}" type="pres">
      <dgm:prSet presAssocID="{8AA77F0E-3D99-47E1-8DFF-FA820D55B038}" presName="hierChild4" presStyleCnt="0"/>
      <dgm:spPr/>
    </dgm:pt>
    <dgm:pt modelId="{C58095A1-B5B4-43F6-ABB6-F7B85AFB6B7D}" type="pres">
      <dgm:prSet presAssocID="{8AA77F0E-3D99-47E1-8DFF-FA820D55B038}" presName="hierChild5" presStyleCnt="0"/>
      <dgm:spPr/>
    </dgm:pt>
    <dgm:pt modelId="{F77C9366-75DD-43C5-BDE7-BA2D7CD1AFE8}" type="pres">
      <dgm:prSet presAssocID="{9F36D6EF-EC35-4CB7-81A3-5C2E0F087AED}" presName="Name64" presStyleLbl="parChTrans1D2" presStyleIdx="1" presStyleCnt="3"/>
      <dgm:spPr/>
    </dgm:pt>
    <dgm:pt modelId="{06381912-8CEE-4924-8ECA-3F3C5DB97E5E}" type="pres">
      <dgm:prSet presAssocID="{2DE5D546-A890-47CD-8283-DF110994CB41}" presName="hierRoot2" presStyleCnt="0">
        <dgm:presLayoutVars>
          <dgm:hierBranch val="init"/>
        </dgm:presLayoutVars>
      </dgm:prSet>
      <dgm:spPr/>
    </dgm:pt>
    <dgm:pt modelId="{4708BF89-359F-4EF2-B093-62AC79E49A29}" type="pres">
      <dgm:prSet presAssocID="{2DE5D546-A890-47CD-8283-DF110994CB41}" presName="rootComposite" presStyleCnt="0"/>
      <dgm:spPr/>
    </dgm:pt>
    <dgm:pt modelId="{3A6A72AE-75FC-4204-8F47-4C9B8D2126D1}" type="pres">
      <dgm:prSet presAssocID="{2DE5D546-A890-47CD-8283-DF110994CB41}" presName="rootText" presStyleLbl="node2" presStyleIdx="1" presStyleCnt="3" custScaleX="110156" custScaleY="1019196">
        <dgm:presLayoutVars>
          <dgm:chPref val="3"/>
        </dgm:presLayoutVars>
      </dgm:prSet>
      <dgm:spPr/>
    </dgm:pt>
    <dgm:pt modelId="{7751B55B-9932-4730-97BA-90C636418B69}" type="pres">
      <dgm:prSet presAssocID="{2DE5D546-A890-47CD-8283-DF110994CB41}" presName="rootConnector" presStyleLbl="node2" presStyleIdx="1" presStyleCnt="3"/>
      <dgm:spPr/>
    </dgm:pt>
    <dgm:pt modelId="{35A5B7BC-6388-445B-9E4B-5F838A86189B}" type="pres">
      <dgm:prSet presAssocID="{2DE5D546-A890-47CD-8283-DF110994CB41}" presName="hierChild4" presStyleCnt="0"/>
      <dgm:spPr/>
    </dgm:pt>
    <dgm:pt modelId="{62B32374-3183-47F2-A241-D3FBC0CCC237}" type="pres">
      <dgm:prSet presAssocID="{122F36AD-2D2D-419C-8124-016F29D96226}" presName="Name64" presStyleLbl="parChTrans1D3" presStyleIdx="0" presStyleCnt="4"/>
      <dgm:spPr/>
    </dgm:pt>
    <dgm:pt modelId="{3DEB83A7-2BCC-4DA9-8653-93FFC406EACC}" type="pres">
      <dgm:prSet presAssocID="{035A7AC7-85A6-4A41-A6D6-C9FA5ADACF4B}" presName="hierRoot2" presStyleCnt="0">
        <dgm:presLayoutVars>
          <dgm:hierBranch val="init"/>
        </dgm:presLayoutVars>
      </dgm:prSet>
      <dgm:spPr/>
    </dgm:pt>
    <dgm:pt modelId="{F674B7EE-BF32-4259-9633-2D279103B5EE}" type="pres">
      <dgm:prSet presAssocID="{035A7AC7-85A6-4A41-A6D6-C9FA5ADACF4B}" presName="rootComposite" presStyleCnt="0"/>
      <dgm:spPr/>
    </dgm:pt>
    <dgm:pt modelId="{237B9E37-BB5D-4D1F-A3E1-382E039123EB}" type="pres">
      <dgm:prSet presAssocID="{035A7AC7-85A6-4A41-A6D6-C9FA5ADACF4B}" presName="rootText" presStyleLbl="node3" presStyleIdx="0" presStyleCnt="4" custScaleX="110156" custScaleY="219827">
        <dgm:presLayoutVars>
          <dgm:chPref val="3"/>
        </dgm:presLayoutVars>
      </dgm:prSet>
      <dgm:spPr/>
    </dgm:pt>
    <dgm:pt modelId="{D780B47E-A379-426D-AABC-440025693D35}" type="pres">
      <dgm:prSet presAssocID="{035A7AC7-85A6-4A41-A6D6-C9FA5ADACF4B}" presName="rootConnector" presStyleLbl="node3" presStyleIdx="0" presStyleCnt="4"/>
      <dgm:spPr/>
    </dgm:pt>
    <dgm:pt modelId="{8B69DF59-CEDC-41A3-BB31-530AA24B38D0}" type="pres">
      <dgm:prSet presAssocID="{035A7AC7-85A6-4A41-A6D6-C9FA5ADACF4B}" presName="hierChild4" presStyleCnt="0"/>
      <dgm:spPr/>
    </dgm:pt>
    <dgm:pt modelId="{B89E825F-7C20-41C4-AFF6-0B616EE31148}" type="pres">
      <dgm:prSet presAssocID="{035A7AC7-85A6-4A41-A6D6-C9FA5ADACF4B}" presName="hierChild5" presStyleCnt="0"/>
      <dgm:spPr/>
    </dgm:pt>
    <dgm:pt modelId="{CDD1D1D1-83FA-419C-8D42-2B99B237CD83}" type="pres">
      <dgm:prSet presAssocID="{BA4B481A-135F-45D4-AE53-2E53AE4163E9}" presName="Name64" presStyleLbl="parChTrans1D3" presStyleIdx="1" presStyleCnt="4"/>
      <dgm:spPr/>
    </dgm:pt>
    <dgm:pt modelId="{A0FEAA78-5CAC-4047-8DDE-7813FA42FF99}" type="pres">
      <dgm:prSet presAssocID="{42C5FA19-8882-44C4-A556-13BFB0A87210}" presName="hierRoot2" presStyleCnt="0">
        <dgm:presLayoutVars>
          <dgm:hierBranch val="init"/>
        </dgm:presLayoutVars>
      </dgm:prSet>
      <dgm:spPr/>
    </dgm:pt>
    <dgm:pt modelId="{2B127B5D-34BD-49F0-A03E-AC74E5FB5BC2}" type="pres">
      <dgm:prSet presAssocID="{42C5FA19-8882-44C4-A556-13BFB0A87210}" presName="rootComposite" presStyleCnt="0"/>
      <dgm:spPr/>
    </dgm:pt>
    <dgm:pt modelId="{5335E1C5-BE2C-4030-86AC-794100F4765D}" type="pres">
      <dgm:prSet presAssocID="{42C5FA19-8882-44C4-A556-13BFB0A87210}" presName="rootText" presStyleLbl="node3" presStyleIdx="1" presStyleCnt="4" custScaleX="110156" custScaleY="219827">
        <dgm:presLayoutVars>
          <dgm:chPref val="3"/>
        </dgm:presLayoutVars>
      </dgm:prSet>
      <dgm:spPr/>
    </dgm:pt>
    <dgm:pt modelId="{A51FFDCD-824D-4316-A684-08B29F908458}" type="pres">
      <dgm:prSet presAssocID="{42C5FA19-8882-44C4-A556-13BFB0A87210}" presName="rootConnector" presStyleLbl="node3" presStyleIdx="1" presStyleCnt="4"/>
      <dgm:spPr/>
    </dgm:pt>
    <dgm:pt modelId="{5A7B72EE-CC98-4983-AF29-4AF819DAA58E}" type="pres">
      <dgm:prSet presAssocID="{42C5FA19-8882-44C4-A556-13BFB0A87210}" presName="hierChild4" presStyleCnt="0"/>
      <dgm:spPr/>
    </dgm:pt>
    <dgm:pt modelId="{56C30B26-8289-4F45-8B19-A16E0DCE86E9}" type="pres">
      <dgm:prSet presAssocID="{42C5FA19-8882-44C4-A556-13BFB0A87210}" presName="hierChild5" presStyleCnt="0"/>
      <dgm:spPr/>
    </dgm:pt>
    <dgm:pt modelId="{D5CBC433-8AF9-4B5D-8D75-8824B4986B30}" type="pres">
      <dgm:prSet presAssocID="{EFA5248A-6348-4126-AA0A-2B5CA29D0397}" presName="Name64" presStyleLbl="parChTrans1D3" presStyleIdx="2" presStyleCnt="4"/>
      <dgm:spPr/>
    </dgm:pt>
    <dgm:pt modelId="{B2E36B8D-10F9-4CD6-8162-EDEFC96411E7}" type="pres">
      <dgm:prSet presAssocID="{386EFA8D-9045-4489-8275-9DE92635BA02}" presName="hierRoot2" presStyleCnt="0">
        <dgm:presLayoutVars>
          <dgm:hierBranch val="init"/>
        </dgm:presLayoutVars>
      </dgm:prSet>
      <dgm:spPr/>
    </dgm:pt>
    <dgm:pt modelId="{E8D2C9EC-40EF-4983-BAD0-9C857173FCAF}" type="pres">
      <dgm:prSet presAssocID="{386EFA8D-9045-4489-8275-9DE92635BA02}" presName="rootComposite" presStyleCnt="0"/>
      <dgm:spPr/>
    </dgm:pt>
    <dgm:pt modelId="{600B61BF-0F19-4F47-8858-0D123EF976CB}" type="pres">
      <dgm:prSet presAssocID="{386EFA8D-9045-4489-8275-9DE92635BA02}" presName="rootText" presStyleLbl="node3" presStyleIdx="2" presStyleCnt="4" custScaleX="110156" custScaleY="479622">
        <dgm:presLayoutVars>
          <dgm:chPref val="3"/>
        </dgm:presLayoutVars>
      </dgm:prSet>
      <dgm:spPr/>
    </dgm:pt>
    <dgm:pt modelId="{5193ACEF-C53C-4837-A784-C966B379FC82}" type="pres">
      <dgm:prSet presAssocID="{386EFA8D-9045-4489-8275-9DE92635BA02}" presName="rootConnector" presStyleLbl="node3" presStyleIdx="2" presStyleCnt="4"/>
      <dgm:spPr/>
    </dgm:pt>
    <dgm:pt modelId="{98008CF2-5A2B-4642-8E3B-2979185E2B4B}" type="pres">
      <dgm:prSet presAssocID="{386EFA8D-9045-4489-8275-9DE92635BA02}" presName="hierChild4" presStyleCnt="0"/>
      <dgm:spPr/>
    </dgm:pt>
    <dgm:pt modelId="{F44DB776-BD48-417E-95FE-4CF2B482D68C}" type="pres">
      <dgm:prSet presAssocID="{0A159D68-383D-4D6A-B08A-3AA90879F71F}" presName="Name64" presStyleLbl="parChTrans1D4" presStyleIdx="0" presStyleCnt="2"/>
      <dgm:spPr/>
    </dgm:pt>
    <dgm:pt modelId="{969279B9-44A8-4874-ACF0-7CBC388E115B}" type="pres">
      <dgm:prSet presAssocID="{06DF3652-1039-4149-B00E-6C90EF9AC1AE}" presName="hierRoot2" presStyleCnt="0">
        <dgm:presLayoutVars>
          <dgm:hierBranch val="init"/>
        </dgm:presLayoutVars>
      </dgm:prSet>
      <dgm:spPr/>
    </dgm:pt>
    <dgm:pt modelId="{9070064F-6AC4-4D7B-8FC0-37EF2C1439DC}" type="pres">
      <dgm:prSet presAssocID="{06DF3652-1039-4149-B00E-6C90EF9AC1AE}" presName="rootComposite" presStyleCnt="0"/>
      <dgm:spPr/>
    </dgm:pt>
    <dgm:pt modelId="{84A376F7-6F8B-4FAB-B776-982C34CBDE06}" type="pres">
      <dgm:prSet presAssocID="{06DF3652-1039-4149-B00E-6C90EF9AC1AE}" presName="rootText" presStyleLbl="node4" presStyleIdx="0" presStyleCnt="2" custScaleX="110156" custScaleY="219827">
        <dgm:presLayoutVars>
          <dgm:chPref val="3"/>
        </dgm:presLayoutVars>
      </dgm:prSet>
      <dgm:spPr/>
    </dgm:pt>
    <dgm:pt modelId="{0A7258F8-6DB7-4C8F-83F5-37AFA22BBA6D}" type="pres">
      <dgm:prSet presAssocID="{06DF3652-1039-4149-B00E-6C90EF9AC1AE}" presName="rootConnector" presStyleLbl="node4" presStyleIdx="0" presStyleCnt="2"/>
      <dgm:spPr/>
    </dgm:pt>
    <dgm:pt modelId="{C162B121-DE85-4732-B839-1F84356B59A6}" type="pres">
      <dgm:prSet presAssocID="{06DF3652-1039-4149-B00E-6C90EF9AC1AE}" presName="hierChild4" presStyleCnt="0"/>
      <dgm:spPr/>
    </dgm:pt>
    <dgm:pt modelId="{F07F4CB6-43CA-41D9-8331-A04BC2CFD233}" type="pres">
      <dgm:prSet presAssocID="{06DF3652-1039-4149-B00E-6C90EF9AC1AE}" presName="hierChild5" presStyleCnt="0"/>
      <dgm:spPr/>
    </dgm:pt>
    <dgm:pt modelId="{5D528C50-DE38-4099-9EAC-4D454C934301}" type="pres">
      <dgm:prSet presAssocID="{E62457E9-CA7B-42D8-A0C3-30359A363279}" presName="Name64" presStyleLbl="parChTrans1D4" presStyleIdx="1" presStyleCnt="2"/>
      <dgm:spPr/>
    </dgm:pt>
    <dgm:pt modelId="{583B0DBA-5A9B-49D7-B149-10FEA8FC2DA7}" type="pres">
      <dgm:prSet presAssocID="{7DE49922-49A2-415B-9C2C-6E86041CABD1}" presName="hierRoot2" presStyleCnt="0">
        <dgm:presLayoutVars>
          <dgm:hierBranch val="init"/>
        </dgm:presLayoutVars>
      </dgm:prSet>
      <dgm:spPr/>
    </dgm:pt>
    <dgm:pt modelId="{FFD8E6D8-4C6D-4F5C-AB68-E1B6863AEA81}" type="pres">
      <dgm:prSet presAssocID="{7DE49922-49A2-415B-9C2C-6E86041CABD1}" presName="rootComposite" presStyleCnt="0"/>
      <dgm:spPr/>
    </dgm:pt>
    <dgm:pt modelId="{B928EAE5-A6CB-4E6A-BBD6-ED4EBAD723C4}" type="pres">
      <dgm:prSet presAssocID="{7DE49922-49A2-415B-9C2C-6E86041CABD1}" presName="rootText" presStyleLbl="node4" presStyleIdx="1" presStyleCnt="2" custScaleX="110156" custScaleY="219827">
        <dgm:presLayoutVars>
          <dgm:chPref val="3"/>
        </dgm:presLayoutVars>
      </dgm:prSet>
      <dgm:spPr/>
    </dgm:pt>
    <dgm:pt modelId="{832D572F-BAF4-404C-B59E-2B4E6A932820}" type="pres">
      <dgm:prSet presAssocID="{7DE49922-49A2-415B-9C2C-6E86041CABD1}" presName="rootConnector" presStyleLbl="node4" presStyleIdx="1" presStyleCnt="2"/>
      <dgm:spPr/>
    </dgm:pt>
    <dgm:pt modelId="{63A38C78-55EA-4AB0-A1EC-BEC2370843D2}" type="pres">
      <dgm:prSet presAssocID="{7DE49922-49A2-415B-9C2C-6E86041CABD1}" presName="hierChild4" presStyleCnt="0"/>
      <dgm:spPr/>
    </dgm:pt>
    <dgm:pt modelId="{23EFA915-EB7F-42D6-A44A-99A327D9A743}" type="pres">
      <dgm:prSet presAssocID="{7DE49922-49A2-415B-9C2C-6E86041CABD1}" presName="hierChild5" presStyleCnt="0"/>
      <dgm:spPr/>
    </dgm:pt>
    <dgm:pt modelId="{6B20550D-CCFC-4092-8617-CBD85FEE0649}" type="pres">
      <dgm:prSet presAssocID="{386EFA8D-9045-4489-8275-9DE92635BA02}" presName="hierChild5" presStyleCnt="0"/>
      <dgm:spPr/>
    </dgm:pt>
    <dgm:pt modelId="{58E58D1B-6760-44DA-A20F-AC7F72AA1CA8}" type="pres">
      <dgm:prSet presAssocID="{2DE5D546-A890-47CD-8283-DF110994CB41}" presName="hierChild5" presStyleCnt="0"/>
      <dgm:spPr/>
    </dgm:pt>
    <dgm:pt modelId="{E9FA3210-45C1-4391-8FD8-83E6606D1CBB}" type="pres">
      <dgm:prSet presAssocID="{E60213E8-E36E-44F6-AEBC-9C446582FF69}" presName="Name64" presStyleLbl="parChTrans1D2" presStyleIdx="2" presStyleCnt="3"/>
      <dgm:spPr/>
    </dgm:pt>
    <dgm:pt modelId="{35FF6C1E-5002-426A-9640-0B274A9DA528}" type="pres">
      <dgm:prSet presAssocID="{5A70C0C9-6854-48B7-AF2D-F0309F035D9B}" presName="hierRoot2" presStyleCnt="0">
        <dgm:presLayoutVars>
          <dgm:hierBranch val="init"/>
        </dgm:presLayoutVars>
      </dgm:prSet>
      <dgm:spPr/>
    </dgm:pt>
    <dgm:pt modelId="{E5B4FAF4-A36F-4661-A1E9-610AC4CBCE8A}" type="pres">
      <dgm:prSet presAssocID="{5A70C0C9-6854-48B7-AF2D-F0309F035D9B}" presName="rootComposite" presStyleCnt="0"/>
      <dgm:spPr/>
    </dgm:pt>
    <dgm:pt modelId="{018216EE-B446-4AC4-8E76-37B039C8CD5F}" type="pres">
      <dgm:prSet presAssocID="{5A70C0C9-6854-48B7-AF2D-F0309F035D9B}" presName="rootText" presStyleLbl="node2" presStyleIdx="2" presStyleCnt="3" custScaleX="110156" custScaleY="219827">
        <dgm:presLayoutVars>
          <dgm:chPref val="3"/>
        </dgm:presLayoutVars>
      </dgm:prSet>
      <dgm:spPr/>
    </dgm:pt>
    <dgm:pt modelId="{E9E8EEB7-6757-4B15-9B03-4BAF36FC4A66}" type="pres">
      <dgm:prSet presAssocID="{5A70C0C9-6854-48B7-AF2D-F0309F035D9B}" presName="rootConnector" presStyleLbl="node2" presStyleIdx="2" presStyleCnt="3"/>
      <dgm:spPr/>
    </dgm:pt>
    <dgm:pt modelId="{FD0E1B49-E5EE-4926-A186-90D6526C60ED}" type="pres">
      <dgm:prSet presAssocID="{5A70C0C9-6854-48B7-AF2D-F0309F035D9B}" presName="hierChild4" presStyleCnt="0"/>
      <dgm:spPr/>
    </dgm:pt>
    <dgm:pt modelId="{F19CF928-9FA2-4AB4-9D4B-3061419CBACF}" type="pres">
      <dgm:prSet presAssocID="{1B137B7B-7642-4AEA-B68C-D306051DD986}" presName="Name64" presStyleLbl="parChTrans1D3" presStyleIdx="3" presStyleCnt="4"/>
      <dgm:spPr/>
    </dgm:pt>
    <dgm:pt modelId="{14499547-0EB7-42F5-B6B2-F6A32593C1DD}" type="pres">
      <dgm:prSet presAssocID="{6250F3CA-3155-4342-BACF-9A4786DFFD82}" presName="hierRoot2" presStyleCnt="0">
        <dgm:presLayoutVars>
          <dgm:hierBranch val="init"/>
        </dgm:presLayoutVars>
      </dgm:prSet>
      <dgm:spPr/>
    </dgm:pt>
    <dgm:pt modelId="{88D280F0-B9C8-44DC-AB92-C11432BC4169}" type="pres">
      <dgm:prSet presAssocID="{6250F3CA-3155-4342-BACF-9A4786DFFD82}" presName="rootComposite" presStyleCnt="0"/>
      <dgm:spPr/>
    </dgm:pt>
    <dgm:pt modelId="{EC393624-98A2-4AF9-9CBE-7A83422CA36E}" type="pres">
      <dgm:prSet presAssocID="{6250F3CA-3155-4342-BACF-9A4786DFFD82}" presName="rootText" presStyleLbl="node3" presStyleIdx="3" presStyleCnt="4" custScaleX="110156" custScaleY="219827">
        <dgm:presLayoutVars>
          <dgm:chPref val="3"/>
        </dgm:presLayoutVars>
      </dgm:prSet>
      <dgm:spPr/>
    </dgm:pt>
    <dgm:pt modelId="{8229B903-FC9E-4692-AFD9-E0A19FDB0834}" type="pres">
      <dgm:prSet presAssocID="{6250F3CA-3155-4342-BACF-9A4786DFFD82}" presName="rootConnector" presStyleLbl="node3" presStyleIdx="3" presStyleCnt="4"/>
      <dgm:spPr/>
    </dgm:pt>
    <dgm:pt modelId="{2F64FEDD-3F92-4BC7-A9AD-415D89E92FB7}" type="pres">
      <dgm:prSet presAssocID="{6250F3CA-3155-4342-BACF-9A4786DFFD82}" presName="hierChild4" presStyleCnt="0"/>
      <dgm:spPr/>
    </dgm:pt>
    <dgm:pt modelId="{FF139127-8D93-491F-B660-14672A483C9F}" type="pres">
      <dgm:prSet presAssocID="{6250F3CA-3155-4342-BACF-9A4786DFFD82}" presName="hierChild5" presStyleCnt="0"/>
      <dgm:spPr/>
    </dgm:pt>
    <dgm:pt modelId="{30381262-A4DF-4424-B56B-7615C0487BFC}" type="pres">
      <dgm:prSet presAssocID="{5A70C0C9-6854-48B7-AF2D-F0309F035D9B}" presName="hierChild5" presStyleCnt="0"/>
      <dgm:spPr/>
    </dgm:pt>
    <dgm:pt modelId="{3ADE87C6-B86D-4B43-BDE7-3C765BDDFBB2}" type="pres">
      <dgm:prSet presAssocID="{918DC7FA-0AF0-4B75-B2CF-A2BFD2FA4976}" presName="hierChild3" presStyleCnt="0"/>
      <dgm:spPr/>
    </dgm:pt>
  </dgm:ptLst>
  <dgm:cxnLst>
    <dgm:cxn modelId="{7E09E903-11ED-461B-904C-3B1E3A4ED306}" type="presOf" srcId="{386EFA8D-9045-4489-8275-9DE92635BA02}" destId="{5193ACEF-C53C-4837-A784-C966B379FC82}" srcOrd="1" destOrd="0" presId="urn:microsoft.com/office/officeart/2009/3/layout/HorizontalOrganizationChart"/>
    <dgm:cxn modelId="{A2032B09-147D-4D40-A40E-F94681AB3B12}" type="presOf" srcId="{2DE5D546-A890-47CD-8283-DF110994CB41}" destId="{3A6A72AE-75FC-4204-8F47-4C9B8D2126D1}" srcOrd="0" destOrd="0" presId="urn:microsoft.com/office/officeart/2009/3/layout/HorizontalOrganizationChart"/>
    <dgm:cxn modelId="{017FBD0F-3286-4CCE-9044-F9A6A9268B84}" type="presOf" srcId="{6250F3CA-3155-4342-BACF-9A4786DFFD82}" destId="{EC393624-98A2-4AF9-9CBE-7A83422CA36E}" srcOrd="0" destOrd="0" presId="urn:microsoft.com/office/officeart/2009/3/layout/HorizontalOrganizationChart"/>
    <dgm:cxn modelId="{461B7010-A612-4760-A991-A5DE8449877C}" type="presOf" srcId="{6250F3CA-3155-4342-BACF-9A4786DFFD82}" destId="{8229B903-FC9E-4692-AFD9-E0A19FDB0834}" srcOrd="1" destOrd="0" presId="urn:microsoft.com/office/officeart/2009/3/layout/HorizontalOrganizationChart"/>
    <dgm:cxn modelId="{55C33312-B0FF-47EC-9979-5B014D92CB91}" srcId="{ED8BB3D5-8048-48AB-8761-75FB6AC5E414}" destId="{918DC7FA-0AF0-4B75-B2CF-A2BFD2FA4976}" srcOrd="0" destOrd="0" parTransId="{AF19C7DA-2902-463D-883F-7436AD1C02F9}" sibTransId="{D6C2EC4C-3DA2-4842-97FA-187F30653122}"/>
    <dgm:cxn modelId="{7DF5A015-843D-4237-99B8-DB81DE8A085A}" srcId="{5A70C0C9-6854-48B7-AF2D-F0309F035D9B}" destId="{6250F3CA-3155-4342-BACF-9A4786DFFD82}" srcOrd="0" destOrd="0" parTransId="{1B137B7B-7642-4AEA-B68C-D306051DD986}" sibTransId="{6CE503C0-FC69-4617-A35C-7624F37EA649}"/>
    <dgm:cxn modelId="{5E0D851D-E15E-402E-85D7-A74F0713A53C}" srcId="{386EFA8D-9045-4489-8275-9DE92635BA02}" destId="{06DF3652-1039-4149-B00E-6C90EF9AC1AE}" srcOrd="0" destOrd="0" parTransId="{0A159D68-383D-4D6A-B08A-3AA90879F71F}" sibTransId="{8E9A9D76-1678-4755-B039-74FAA1B274C0}"/>
    <dgm:cxn modelId="{F3D1012D-5263-4185-955D-D61FD8C6CF17}" type="presOf" srcId="{0A159D68-383D-4D6A-B08A-3AA90879F71F}" destId="{F44DB776-BD48-417E-95FE-4CF2B482D68C}" srcOrd="0" destOrd="0" presId="urn:microsoft.com/office/officeart/2009/3/layout/HorizontalOrganizationChart"/>
    <dgm:cxn modelId="{DEEAD739-8AC7-43C6-944D-9D94A6B082E6}" type="presOf" srcId="{2DE5D546-A890-47CD-8283-DF110994CB41}" destId="{7751B55B-9932-4730-97BA-90C636418B69}" srcOrd="1" destOrd="0" presId="urn:microsoft.com/office/officeart/2009/3/layout/HorizontalOrganizationChart"/>
    <dgm:cxn modelId="{8965FA5C-B72E-49A5-8D9E-294BD1DFA945}" srcId="{386EFA8D-9045-4489-8275-9DE92635BA02}" destId="{7DE49922-49A2-415B-9C2C-6E86041CABD1}" srcOrd="1" destOrd="0" parTransId="{E62457E9-CA7B-42D8-A0C3-30359A363279}" sibTransId="{8FA87B90-3164-4F98-9DAF-05B48C556370}"/>
    <dgm:cxn modelId="{3398EC43-4868-4C4F-8F16-87E26AB8D9ED}" type="presOf" srcId="{918DC7FA-0AF0-4B75-B2CF-A2BFD2FA4976}" destId="{86C27E31-2F9C-47B3-A34B-28267D3E7A01}" srcOrd="1" destOrd="0" presId="urn:microsoft.com/office/officeart/2009/3/layout/HorizontalOrganizationChart"/>
    <dgm:cxn modelId="{2E368E65-73D9-4AA0-9837-D43B33F41B46}" type="presOf" srcId="{42C5FA19-8882-44C4-A556-13BFB0A87210}" destId="{5335E1C5-BE2C-4030-86AC-794100F4765D}" srcOrd="0" destOrd="0" presId="urn:microsoft.com/office/officeart/2009/3/layout/HorizontalOrganizationChart"/>
    <dgm:cxn modelId="{64DDF54B-2965-44D1-B789-D9B114DEF176}" type="presOf" srcId="{E62457E9-CA7B-42D8-A0C3-30359A363279}" destId="{5D528C50-DE38-4099-9EAC-4D454C934301}" srcOrd="0" destOrd="0" presId="urn:microsoft.com/office/officeart/2009/3/layout/HorizontalOrganizationChart"/>
    <dgm:cxn modelId="{B66D3D6E-9697-4698-94C2-ACDC6B66D67E}" type="presOf" srcId="{CF0BF597-8E4C-42FE-B0D5-09264138D948}" destId="{5B37E1BF-2E05-4C6B-AC01-42A8EE4CD08C}" srcOrd="0" destOrd="0" presId="urn:microsoft.com/office/officeart/2009/3/layout/HorizontalOrganizationChart"/>
    <dgm:cxn modelId="{41648050-3F60-499C-8B1E-B0B8BCC846A2}" type="presOf" srcId="{E60213E8-E36E-44F6-AEBC-9C446582FF69}" destId="{E9FA3210-45C1-4391-8FD8-83E6606D1CBB}" srcOrd="0" destOrd="0" presId="urn:microsoft.com/office/officeart/2009/3/layout/HorizontalOrganizationChart"/>
    <dgm:cxn modelId="{90DB9C50-E393-4035-921A-541FEDF4362A}" srcId="{2DE5D546-A890-47CD-8283-DF110994CB41}" destId="{386EFA8D-9045-4489-8275-9DE92635BA02}" srcOrd="2" destOrd="0" parTransId="{EFA5248A-6348-4126-AA0A-2B5CA29D0397}" sibTransId="{FF5D8A68-7445-4190-94D8-61E819A918A1}"/>
    <dgm:cxn modelId="{6DC89251-D0C4-4BEF-9621-E06E97B34BF6}" srcId="{2DE5D546-A890-47CD-8283-DF110994CB41}" destId="{035A7AC7-85A6-4A41-A6D6-C9FA5ADACF4B}" srcOrd="0" destOrd="0" parTransId="{122F36AD-2D2D-419C-8124-016F29D96226}" sibTransId="{E716DF01-B3A8-43A9-A487-3CEA9B4FAB85}"/>
    <dgm:cxn modelId="{BEB66553-58B1-4E03-8010-E3416BB552BD}" type="presOf" srcId="{BA4B481A-135F-45D4-AE53-2E53AE4163E9}" destId="{CDD1D1D1-83FA-419C-8D42-2B99B237CD83}" srcOrd="0" destOrd="0" presId="urn:microsoft.com/office/officeart/2009/3/layout/HorizontalOrganizationChart"/>
    <dgm:cxn modelId="{C6601074-D07D-4B6C-91FD-611186EA7125}" type="presOf" srcId="{5A70C0C9-6854-48B7-AF2D-F0309F035D9B}" destId="{E9E8EEB7-6757-4B15-9B03-4BAF36FC4A66}" srcOrd="1" destOrd="0" presId="urn:microsoft.com/office/officeart/2009/3/layout/HorizontalOrganizationChart"/>
    <dgm:cxn modelId="{74543784-1F30-445C-BEB4-290A1D11DA83}" type="presOf" srcId="{035A7AC7-85A6-4A41-A6D6-C9FA5ADACF4B}" destId="{237B9E37-BB5D-4D1F-A3E1-382E039123EB}" srcOrd="0" destOrd="0" presId="urn:microsoft.com/office/officeart/2009/3/layout/HorizontalOrganizationChart"/>
    <dgm:cxn modelId="{F310EB8D-E452-49A6-8821-18976CD1150B}" type="presOf" srcId="{42C5FA19-8882-44C4-A556-13BFB0A87210}" destId="{A51FFDCD-824D-4316-A684-08B29F908458}" srcOrd="1" destOrd="0" presId="urn:microsoft.com/office/officeart/2009/3/layout/HorizontalOrganizationChart"/>
    <dgm:cxn modelId="{371D1492-BFE1-4292-BF21-381EDA9235F8}" type="presOf" srcId="{7DE49922-49A2-415B-9C2C-6E86041CABD1}" destId="{B928EAE5-A6CB-4E6A-BBD6-ED4EBAD723C4}" srcOrd="0" destOrd="0" presId="urn:microsoft.com/office/officeart/2009/3/layout/HorizontalOrganizationChart"/>
    <dgm:cxn modelId="{88BFCA93-2A9C-4652-BCCF-AAD25CD9CFDD}" type="presOf" srcId="{1B137B7B-7642-4AEA-B68C-D306051DD986}" destId="{F19CF928-9FA2-4AB4-9D4B-3061419CBACF}" srcOrd="0" destOrd="0" presId="urn:microsoft.com/office/officeart/2009/3/layout/HorizontalOrganizationChart"/>
    <dgm:cxn modelId="{71921994-F824-4EBA-A280-E90BA564CBF7}" type="presOf" srcId="{06DF3652-1039-4149-B00E-6C90EF9AC1AE}" destId="{84A376F7-6F8B-4FAB-B776-982C34CBDE06}" srcOrd="0" destOrd="0" presId="urn:microsoft.com/office/officeart/2009/3/layout/HorizontalOrganizationChart"/>
    <dgm:cxn modelId="{776E429B-20CB-432C-AA22-27CA16ECE4F4}" type="presOf" srcId="{918DC7FA-0AF0-4B75-B2CF-A2BFD2FA4976}" destId="{81DCB430-9FB7-4EE2-88F3-764BC6AC03B4}" srcOrd="0" destOrd="0" presId="urn:microsoft.com/office/officeart/2009/3/layout/HorizontalOrganizationChart"/>
    <dgm:cxn modelId="{462DAF9D-E6AA-4A8C-B800-D7B2703F4880}" srcId="{918DC7FA-0AF0-4B75-B2CF-A2BFD2FA4976}" destId="{8AA77F0E-3D99-47E1-8DFF-FA820D55B038}" srcOrd="0" destOrd="0" parTransId="{CF0BF597-8E4C-42FE-B0D5-09264138D948}" sibTransId="{960F19C2-C061-4BBF-A04F-9781027C4985}"/>
    <dgm:cxn modelId="{1427D79E-4F41-4D54-80A0-11A40F80C94B}" type="presOf" srcId="{EFA5248A-6348-4126-AA0A-2B5CA29D0397}" destId="{D5CBC433-8AF9-4B5D-8D75-8824B4986B30}" srcOrd="0" destOrd="0" presId="urn:microsoft.com/office/officeart/2009/3/layout/HorizontalOrganizationChart"/>
    <dgm:cxn modelId="{3C7600AF-7AAA-46AC-8D09-828CB49BE777}" type="presOf" srcId="{06DF3652-1039-4149-B00E-6C90EF9AC1AE}" destId="{0A7258F8-6DB7-4C8F-83F5-37AFA22BBA6D}" srcOrd="1" destOrd="0" presId="urn:microsoft.com/office/officeart/2009/3/layout/HorizontalOrganizationChart"/>
    <dgm:cxn modelId="{7E04EEB3-2413-4E1B-A4DE-19D524D0AEFE}" type="presOf" srcId="{5A70C0C9-6854-48B7-AF2D-F0309F035D9B}" destId="{018216EE-B446-4AC4-8E76-37B039C8CD5F}" srcOrd="0" destOrd="0" presId="urn:microsoft.com/office/officeart/2009/3/layout/HorizontalOrganizationChart"/>
    <dgm:cxn modelId="{F496D4C2-CDDE-421E-A8F3-CC15F487D9FF}" type="presOf" srcId="{ED8BB3D5-8048-48AB-8761-75FB6AC5E414}" destId="{F2FF0580-E018-4668-92C2-41D7BBF87420}" srcOrd="0" destOrd="0" presId="urn:microsoft.com/office/officeart/2009/3/layout/HorizontalOrganizationChart"/>
    <dgm:cxn modelId="{A09ADFD3-9789-4015-AB55-A6DAB03CF22E}" srcId="{918DC7FA-0AF0-4B75-B2CF-A2BFD2FA4976}" destId="{5A70C0C9-6854-48B7-AF2D-F0309F035D9B}" srcOrd="2" destOrd="0" parTransId="{E60213E8-E36E-44F6-AEBC-9C446582FF69}" sibTransId="{E121C98C-23CF-4157-98DC-EB570D9C1948}"/>
    <dgm:cxn modelId="{90D2E9D3-EBCA-427B-8ADD-FFD73554B751}" type="presOf" srcId="{386EFA8D-9045-4489-8275-9DE92635BA02}" destId="{600B61BF-0F19-4F47-8858-0D123EF976CB}" srcOrd="0" destOrd="0" presId="urn:microsoft.com/office/officeart/2009/3/layout/HorizontalOrganizationChart"/>
    <dgm:cxn modelId="{3079CDD9-5725-4D54-AFB6-E0F7773BFA12}" srcId="{2DE5D546-A890-47CD-8283-DF110994CB41}" destId="{42C5FA19-8882-44C4-A556-13BFB0A87210}" srcOrd="1" destOrd="0" parTransId="{BA4B481A-135F-45D4-AE53-2E53AE4163E9}" sibTransId="{E103DADF-2A2A-46E7-B366-3148AAC79B35}"/>
    <dgm:cxn modelId="{6A5988DB-3697-4768-94C4-6D86BF8BF6FA}" srcId="{918DC7FA-0AF0-4B75-B2CF-A2BFD2FA4976}" destId="{2DE5D546-A890-47CD-8283-DF110994CB41}" srcOrd="1" destOrd="0" parTransId="{9F36D6EF-EC35-4CB7-81A3-5C2E0F087AED}" sibTransId="{7F4ED1DB-2C2C-466C-8084-381BAC34D807}"/>
    <dgm:cxn modelId="{2BCCDFDB-DD52-45B8-A5A1-DD48944C16A4}" type="presOf" srcId="{035A7AC7-85A6-4A41-A6D6-C9FA5ADACF4B}" destId="{D780B47E-A379-426D-AABC-440025693D35}" srcOrd="1" destOrd="0" presId="urn:microsoft.com/office/officeart/2009/3/layout/HorizontalOrganizationChart"/>
    <dgm:cxn modelId="{24CE1AE6-8881-4B0D-96BE-9F59E62CF87D}" type="presOf" srcId="{8AA77F0E-3D99-47E1-8DFF-FA820D55B038}" destId="{6D632904-E37B-4684-984E-9285E1FF3571}" srcOrd="1" destOrd="0" presId="urn:microsoft.com/office/officeart/2009/3/layout/HorizontalOrganizationChart"/>
    <dgm:cxn modelId="{67FAACEA-40D7-403B-AB6D-52C71DD9F59D}" type="presOf" srcId="{9F36D6EF-EC35-4CB7-81A3-5C2E0F087AED}" destId="{F77C9366-75DD-43C5-BDE7-BA2D7CD1AFE8}" srcOrd="0" destOrd="0" presId="urn:microsoft.com/office/officeart/2009/3/layout/HorizontalOrganizationChart"/>
    <dgm:cxn modelId="{B451DDED-1298-4DA2-ABA5-9C05B9219614}" type="presOf" srcId="{7DE49922-49A2-415B-9C2C-6E86041CABD1}" destId="{832D572F-BAF4-404C-B59E-2B4E6A932820}" srcOrd="1" destOrd="0" presId="urn:microsoft.com/office/officeart/2009/3/layout/HorizontalOrganizationChart"/>
    <dgm:cxn modelId="{92B7C0FB-D173-46D4-AA5F-267AA1E721E0}" type="presOf" srcId="{122F36AD-2D2D-419C-8124-016F29D96226}" destId="{62B32374-3183-47F2-A241-D3FBC0CCC237}" srcOrd="0" destOrd="0" presId="urn:microsoft.com/office/officeart/2009/3/layout/HorizontalOrganizationChart"/>
    <dgm:cxn modelId="{395C41FE-3291-4D14-96F6-14F2D885C73E}" type="presOf" srcId="{8AA77F0E-3D99-47E1-8DFF-FA820D55B038}" destId="{B5EA670C-BC02-46EF-81DA-CCB1410A2777}" srcOrd="0" destOrd="0" presId="urn:microsoft.com/office/officeart/2009/3/layout/HorizontalOrganizationChart"/>
    <dgm:cxn modelId="{7B10DB9E-025A-4452-B845-57CD6F05DADA}" type="presParOf" srcId="{F2FF0580-E018-4668-92C2-41D7BBF87420}" destId="{005727B7-F5D8-40AC-B994-95306D7FE34A}" srcOrd="0" destOrd="0" presId="urn:microsoft.com/office/officeart/2009/3/layout/HorizontalOrganizationChart"/>
    <dgm:cxn modelId="{C16A11AE-CC93-43E7-9D1D-AD88E2479894}" type="presParOf" srcId="{005727B7-F5D8-40AC-B994-95306D7FE34A}" destId="{56447085-996C-4D3D-AA8B-76AA5784C550}" srcOrd="0" destOrd="0" presId="urn:microsoft.com/office/officeart/2009/3/layout/HorizontalOrganizationChart"/>
    <dgm:cxn modelId="{34C3E7E8-EEF1-4BC8-8245-E73B9F5A424C}" type="presParOf" srcId="{56447085-996C-4D3D-AA8B-76AA5784C550}" destId="{81DCB430-9FB7-4EE2-88F3-764BC6AC03B4}" srcOrd="0" destOrd="0" presId="urn:microsoft.com/office/officeart/2009/3/layout/HorizontalOrganizationChart"/>
    <dgm:cxn modelId="{4A1FB8FA-94AE-4161-951B-060A574CAD88}" type="presParOf" srcId="{56447085-996C-4D3D-AA8B-76AA5784C550}" destId="{86C27E31-2F9C-47B3-A34B-28267D3E7A01}" srcOrd="1" destOrd="0" presId="urn:microsoft.com/office/officeart/2009/3/layout/HorizontalOrganizationChart"/>
    <dgm:cxn modelId="{8FF95BFA-F77C-4A22-A072-B3645C67B9CF}" type="presParOf" srcId="{005727B7-F5D8-40AC-B994-95306D7FE34A}" destId="{243D5310-11A5-4DE1-A109-78FC57704E51}" srcOrd="1" destOrd="0" presId="urn:microsoft.com/office/officeart/2009/3/layout/HorizontalOrganizationChart"/>
    <dgm:cxn modelId="{3DB526D4-F4EA-41A8-85F6-C612C8C22556}" type="presParOf" srcId="{243D5310-11A5-4DE1-A109-78FC57704E51}" destId="{5B37E1BF-2E05-4C6B-AC01-42A8EE4CD08C}" srcOrd="0" destOrd="0" presId="urn:microsoft.com/office/officeart/2009/3/layout/HorizontalOrganizationChart"/>
    <dgm:cxn modelId="{F1B9766A-CA58-4546-A0E8-05622A4F37E4}" type="presParOf" srcId="{243D5310-11A5-4DE1-A109-78FC57704E51}" destId="{8EE1CF70-30CE-41E8-B0D1-39127BE4BB74}" srcOrd="1" destOrd="0" presId="urn:microsoft.com/office/officeart/2009/3/layout/HorizontalOrganizationChart"/>
    <dgm:cxn modelId="{667821F0-99BE-4937-B042-50568F9F1FDB}" type="presParOf" srcId="{8EE1CF70-30CE-41E8-B0D1-39127BE4BB74}" destId="{9813875A-178B-414D-BEAD-7CA98B6FC8D0}" srcOrd="0" destOrd="0" presId="urn:microsoft.com/office/officeart/2009/3/layout/HorizontalOrganizationChart"/>
    <dgm:cxn modelId="{A77D4E13-1EBA-4742-B9CE-76FDA048B4EB}" type="presParOf" srcId="{9813875A-178B-414D-BEAD-7CA98B6FC8D0}" destId="{B5EA670C-BC02-46EF-81DA-CCB1410A2777}" srcOrd="0" destOrd="0" presId="urn:microsoft.com/office/officeart/2009/3/layout/HorizontalOrganizationChart"/>
    <dgm:cxn modelId="{CC1357A3-81C6-4314-A97A-ECD7C72CA578}" type="presParOf" srcId="{9813875A-178B-414D-BEAD-7CA98B6FC8D0}" destId="{6D632904-E37B-4684-984E-9285E1FF3571}" srcOrd="1" destOrd="0" presId="urn:microsoft.com/office/officeart/2009/3/layout/HorizontalOrganizationChart"/>
    <dgm:cxn modelId="{CA1301B9-2A2D-44CB-A602-D2876D0FD92A}" type="presParOf" srcId="{8EE1CF70-30CE-41E8-B0D1-39127BE4BB74}" destId="{34F993FE-D62F-42EC-9BD8-5A8A21AE1502}" srcOrd="1" destOrd="0" presId="urn:microsoft.com/office/officeart/2009/3/layout/HorizontalOrganizationChart"/>
    <dgm:cxn modelId="{9EA36F49-FB45-4C34-9294-D4C36A1C51D0}" type="presParOf" srcId="{8EE1CF70-30CE-41E8-B0D1-39127BE4BB74}" destId="{C58095A1-B5B4-43F6-ABB6-F7B85AFB6B7D}" srcOrd="2" destOrd="0" presId="urn:microsoft.com/office/officeart/2009/3/layout/HorizontalOrganizationChart"/>
    <dgm:cxn modelId="{AE4CEA73-57CC-4352-8703-374A3B357E7F}" type="presParOf" srcId="{243D5310-11A5-4DE1-A109-78FC57704E51}" destId="{F77C9366-75DD-43C5-BDE7-BA2D7CD1AFE8}" srcOrd="2" destOrd="0" presId="urn:microsoft.com/office/officeart/2009/3/layout/HorizontalOrganizationChart"/>
    <dgm:cxn modelId="{421A6041-7766-489F-8D1E-7AA95F3A9727}" type="presParOf" srcId="{243D5310-11A5-4DE1-A109-78FC57704E51}" destId="{06381912-8CEE-4924-8ECA-3F3C5DB97E5E}" srcOrd="3" destOrd="0" presId="urn:microsoft.com/office/officeart/2009/3/layout/HorizontalOrganizationChart"/>
    <dgm:cxn modelId="{9F4889A5-16CF-4D13-8574-2C9165CF59E9}" type="presParOf" srcId="{06381912-8CEE-4924-8ECA-3F3C5DB97E5E}" destId="{4708BF89-359F-4EF2-B093-62AC79E49A29}" srcOrd="0" destOrd="0" presId="urn:microsoft.com/office/officeart/2009/3/layout/HorizontalOrganizationChart"/>
    <dgm:cxn modelId="{983F3C2D-CAC6-4174-B95D-7BB011237440}" type="presParOf" srcId="{4708BF89-359F-4EF2-B093-62AC79E49A29}" destId="{3A6A72AE-75FC-4204-8F47-4C9B8D2126D1}" srcOrd="0" destOrd="0" presId="urn:microsoft.com/office/officeart/2009/3/layout/HorizontalOrganizationChart"/>
    <dgm:cxn modelId="{94B25CB6-A23B-4243-9B9D-8F06AB81E83F}" type="presParOf" srcId="{4708BF89-359F-4EF2-B093-62AC79E49A29}" destId="{7751B55B-9932-4730-97BA-90C636418B69}" srcOrd="1" destOrd="0" presId="urn:microsoft.com/office/officeart/2009/3/layout/HorizontalOrganizationChart"/>
    <dgm:cxn modelId="{3CDBD40F-D088-4B1D-B5AF-38DC27D88D98}" type="presParOf" srcId="{06381912-8CEE-4924-8ECA-3F3C5DB97E5E}" destId="{35A5B7BC-6388-445B-9E4B-5F838A86189B}" srcOrd="1" destOrd="0" presId="urn:microsoft.com/office/officeart/2009/3/layout/HorizontalOrganizationChart"/>
    <dgm:cxn modelId="{3A15E888-7DC7-45F4-9209-D2433C507158}" type="presParOf" srcId="{35A5B7BC-6388-445B-9E4B-5F838A86189B}" destId="{62B32374-3183-47F2-A241-D3FBC0CCC237}" srcOrd="0" destOrd="0" presId="urn:microsoft.com/office/officeart/2009/3/layout/HorizontalOrganizationChart"/>
    <dgm:cxn modelId="{F7EDB7D6-421B-4A98-A944-16943E2E8854}" type="presParOf" srcId="{35A5B7BC-6388-445B-9E4B-5F838A86189B}" destId="{3DEB83A7-2BCC-4DA9-8653-93FFC406EACC}" srcOrd="1" destOrd="0" presId="urn:microsoft.com/office/officeart/2009/3/layout/HorizontalOrganizationChart"/>
    <dgm:cxn modelId="{9E70CCBC-BC42-4A72-83E8-99EF7EA3FC58}" type="presParOf" srcId="{3DEB83A7-2BCC-4DA9-8653-93FFC406EACC}" destId="{F674B7EE-BF32-4259-9633-2D279103B5EE}" srcOrd="0" destOrd="0" presId="urn:microsoft.com/office/officeart/2009/3/layout/HorizontalOrganizationChart"/>
    <dgm:cxn modelId="{FCF3EC2C-8D1A-4527-96A8-DADD1B3310C4}" type="presParOf" srcId="{F674B7EE-BF32-4259-9633-2D279103B5EE}" destId="{237B9E37-BB5D-4D1F-A3E1-382E039123EB}" srcOrd="0" destOrd="0" presId="urn:microsoft.com/office/officeart/2009/3/layout/HorizontalOrganizationChart"/>
    <dgm:cxn modelId="{F7208F16-EB87-4B2D-BECB-F0DAEAA9FEF1}" type="presParOf" srcId="{F674B7EE-BF32-4259-9633-2D279103B5EE}" destId="{D780B47E-A379-426D-AABC-440025693D35}" srcOrd="1" destOrd="0" presId="urn:microsoft.com/office/officeart/2009/3/layout/HorizontalOrganizationChart"/>
    <dgm:cxn modelId="{A4B45017-0B0C-4F55-BA5F-E596C77093CE}" type="presParOf" srcId="{3DEB83A7-2BCC-4DA9-8653-93FFC406EACC}" destId="{8B69DF59-CEDC-41A3-BB31-530AA24B38D0}" srcOrd="1" destOrd="0" presId="urn:microsoft.com/office/officeart/2009/3/layout/HorizontalOrganizationChart"/>
    <dgm:cxn modelId="{75AED628-85C9-46B9-9BE7-98DE1D3AF39C}" type="presParOf" srcId="{3DEB83A7-2BCC-4DA9-8653-93FFC406EACC}" destId="{B89E825F-7C20-41C4-AFF6-0B616EE31148}" srcOrd="2" destOrd="0" presId="urn:microsoft.com/office/officeart/2009/3/layout/HorizontalOrganizationChart"/>
    <dgm:cxn modelId="{DC02A329-FBC5-4C62-9C93-2E647716DF3B}" type="presParOf" srcId="{35A5B7BC-6388-445B-9E4B-5F838A86189B}" destId="{CDD1D1D1-83FA-419C-8D42-2B99B237CD83}" srcOrd="2" destOrd="0" presId="urn:microsoft.com/office/officeart/2009/3/layout/HorizontalOrganizationChart"/>
    <dgm:cxn modelId="{77EE69B9-3F57-4783-99B3-64F514563C78}" type="presParOf" srcId="{35A5B7BC-6388-445B-9E4B-5F838A86189B}" destId="{A0FEAA78-5CAC-4047-8DDE-7813FA42FF99}" srcOrd="3" destOrd="0" presId="urn:microsoft.com/office/officeart/2009/3/layout/HorizontalOrganizationChart"/>
    <dgm:cxn modelId="{CDF4026F-3177-42E7-9643-88EEAA3F391E}" type="presParOf" srcId="{A0FEAA78-5CAC-4047-8DDE-7813FA42FF99}" destId="{2B127B5D-34BD-49F0-A03E-AC74E5FB5BC2}" srcOrd="0" destOrd="0" presId="urn:microsoft.com/office/officeart/2009/3/layout/HorizontalOrganizationChart"/>
    <dgm:cxn modelId="{20931E1B-DEA7-49CE-8DA9-2A397CB914CA}" type="presParOf" srcId="{2B127B5D-34BD-49F0-A03E-AC74E5FB5BC2}" destId="{5335E1C5-BE2C-4030-86AC-794100F4765D}" srcOrd="0" destOrd="0" presId="urn:microsoft.com/office/officeart/2009/3/layout/HorizontalOrganizationChart"/>
    <dgm:cxn modelId="{2F016EB4-507B-403B-BFF1-DF840853D284}" type="presParOf" srcId="{2B127B5D-34BD-49F0-A03E-AC74E5FB5BC2}" destId="{A51FFDCD-824D-4316-A684-08B29F908458}" srcOrd="1" destOrd="0" presId="urn:microsoft.com/office/officeart/2009/3/layout/HorizontalOrganizationChart"/>
    <dgm:cxn modelId="{20E7DFE9-BA9D-4A8C-8D6B-8AD96B9FB3E3}" type="presParOf" srcId="{A0FEAA78-5CAC-4047-8DDE-7813FA42FF99}" destId="{5A7B72EE-CC98-4983-AF29-4AF819DAA58E}" srcOrd="1" destOrd="0" presId="urn:microsoft.com/office/officeart/2009/3/layout/HorizontalOrganizationChart"/>
    <dgm:cxn modelId="{80107BC6-5569-43A9-9B20-2E1622C537D4}" type="presParOf" srcId="{A0FEAA78-5CAC-4047-8DDE-7813FA42FF99}" destId="{56C30B26-8289-4F45-8B19-A16E0DCE86E9}" srcOrd="2" destOrd="0" presId="urn:microsoft.com/office/officeart/2009/3/layout/HorizontalOrganizationChart"/>
    <dgm:cxn modelId="{528B49EC-73E8-41D0-B7DA-EDF3958F0E90}" type="presParOf" srcId="{35A5B7BC-6388-445B-9E4B-5F838A86189B}" destId="{D5CBC433-8AF9-4B5D-8D75-8824B4986B30}" srcOrd="4" destOrd="0" presId="urn:microsoft.com/office/officeart/2009/3/layout/HorizontalOrganizationChart"/>
    <dgm:cxn modelId="{953FD1D5-F717-4A4A-89D7-DCD3CA60BFC9}" type="presParOf" srcId="{35A5B7BC-6388-445B-9E4B-5F838A86189B}" destId="{B2E36B8D-10F9-4CD6-8162-EDEFC96411E7}" srcOrd="5" destOrd="0" presId="urn:microsoft.com/office/officeart/2009/3/layout/HorizontalOrganizationChart"/>
    <dgm:cxn modelId="{C6D19D78-65FA-4CA2-87C2-0A8ADFEC6B7B}" type="presParOf" srcId="{B2E36B8D-10F9-4CD6-8162-EDEFC96411E7}" destId="{E8D2C9EC-40EF-4983-BAD0-9C857173FCAF}" srcOrd="0" destOrd="0" presId="urn:microsoft.com/office/officeart/2009/3/layout/HorizontalOrganizationChart"/>
    <dgm:cxn modelId="{494E93DC-9F1F-4BAE-B86A-D21144E563F5}" type="presParOf" srcId="{E8D2C9EC-40EF-4983-BAD0-9C857173FCAF}" destId="{600B61BF-0F19-4F47-8858-0D123EF976CB}" srcOrd="0" destOrd="0" presId="urn:microsoft.com/office/officeart/2009/3/layout/HorizontalOrganizationChart"/>
    <dgm:cxn modelId="{4301AF6B-AF75-454D-94E1-B518996EB419}" type="presParOf" srcId="{E8D2C9EC-40EF-4983-BAD0-9C857173FCAF}" destId="{5193ACEF-C53C-4837-A784-C966B379FC82}" srcOrd="1" destOrd="0" presId="urn:microsoft.com/office/officeart/2009/3/layout/HorizontalOrganizationChart"/>
    <dgm:cxn modelId="{E74C66C1-D5B6-4D67-AB5A-FA938A94D5AA}" type="presParOf" srcId="{B2E36B8D-10F9-4CD6-8162-EDEFC96411E7}" destId="{98008CF2-5A2B-4642-8E3B-2979185E2B4B}" srcOrd="1" destOrd="0" presId="urn:microsoft.com/office/officeart/2009/3/layout/HorizontalOrganizationChart"/>
    <dgm:cxn modelId="{330E4B14-2583-4BBB-8447-EE4CB2C3D3CC}" type="presParOf" srcId="{98008CF2-5A2B-4642-8E3B-2979185E2B4B}" destId="{F44DB776-BD48-417E-95FE-4CF2B482D68C}" srcOrd="0" destOrd="0" presId="urn:microsoft.com/office/officeart/2009/3/layout/HorizontalOrganizationChart"/>
    <dgm:cxn modelId="{EC90FAAC-C428-41EC-8962-183F48D0199F}" type="presParOf" srcId="{98008CF2-5A2B-4642-8E3B-2979185E2B4B}" destId="{969279B9-44A8-4874-ACF0-7CBC388E115B}" srcOrd="1" destOrd="0" presId="urn:microsoft.com/office/officeart/2009/3/layout/HorizontalOrganizationChart"/>
    <dgm:cxn modelId="{BFFF3B04-DDA6-495D-95E6-273720CBA87F}" type="presParOf" srcId="{969279B9-44A8-4874-ACF0-7CBC388E115B}" destId="{9070064F-6AC4-4D7B-8FC0-37EF2C1439DC}" srcOrd="0" destOrd="0" presId="urn:microsoft.com/office/officeart/2009/3/layout/HorizontalOrganizationChart"/>
    <dgm:cxn modelId="{858E52D3-7E41-425F-A5BD-F738BCDC94B3}" type="presParOf" srcId="{9070064F-6AC4-4D7B-8FC0-37EF2C1439DC}" destId="{84A376F7-6F8B-4FAB-B776-982C34CBDE06}" srcOrd="0" destOrd="0" presId="urn:microsoft.com/office/officeart/2009/3/layout/HorizontalOrganizationChart"/>
    <dgm:cxn modelId="{09C1A5D6-AE50-4C14-BA7B-6A69AA2AFB07}" type="presParOf" srcId="{9070064F-6AC4-4D7B-8FC0-37EF2C1439DC}" destId="{0A7258F8-6DB7-4C8F-83F5-37AFA22BBA6D}" srcOrd="1" destOrd="0" presId="urn:microsoft.com/office/officeart/2009/3/layout/HorizontalOrganizationChart"/>
    <dgm:cxn modelId="{9C5C76B2-240B-4F9A-88E1-533EFD4CFC1D}" type="presParOf" srcId="{969279B9-44A8-4874-ACF0-7CBC388E115B}" destId="{C162B121-DE85-4732-B839-1F84356B59A6}" srcOrd="1" destOrd="0" presId="urn:microsoft.com/office/officeart/2009/3/layout/HorizontalOrganizationChart"/>
    <dgm:cxn modelId="{C988C2C6-7A7B-456A-8B93-3305954F1CC2}" type="presParOf" srcId="{969279B9-44A8-4874-ACF0-7CBC388E115B}" destId="{F07F4CB6-43CA-41D9-8331-A04BC2CFD233}" srcOrd="2" destOrd="0" presId="urn:microsoft.com/office/officeart/2009/3/layout/HorizontalOrganizationChart"/>
    <dgm:cxn modelId="{40323200-3798-4F09-8B41-0D645D958D09}" type="presParOf" srcId="{98008CF2-5A2B-4642-8E3B-2979185E2B4B}" destId="{5D528C50-DE38-4099-9EAC-4D454C934301}" srcOrd="2" destOrd="0" presId="urn:microsoft.com/office/officeart/2009/3/layout/HorizontalOrganizationChart"/>
    <dgm:cxn modelId="{505EF83C-C74E-4837-9BF9-1C0D72481BC0}" type="presParOf" srcId="{98008CF2-5A2B-4642-8E3B-2979185E2B4B}" destId="{583B0DBA-5A9B-49D7-B149-10FEA8FC2DA7}" srcOrd="3" destOrd="0" presId="urn:microsoft.com/office/officeart/2009/3/layout/HorizontalOrganizationChart"/>
    <dgm:cxn modelId="{199C3B2A-B61D-469A-8726-91E2AF2DE38F}" type="presParOf" srcId="{583B0DBA-5A9B-49D7-B149-10FEA8FC2DA7}" destId="{FFD8E6D8-4C6D-4F5C-AB68-E1B6863AEA81}" srcOrd="0" destOrd="0" presId="urn:microsoft.com/office/officeart/2009/3/layout/HorizontalOrganizationChart"/>
    <dgm:cxn modelId="{0259FC34-1E3B-48B9-A7FC-8565B80E5A29}" type="presParOf" srcId="{FFD8E6D8-4C6D-4F5C-AB68-E1B6863AEA81}" destId="{B928EAE5-A6CB-4E6A-BBD6-ED4EBAD723C4}" srcOrd="0" destOrd="0" presId="urn:microsoft.com/office/officeart/2009/3/layout/HorizontalOrganizationChart"/>
    <dgm:cxn modelId="{E8B68180-D7B2-41BE-B1E6-6DFCEFBC7967}" type="presParOf" srcId="{FFD8E6D8-4C6D-4F5C-AB68-E1B6863AEA81}" destId="{832D572F-BAF4-404C-B59E-2B4E6A932820}" srcOrd="1" destOrd="0" presId="urn:microsoft.com/office/officeart/2009/3/layout/HorizontalOrganizationChart"/>
    <dgm:cxn modelId="{D3BE5C59-7774-4165-B634-D326CD18380A}" type="presParOf" srcId="{583B0DBA-5A9B-49D7-B149-10FEA8FC2DA7}" destId="{63A38C78-55EA-4AB0-A1EC-BEC2370843D2}" srcOrd="1" destOrd="0" presId="urn:microsoft.com/office/officeart/2009/3/layout/HorizontalOrganizationChart"/>
    <dgm:cxn modelId="{8AD8A41D-B7AF-4BBA-9F55-C435CB5C92C8}" type="presParOf" srcId="{583B0DBA-5A9B-49D7-B149-10FEA8FC2DA7}" destId="{23EFA915-EB7F-42D6-A44A-99A327D9A743}" srcOrd="2" destOrd="0" presId="urn:microsoft.com/office/officeart/2009/3/layout/HorizontalOrganizationChart"/>
    <dgm:cxn modelId="{36DF4425-36E0-4BE3-860C-31EC7823C49E}" type="presParOf" srcId="{B2E36B8D-10F9-4CD6-8162-EDEFC96411E7}" destId="{6B20550D-CCFC-4092-8617-CBD85FEE0649}" srcOrd="2" destOrd="0" presId="urn:microsoft.com/office/officeart/2009/3/layout/HorizontalOrganizationChart"/>
    <dgm:cxn modelId="{0AA19848-BD25-4021-8DF0-9B8919009BC1}" type="presParOf" srcId="{06381912-8CEE-4924-8ECA-3F3C5DB97E5E}" destId="{58E58D1B-6760-44DA-A20F-AC7F72AA1CA8}" srcOrd="2" destOrd="0" presId="urn:microsoft.com/office/officeart/2009/3/layout/HorizontalOrganizationChart"/>
    <dgm:cxn modelId="{30DE406E-7EB3-44A4-BFB1-B553817E9A2E}" type="presParOf" srcId="{243D5310-11A5-4DE1-A109-78FC57704E51}" destId="{E9FA3210-45C1-4391-8FD8-83E6606D1CBB}" srcOrd="4" destOrd="0" presId="urn:microsoft.com/office/officeart/2009/3/layout/HorizontalOrganizationChart"/>
    <dgm:cxn modelId="{E27FCE02-A9C1-4625-8649-B9F5F6C9144D}" type="presParOf" srcId="{243D5310-11A5-4DE1-A109-78FC57704E51}" destId="{35FF6C1E-5002-426A-9640-0B274A9DA528}" srcOrd="5" destOrd="0" presId="urn:microsoft.com/office/officeart/2009/3/layout/HorizontalOrganizationChart"/>
    <dgm:cxn modelId="{8F86D6EC-E17D-4373-88B9-2C8A751927D1}" type="presParOf" srcId="{35FF6C1E-5002-426A-9640-0B274A9DA528}" destId="{E5B4FAF4-A36F-4661-A1E9-610AC4CBCE8A}" srcOrd="0" destOrd="0" presId="urn:microsoft.com/office/officeart/2009/3/layout/HorizontalOrganizationChart"/>
    <dgm:cxn modelId="{FA0AC2A6-68DD-40F7-8704-3143D0683257}" type="presParOf" srcId="{E5B4FAF4-A36F-4661-A1E9-610AC4CBCE8A}" destId="{018216EE-B446-4AC4-8E76-37B039C8CD5F}" srcOrd="0" destOrd="0" presId="urn:microsoft.com/office/officeart/2009/3/layout/HorizontalOrganizationChart"/>
    <dgm:cxn modelId="{373DF06F-EAC1-4806-8B77-684CAFE8AE38}" type="presParOf" srcId="{E5B4FAF4-A36F-4661-A1E9-610AC4CBCE8A}" destId="{E9E8EEB7-6757-4B15-9B03-4BAF36FC4A66}" srcOrd="1" destOrd="0" presId="urn:microsoft.com/office/officeart/2009/3/layout/HorizontalOrganizationChart"/>
    <dgm:cxn modelId="{659EF27C-31A5-4626-A13E-98EE619690B0}" type="presParOf" srcId="{35FF6C1E-5002-426A-9640-0B274A9DA528}" destId="{FD0E1B49-E5EE-4926-A186-90D6526C60ED}" srcOrd="1" destOrd="0" presId="urn:microsoft.com/office/officeart/2009/3/layout/HorizontalOrganizationChart"/>
    <dgm:cxn modelId="{5AB3B239-48F8-4273-BEE3-ADB2689DDF36}" type="presParOf" srcId="{FD0E1B49-E5EE-4926-A186-90D6526C60ED}" destId="{F19CF928-9FA2-4AB4-9D4B-3061419CBACF}" srcOrd="0" destOrd="0" presId="urn:microsoft.com/office/officeart/2009/3/layout/HorizontalOrganizationChart"/>
    <dgm:cxn modelId="{E16A62E0-B14D-4D58-9A87-CE55552C0EAB}" type="presParOf" srcId="{FD0E1B49-E5EE-4926-A186-90D6526C60ED}" destId="{14499547-0EB7-42F5-B6B2-F6A32593C1DD}" srcOrd="1" destOrd="0" presId="urn:microsoft.com/office/officeart/2009/3/layout/HorizontalOrganizationChart"/>
    <dgm:cxn modelId="{34BACF41-2A9D-43DB-AC09-4C8589841920}" type="presParOf" srcId="{14499547-0EB7-42F5-B6B2-F6A32593C1DD}" destId="{88D280F0-B9C8-44DC-AB92-C11432BC4169}" srcOrd="0" destOrd="0" presId="urn:microsoft.com/office/officeart/2009/3/layout/HorizontalOrganizationChart"/>
    <dgm:cxn modelId="{38CC599F-4E45-45E3-ABCD-A4799BF41669}" type="presParOf" srcId="{88D280F0-B9C8-44DC-AB92-C11432BC4169}" destId="{EC393624-98A2-4AF9-9CBE-7A83422CA36E}" srcOrd="0" destOrd="0" presId="urn:microsoft.com/office/officeart/2009/3/layout/HorizontalOrganizationChart"/>
    <dgm:cxn modelId="{4FFDABDB-B689-4852-A96A-0ECF55AE4453}" type="presParOf" srcId="{88D280F0-B9C8-44DC-AB92-C11432BC4169}" destId="{8229B903-FC9E-4692-AFD9-E0A19FDB0834}" srcOrd="1" destOrd="0" presId="urn:microsoft.com/office/officeart/2009/3/layout/HorizontalOrganizationChart"/>
    <dgm:cxn modelId="{A0FE4514-7F56-497D-9608-3D9C62F6B49B}" type="presParOf" srcId="{14499547-0EB7-42F5-B6B2-F6A32593C1DD}" destId="{2F64FEDD-3F92-4BC7-A9AD-415D89E92FB7}" srcOrd="1" destOrd="0" presId="urn:microsoft.com/office/officeart/2009/3/layout/HorizontalOrganizationChart"/>
    <dgm:cxn modelId="{54AEF493-B6A0-4E07-9FE4-3CD18EC4B6AD}" type="presParOf" srcId="{14499547-0EB7-42F5-B6B2-F6A32593C1DD}" destId="{FF139127-8D93-491F-B660-14672A483C9F}" srcOrd="2" destOrd="0" presId="urn:microsoft.com/office/officeart/2009/3/layout/HorizontalOrganizationChart"/>
    <dgm:cxn modelId="{C9F7D62D-EFEC-4D82-A0DE-CEBAD789089E}" type="presParOf" srcId="{35FF6C1E-5002-426A-9640-0B274A9DA528}" destId="{30381262-A4DF-4424-B56B-7615C0487BFC}" srcOrd="2" destOrd="0" presId="urn:microsoft.com/office/officeart/2009/3/layout/HorizontalOrganizationChart"/>
    <dgm:cxn modelId="{2CDAAC58-C90A-479C-8897-2A888B1A3830}" type="presParOf" srcId="{005727B7-F5D8-40AC-B994-95306D7FE34A}" destId="{3ADE87C6-B86D-4B43-BDE7-3C765BDDFBB2}"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8BB3D5-8048-48AB-8761-75FB6AC5E414}"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zh-CN" altLang="en-US"/>
        </a:p>
      </dgm:t>
    </dgm:pt>
    <dgm:pt modelId="{918DC7FA-0AF0-4B75-B2CF-A2BFD2FA4976}">
      <dgm:prSet phldrT="[文本]" custT="1">
        <dgm:style>
          <a:lnRef idx="3">
            <a:schemeClr val="lt1"/>
          </a:lnRef>
          <a:fillRef idx="1">
            <a:schemeClr val="accent2"/>
          </a:fillRef>
          <a:effectRef idx="1">
            <a:schemeClr val="accent2"/>
          </a:effectRef>
          <a:fontRef idx="minor">
            <a:schemeClr val="lt1"/>
          </a:fontRef>
        </dgm:style>
      </dgm:prSet>
      <dgm:spPr/>
      <dgm:t>
        <a:bodyPr/>
        <a:lstStyle/>
        <a:p>
          <a:r>
            <a:rPr lang="en-US" altLang="zh-CN" sz="2000" dirty="0">
              <a:solidFill>
                <a:schemeClr val="bg1"/>
              </a:solidFill>
            </a:rPr>
            <a:t>P</a:t>
          </a:r>
          <a:endParaRPr lang="zh-CN" altLang="en-US" sz="2000" dirty="0">
            <a:solidFill>
              <a:schemeClr val="bg1"/>
            </a:solidFill>
          </a:endParaRPr>
        </a:p>
      </dgm:t>
    </dgm:pt>
    <dgm:pt modelId="{AF19C7DA-2902-463D-883F-7436AD1C02F9}" type="parTrans" cxnId="{55C33312-B0FF-47EC-9979-5B014D92CB91}">
      <dgm:prSet/>
      <dgm:spPr/>
      <dgm:t>
        <a:bodyPr/>
        <a:lstStyle/>
        <a:p>
          <a:endParaRPr lang="zh-CN" altLang="en-US" sz="2000"/>
        </a:p>
      </dgm:t>
    </dgm:pt>
    <dgm:pt modelId="{D6C2EC4C-3DA2-4842-97FA-187F30653122}" type="sibTrans" cxnId="{55C33312-B0FF-47EC-9979-5B014D92CB91}">
      <dgm:prSet/>
      <dgm:spPr/>
      <dgm:t>
        <a:bodyPr/>
        <a:lstStyle/>
        <a:p>
          <a:endParaRPr lang="zh-CN" altLang="en-US" sz="2000"/>
        </a:p>
      </dgm:t>
    </dgm:pt>
    <dgm:pt modelId="{8AA77F0E-3D99-47E1-8DFF-FA820D55B038}">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a, x</a:t>
          </a:r>
          <a:endParaRPr lang="zh-CN" altLang="en-US" sz="2000" dirty="0"/>
        </a:p>
      </dgm:t>
    </dgm:pt>
    <dgm:pt modelId="{CF0BF597-8E4C-42FE-B0D5-09264138D948}" type="parTrans" cxnId="{462DAF9D-E6AA-4A8C-B800-D7B2703F4880}">
      <dgm:prSet/>
      <dgm:spPr/>
      <dgm:t>
        <a:bodyPr/>
        <a:lstStyle/>
        <a:p>
          <a:endParaRPr lang="zh-CN" altLang="en-US" sz="2000"/>
        </a:p>
      </dgm:t>
    </dgm:pt>
    <dgm:pt modelId="{960F19C2-C061-4BBF-A04F-9781027C4985}" type="sibTrans" cxnId="{462DAF9D-E6AA-4A8C-B800-D7B2703F4880}">
      <dgm:prSet/>
      <dgm:spPr/>
      <dgm:t>
        <a:bodyPr/>
        <a:lstStyle/>
        <a:p>
          <a:endParaRPr lang="zh-CN" altLang="en-US" sz="2000"/>
        </a:p>
      </dgm:t>
    </dgm:pt>
    <dgm:pt modelId="{2DE5D546-A890-47CD-8283-DF110994CB41}">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Q</a:t>
          </a:r>
          <a:endParaRPr lang="zh-CN" altLang="en-US" sz="2000" dirty="0"/>
        </a:p>
      </dgm:t>
    </dgm:pt>
    <dgm:pt modelId="{9F36D6EF-EC35-4CB7-81A3-5C2E0F087AED}" type="parTrans" cxnId="{6A5988DB-3697-4768-94C4-6D86BF8BF6FA}">
      <dgm:prSet/>
      <dgm:spPr/>
      <dgm:t>
        <a:bodyPr/>
        <a:lstStyle/>
        <a:p>
          <a:endParaRPr lang="zh-CN" altLang="en-US" sz="2000"/>
        </a:p>
      </dgm:t>
    </dgm:pt>
    <dgm:pt modelId="{7F4ED1DB-2C2C-466C-8084-381BAC34D807}" type="sibTrans" cxnId="{6A5988DB-3697-4768-94C4-6D86BF8BF6FA}">
      <dgm:prSet/>
      <dgm:spPr/>
      <dgm:t>
        <a:bodyPr/>
        <a:lstStyle/>
        <a:p>
          <a:endParaRPr lang="zh-CN" altLang="en-US" sz="2000"/>
        </a:p>
      </dgm:t>
    </dgm:pt>
    <dgm:pt modelId="{5A70C0C9-6854-48B7-AF2D-F0309F035D9B}">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S</a:t>
          </a:r>
          <a:endParaRPr lang="zh-CN" altLang="en-US" sz="2000" dirty="0"/>
        </a:p>
      </dgm:t>
    </dgm:pt>
    <dgm:pt modelId="{E60213E8-E36E-44F6-AEBC-9C446582FF69}" type="parTrans" cxnId="{A09ADFD3-9789-4015-AB55-A6DAB03CF22E}">
      <dgm:prSet/>
      <dgm:spPr/>
      <dgm:t>
        <a:bodyPr/>
        <a:lstStyle/>
        <a:p>
          <a:endParaRPr lang="zh-CN" altLang="en-US" sz="2000"/>
        </a:p>
      </dgm:t>
    </dgm:pt>
    <dgm:pt modelId="{E121C98C-23CF-4157-98DC-EB570D9C1948}" type="sibTrans" cxnId="{A09ADFD3-9789-4015-AB55-A6DAB03CF22E}">
      <dgm:prSet/>
      <dgm:spPr/>
      <dgm:t>
        <a:bodyPr/>
        <a:lstStyle/>
        <a:p>
          <a:endParaRPr lang="zh-CN" altLang="en-US" sz="2000"/>
        </a:p>
      </dgm:t>
    </dgm:pt>
    <dgm:pt modelId="{035A7AC7-85A6-4A41-A6D6-C9FA5ADACF4B}">
      <dgm:prSet phldrT="[文本]" custT="1"/>
      <dgm:spPr/>
      <dgm:t>
        <a:bodyPr/>
        <a:lstStyle/>
        <a:p>
          <a:r>
            <a:rPr lang="en-US" altLang="zh-CN" sz="2000" dirty="0"/>
            <a:t>b</a:t>
          </a:r>
          <a:endParaRPr lang="zh-CN" altLang="en-US" sz="2000" dirty="0"/>
        </a:p>
      </dgm:t>
    </dgm:pt>
    <dgm:pt modelId="{122F36AD-2D2D-419C-8124-016F29D96226}" type="parTrans" cxnId="{6DC89251-D0C4-4BEF-9621-E06E97B34BF6}">
      <dgm:prSet/>
      <dgm:spPr/>
      <dgm:t>
        <a:bodyPr/>
        <a:lstStyle/>
        <a:p>
          <a:endParaRPr lang="zh-CN" altLang="en-US" sz="2000"/>
        </a:p>
      </dgm:t>
    </dgm:pt>
    <dgm:pt modelId="{E716DF01-B3A8-43A9-A487-3CEA9B4FAB85}" type="sibTrans" cxnId="{6DC89251-D0C4-4BEF-9621-E06E97B34BF6}">
      <dgm:prSet/>
      <dgm:spPr/>
      <dgm:t>
        <a:bodyPr/>
        <a:lstStyle/>
        <a:p>
          <a:endParaRPr lang="zh-CN" altLang="en-US" sz="2000"/>
        </a:p>
      </dgm:t>
    </dgm:pt>
    <dgm:pt modelId="{42C5FA19-8882-44C4-A556-13BFB0A87210}">
      <dgm:prSet phldrT="[文本]" custT="1"/>
      <dgm:spPr/>
      <dgm:t>
        <a:bodyPr/>
        <a:lstStyle/>
        <a:p>
          <a:r>
            <a:rPr lang="en-US" altLang="zh-CN" sz="2000" dirty="0" err="1"/>
            <a:t>i</a:t>
          </a:r>
          <a:endParaRPr lang="zh-CN" altLang="en-US" sz="2000" dirty="0"/>
        </a:p>
      </dgm:t>
    </dgm:pt>
    <dgm:pt modelId="{BA4B481A-135F-45D4-AE53-2E53AE4163E9}" type="parTrans" cxnId="{3079CDD9-5725-4D54-AFB6-E0F7773BFA12}">
      <dgm:prSet/>
      <dgm:spPr/>
      <dgm:t>
        <a:bodyPr/>
        <a:lstStyle/>
        <a:p>
          <a:endParaRPr lang="zh-CN" altLang="en-US" sz="2000"/>
        </a:p>
      </dgm:t>
    </dgm:pt>
    <dgm:pt modelId="{E103DADF-2A2A-46E7-B366-3148AAC79B35}" type="sibTrans" cxnId="{3079CDD9-5725-4D54-AFB6-E0F7773BFA12}">
      <dgm:prSet/>
      <dgm:spPr/>
      <dgm:t>
        <a:bodyPr/>
        <a:lstStyle/>
        <a:p>
          <a:endParaRPr lang="zh-CN" altLang="en-US" sz="2000"/>
        </a:p>
      </dgm:t>
    </dgm:pt>
    <dgm:pt modelId="{386EFA8D-9045-4489-8275-9DE92635BA02}">
      <dgm:prSet phldrT="[文本]" custT="1"/>
      <dgm:spPr/>
      <dgm:t>
        <a:bodyPr/>
        <a:lstStyle/>
        <a:p>
          <a:r>
            <a:rPr lang="en-US" altLang="zh-CN" sz="2000" dirty="0"/>
            <a:t>R</a:t>
          </a:r>
          <a:endParaRPr lang="zh-CN" altLang="en-US" sz="2000" dirty="0"/>
        </a:p>
      </dgm:t>
    </dgm:pt>
    <dgm:pt modelId="{EFA5248A-6348-4126-AA0A-2B5CA29D0397}" type="parTrans" cxnId="{90DB9C50-E393-4035-921A-541FEDF4362A}">
      <dgm:prSet/>
      <dgm:spPr/>
      <dgm:t>
        <a:bodyPr/>
        <a:lstStyle/>
        <a:p>
          <a:endParaRPr lang="zh-CN" altLang="en-US" sz="2000"/>
        </a:p>
      </dgm:t>
    </dgm:pt>
    <dgm:pt modelId="{FF5D8A68-7445-4190-94D8-61E819A918A1}" type="sibTrans" cxnId="{90DB9C50-E393-4035-921A-541FEDF4362A}">
      <dgm:prSet/>
      <dgm:spPr/>
      <dgm:t>
        <a:bodyPr/>
        <a:lstStyle/>
        <a:p>
          <a:endParaRPr lang="zh-CN" altLang="en-US" sz="2000"/>
        </a:p>
      </dgm:t>
    </dgm:pt>
    <dgm:pt modelId="{06DF3652-1039-4149-B00E-6C90EF9AC1AE}">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u, v</a:t>
          </a:r>
          <a:endParaRPr lang="zh-CN" altLang="en-US" sz="2000" dirty="0"/>
        </a:p>
      </dgm:t>
    </dgm:pt>
    <dgm:pt modelId="{0A159D68-383D-4D6A-B08A-3AA90879F71F}" type="parTrans" cxnId="{5E0D851D-E15E-402E-85D7-A74F0713A53C}">
      <dgm:prSet/>
      <dgm:spPr/>
      <dgm:t>
        <a:bodyPr/>
        <a:lstStyle/>
        <a:p>
          <a:endParaRPr lang="zh-CN" altLang="en-US" sz="2000"/>
        </a:p>
      </dgm:t>
    </dgm:pt>
    <dgm:pt modelId="{8E9A9D76-1678-4755-B039-74FAA1B274C0}" type="sibTrans" cxnId="{5E0D851D-E15E-402E-85D7-A74F0713A53C}">
      <dgm:prSet/>
      <dgm:spPr/>
      <dgm:t>
        <a:bodyPr/>
        <a:lstStyle/>
        <a:p>
          <a:endParaRPr lang="zh-CN" altLang="en-US" sz="2000"/>
        </a:p>
      </dgm:t>
    </dgm:pt>
    <dgm:pt modelId="{7DE49922-49A2-415B-9C2C-6E86041CABD1}">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c, d</a:t>
          </a:r>
          <a:endParaRPr lang="zh-CN" altLang="en-US" sz="2000" dirty="0"/>
        </a:p>
      </dgm:t>
    </dgm:pt>
    <dgm:pt modelId="{E62457E9-CA7B-42D8-A0C3-30359A363279}" type="parTrans" cxnId="{8965FA5C-B72E-49A5-8D9E-294BD1DFA945}">
      <dgm:prSet/>
      <dgm:spPr/>
      <dgm:t>
        <a:bodyPr/>
        <a:lstStyle/>
        <a:p>
          <a:endParaRPr lang="zh-CN" altLang="en-US" sz="2000"/>
        </a:p>
      </dgm:t>
    </dgm:pt>
    <dgm:pt modelId="{8FA87B90-3164-4F98-9DAF-05B48C556370}" type="sibTrans" cxnId="{8965FA5C-B72E-49A5-8D9E-294BD1DFA945}">
      <dgm:prSet/>
      <dgm:spPr/>
      <dgm:t>
        <a:bodyPr/>
        <a:lstStyle/>
        <a:p>
          <a:endParaRPr lang="zh-CN" altLang="en-US" sz="2000"/>
        </a:p>
      </dgm:t>
    </dgm:pt>
    <dgm:pt modelId="{6250F3CA-3155-4342-BACF-9A4786DFFD82}">
      <dgm:prSet phldrT="[文本]" custT="1">
        <dgm:style>
          <a:lnRef idx="3">
            <a:schemeClr val="lt1"/>
          </a:lnRef>
          <a:fillRef idx="1">
            <a:schemeClr val="accent3"/>
          </a:fillRef>
          <a:effectRef idx="1">
            <a:schemeClr val="accent3"/>
          </a:effectRef>
          <a:fontRef idx="minor">
            <a:schemeClr val="lt1"/>
          </a:fontRef>
        </dgm:style>
      </dgm:prSet>
      <dgm:spPr/>
      <dgm:t>
        <a:bodyPr/>
        <a:lstStyle/>
        <a:p>
          <a:r>
            <a:rPr lang="en-US" altLang="zh-CN" sz="2000" dirty="0"/>
            <a:t>c, </a:t>
          </a:r>
          <a:r>
            <a:rPr lang="en-US" altLang="zh-CN" sz="2000" dirty="0" err="1"/>
            <a:t>i</a:t>
          </a:r>
          <a:endParaRPr lang="zh-CN" altLang="en-US" sz="2000" dirty="0"/>
        </a:p>
      </dgm:t>
    </dgm:pt>
    <dgm:pt modelId="{1B137B7B-7642-4AEA-B68C-D306051DD986}" type="parTrans" cxnId="{7DF5A015-843D-4237-99B8-DB81DE8A085A}">
      <dgm:prSet/>
      <dgm:spPr/>
      <dgm:t>
        <a:bodyPr/>
        <a:lstStyle/>
        <a:p>
          <a:endParaRPr lang="zh-CN" altLang="en-US" sz="2000"/>
        </a:p>
      </dgm:t>
    </dgm:pt>
    <dgm:pt modelId="{6CE503C0-FC69-4617-A35C-7624F37EA649}" type="sibTrans" cxnId="{7DF5A015-843D-4237-99B8-DB81DE8A085A}">
      <dgm:prSet/>
      <dgm:spPr/>
      <dgm:t>
        <a:bodyPr/>
        <a:lstStyle/>
        <a:p>
          <a:endParaRPr lang="zh-CN" altLang="en-US" sz="2000"/>
        </a:p>
      </dgm:t>
    </dgm:pt>
    <dgm:pt modelId="{F2FF0580-E018-4668-92C2-41D7BBF87420}" type="pres">
      <dgm:prSet presAssocID="{ED8BB3D5-8048-48AB-8761-75FB6AC5E414}" presName="hierChild1" presStyleCnt="0">
        <dgm:presLayoutVars>
          <dgm:orgChart val="1"/>
          <dgm:chPref val="1"/>
          <dgm:dir/>
          <dgm:animOne val="branch"/>
          <dgm:animLvl val="lvl"/>
          <dgm:resizeHandles/>
        </dgm:presLayoutVars>
      </dgm:prSet>
      <dgm:spPr/>
    </dgm:pt>
    <dgm:pt modelId="{005727B7-F5D8-40AC-B994-95306D7FE34A}" type="pres">
      <dgm:prSet presAssocID="{918DC7FA-0AF0-4B75-B2CF-A2BFD2FA4976}" presName="hierRoot1" presStyleCnt="0">
        <dgm:presLayoutVars>
          <dgm:hierBranch val="init"/>
        </dgm:presLayoutVars>
      </dgm:prSet>
      <dgm:spPr/>
    </dgm:pt>
    <dgm:pt modelId="{56447085-996C-4D3D-AA8B-76AA5784C550}" type="pres">
      <dgm:prSet presAssocID="{918DC7FA-0AF0-4B75-B2CF-A2BFD2FA4976}" presName="rootComposite1" presStyleCnt="0"/>
      <dgm:spPr/>
    </dgm:pt>
    <dgm:pt modelId="{81DCB430-9FB7-4EE2-88F3-764BC6AC03B4}" type="pres">
      <dgm:prSet presAssocID="{918DC7FA-0AF0-4B75-B2CF-A2BFD2FA4976}" presName="rootText1" presStyleLbl="node0" presStyleIdx="0" presStyleCnt="1" custScaleX="110156" custScaleY="1558770">
        <dgm:presLayoutVars>
          <dgm:chPref val="3"/>
        </dgm:presLayoutVars>
      </dgm:prSet>
      <dgm:spPr/>
    </dgm:pt>
    <dgm:pt modelId="{86C27E31-2F9C-47B3-A34B-28267D3E7A01}" type="pres">
      <dgm:prSet presAssocID="{918DC7FA-0AF0-4B75-B2CF-A2BFD2FA4976}" presName="rootConnector1" presStyleLbl="node1" presStyleIdx="0" presStyleCnt="0"/>
      <dgm:spPr/>
    </dgm:pt>
    <dgm:pt modelId="{243D5310-11A5-4DE1-A109-78FC57704E51}" type="pres">
      <dgm:prSet presAssocID="{918DC7FA-0AF0-4B75-B2CF-A2BFD2FA4976}" presName="hierChild2" presStyleCnt="0"/>
      <dgm:spPr/>
    </dgm:pt>
    <dgm:pt modelId="{5B37E1BF-2E05-4C6B-AC01-42A8EE4CD08C}" type="pres">
      <dgm:prSet presAssocID="{CF0BF597-8E4C-42FE-B0D5-09264138D948}" presName="Name64" presStyleLbl="parChTrans1D2" presStyleIdx="0" presStyleCnt="3"/>
      <dgm:spPr/>
    </dgm:pt>
    <dgm:pt modelId="{8EE1CF70-30CE-41E8-B0D1-39127BE4BB74}" type="pres">
      <dgm:prSet presAssocID="{8AA77F0E-3D99-47E1-8DFF-FA820D55B038}" presName="hierRoot2" presStyleCnt="0">
        <dgm:presLayoutVars>
          <dgm:hierBranch val="init"/>
        </dgm:presLayoutVars>
      </dgm:prSet>
      <dgm:spPr/>
    </dgm:pt>
    <dgm:pt modelId="{9813875A-178B-414D-BEAD-7CA98B6FC8D0}" type="pres">
      <dgm:prSet presAssocID="{8AA77F0E-3D99-47E1-8DFF-FA820D55B038}" presName="rootComposite" presStyleCnt="0"/>
      <dgm:spPr/>
    </dgm:pt>
    <dgm:pt modelId="{B5EA670C-BC02-46EF-81DA-CCB1410A2777}" type="pres">
      <dgm:prSet presAssocID="{8AA77F0E-3D99-47E1-8DFF-FA820D55B038}" presName="rootText" presStyleLbl="node2" presStyleIdx="0" presStyleCnt="3" custScaleX="110156" custScaleY="219827">
        <dgm:presLayoutVars>
          <dgm:chPref val="3"/>
        </dgm:presLayoutVars>
      </dgm:prSet>
      <dgm:spPr/>
    </dgm:pt>
    <dgm:pt modelId="{6D632904-E37B-4684-984E-9285E1FF3571}" type="pres">
      <dgm:prSet presAssocID="{8AA77F0E-3D99-47E1-8DFF-FA820D55B038}" presName="rootConnector" presStyleLbl="node2" presStyleIdx="0" presStyleCnt="3"/>
      <dgm:spPr/>
    </dgm:pt>
    <dgm:pt modelId="{34F993FE-D62F-42EC-9BD8-5A8A21AE1502}" type="pres">
      <dgm:prSet presAssocID="{8AA77F0E-3D99-47E1-8DFF-FA820D55B038}" presName="hierChild4" presStyleCnt="0"/>
      <dgm:spPr/>
    </dgm:pt>
    <dgm:pt modelId="{C58095A1-B5B4-43F6-ABB6-F7B85AFB6B7D}" type="pres">
      <dgm:prSet presAssocID="{8AA77F0E-3D99-47E1-8DFF-FA820D55B038}" presName="hierChild5" presStyleCnt="0"/>
      <dgm:spPr/>
    </dgm:pt>
    <dgm:pt modelId="{F77C9366-75DD-43C5-BDE7-BA2D7CD1AFE8}" type="pres">
      <dgm:prSet presAssocID="{9F36D6EF-EC35-4CB7-81A3-5C2E0F087AED}" presName="Name64" presStyleLbl="parChTrans1D2" presStyleIdx="1" presStyleCnt="3"/>
      <dgm:spPr/>
    </dgm:pt>
    <dgm:pt modelId="{06381912-8CEE-4924-8ECA-3F3C5DB97E5E}" type="pres">
      <dgm:prSet presAssocID="{2DE5D546-A890-47CD-8283-DF110994CB41}" presName="hierRoot2" presStyleCnt="0">
        <dgm:presLayoutVars>
          <dgm:hierBranch val="init"/>
        </dgm:presLayoutVars>
      </dgm:prSet>
      <dgm:spPr/>
    </dgm:pt>
    <dgm:pt modelId="{4708BF89-359F-4EF2-B093-62AC79E49A29}" type="pres">
      <dgm:prSet presAssocID="{2DE5D546-A890-47CD-8283-DF110994CB41}" presName="rootComposite" presStyleCnt="0"/>
      <dgm:spPr/>
    </dgm:pt>
    <dgm:pt modelId="{3A6A72AE-75FC-4204-8F47-4C9B8D2126D1}" type="pres">
      <dgm:prSet presAssocID="{2DE5D546-A890-47CD-8283-DF110994CB41}" presName="rootText" presStyleLbl="node2" presStyleIdx="1" presStyleCnt="3" custScaleX="110156" custScaleY="1019196">
        <dgm:presLayoutVars>
          <dgm:chPref val="3"/>
        </dgm:presLayoutVars>
      </dgm:prSet>
      <dgm:spPr/>
    </dgm:pt>
    <dgm:pt modelId="{7751B55B-9932-4730-97BA-90C636418B69}" type="pres">
      <dgm:prSet presAssocID="{2DE5D546-A890-47CD-8283-DF110994CB41}" presName="rootConnector" presStyleLbl="node2" presStyleIdx="1" presStyleCnt="3"/>
      <dgm:spPr/>
    </dgm:pt>
    <dgm:pt modelId="{35A5B7BC-6388-445B-9E4B-5F838A86189B}" type="pres">
      <dgm:prSet presAssocID="{2DE5D546-A890-47CD-8283-DF110994CB41}" presName="hierChild4" presStyleCnt="0"/>
      <dgm:spPr/>
    </dgm:pt>
    <dgm:pt modelId="{62B32374-3183-47F2-A241-D3FBC0CCC237}" type="pres">
      <dgm:prSet presAssocID="{122F36AD-2D2D-419C-8124-016F29D96226}" presName="Name64" presStyleLbl="parChTrans1D3" presStyleIdx="0" presStyleCnt="4"/>
      <dgm:spPr/>
    </dgm:pt>
    <dgm:pt modelId="{3DEB83A7-2BCC-4DA9-8653-93FFC406EACC}" type="pres">
      <dgm:prSet presAssocID="{035A7AC7-85A6-4A41-A6D6-C9FA5ADACF4B}" presName="hierRoot2" presStyleCnt="0">
        <dgm:presLayoutVars>
          <dgm:hierBranch val="init"/>
        </dgm:presLayoutVars>
      </dgm:prSet>
      <dgm:spPr/>
    </dgm:pt>
    <dgm:pt modelId="{F674B7EE-BF32-4259-9633-2D279103B5EE}" type="pres">
      <dgm:prSet presAssocID="{035A7AC7-85A6-4A41-A6D6-C9FA5ADACF4B}" presName="rootComposite" presStyleCnt="0"/>
      <dgm:spPr/>
    </dgm:pt>
    <dgm:pt modelId="{237B9E37-BB5D-4D1F-A3E1-382E039123EB}" type="pres">
      <dgm:prSet presAssocID="{035A7AC7-85A6-4A41-A6D6-C9FA5ADACF4B}" presName="rootText" presStyleLbl="node3" presStyleIdx="0" presStyleCnt="4" custScaleX="110156" custScaleY="219827">
        <dgm:presLayoutVars>
          <dgm:chPref val="3"/>
        </dgm:presLayoutVars>
      </dgm:prSet>
      <dgm:spPr/>
    </dgm:pt>
    <dgm:pt modelId="{D780B47E-A379-426D-AABC-440025693D35}" type="pres">
      <dgm:prSet presAssocID="{035A7AC7-85A6-4A41-A6D6-C9FA5ADACF4B}" presName="rootConnector" presStyleLbl="node3" presStyleIdx="0" presStyleCnt="4"/>
      <dgm:spPr/>
    </dgm:pt>
    <dgm:pt modelId="{8B69DF59-CEDC-41A3-BB31-530AA24B38D0}" type="pres">
      <dgm:prSet presAssocID="{035A7AC7-85A6-4A41-A6D6-C9FA5ADACF4B}" presName="hierChild4" presStyleCnt="0"/>
      <dgm:spPr/>
    </dgm:pt>
    <dgm:pt modelId="{B89E825F-7C20-41C4-AFF6-0B616EE31148}" type="pres">
      <dgm:prSet presAssocID="{035A7AC7-85A6-4A41-A6D6-C9FA5ADACF4B}" presName="hierChild5" presStyleCnt="0"/>
      <dgm:spPr/>
    </dgm:pt>
    <dgm:pt modelId="{CDD1D1D1-83FA-419C-8D42-2B99B237CD83}" type="pres">
      <dgm:prSet presAssocID="{BA4B481A-135F-45D4-AE53-2E53AE4163E9}" presName="Name64" presStyleLbl="parChTrans1D3" presStyleIdx="1" presStyleCnt="4"/>
      <dgm:spPr/>
    </dgm:pt>
    <dgm:pt modelId="{A0FEAA78-5CAC-4047-8DDE-7813FA42FF99}" type="pres">
      <dgm:prSet presAssocID="{42C5FA19-8882-44C4-A556-13BFB0A87210}" presName="hierRoot2" presStyleCnt="0">
        <dgm:presLayoutVars>
          <dgm:hierBranch val="init"/>
        </dgm:presLayoutVars>
      </dgm:prSet>
      <dgm:spPr/>
    </dgm:pt>
    <dgm:pt modelId="{2B127B5D-34BD-49F0-A03E-AC74E5FB5BC2}" type="pres">
      <dgm:prSet presAssocID="{42C5FA19-8882-44C4-A556-13BFB0A87210}" presName="rootComposite" presStyleCnt="0"/>
      <dgm:spPr/>
    </dgm:pt>
    <dgm:pt modelId="{5335E1C5-BE2C-4030-86AC-794100F4765D}" type="pres">
      <dgm:prSet presAssocID="{42C5FA19-8882-44C4-A556-13BFB0A87210}" presName="rootText" presStyleLbl="node3" presStyleIdx="1" presStyleCnt="4" custScaleX="110156" custScaleY="219827">
        <dgm:presLayoutVars>
          <dgm:chPref val="3"/>
        </dgm:presLayoutVars>
      </dgm:prSet>
      <dgm:spPr/>
    </dgm:pt>
    <dgm:pt modelId="{A51FFDCD-824D-4316-A684-08B29F908458}" type="pres">
      <dgm:prSet presAssocID="{42C5FA19-8882-44C4-A556-13BFB0A87210}" presName="rootConnector" presStyleLbl="node3" presStyleIdx="1" presStyleCnt="4"/>
      <dgm:spPr/>
    </dgm:pt>
    <dgm:pt modelId="{5A7B72EE-CC98-4983-AF29-4AF819DAA58E}" type="pres">
      <dgm:prSet presAssocID="{42C5FA19-8882-44C4-A556-13BFB0A87210}" presName="hierChild4" presStyleCnt="0"/>
      <dgm:spPr/>
    </dgm:pt>
    <dgm:pt modelId="{56C30B26-8289-4F45-8B19-A16E0DCE86E9}" type="pres">
      <dgm:prSet presAssocID="{42C5FA19-8882-44C4-A556-13BFB0A87210}" presName="hierChild5" presStyleCnt="0"/>
      <dgm:spPr/>
    </dgm:pt>
    <dgm:pt modelId="{D5CBC433-8AF9-4B5D-8D75-8824B4986B30}" type="pres">
      <dgm:prSet presAssocID="{EFA5248A-6348-4126-AA0A-2B5CA29D0397}" presName="Name64" presStyleLbl="parChTrans1D3" presStyleIdx="2" presStyleCnt="4"/>
      <dgm:spPr/>
    </dgm:pt>
    <dgm:pt modelId="{B2E36B8D-10F9-4CD6-8162-EDEFC96411E7}" type="pres">
      <dgm:prSet presAssocID="{386EFA8D-9045-4489-8275-9DE92635BA02}" presName="hierRoot2" presStyleCnt="0">
        <dgm:presLayoutVars>
          <dgm:hierBranch val="init"/>
        </dgm:presLayoutVars>
      </dgm:prSet>
      <dgm:spPr/>
    </dgm:pt>
    <dgm:pt modelId="{E8D2C9EC-40EF-4983-BAD0-9C857173FCAF}" type="pres">
      <dgm:prSet presAssocID="{386EFA8D-9045-4489-8275-9DE92635BA02}" presName="rootComposite" presStyleCnt="0"/>
      <dgm:spPr/>
    </dgm:pt>
    <dgm:pt modelId="{600B61BF-0F19-4F47-8858-0D123EF976CB}" type="pres">
      <dgm:prSet presAssocID="{386EFA8D-9045-4489-8275-9DE92635BA02}" presName="rootText" presStyleLbl="node3" presStyleIdx="2" presStyleCnt="4" custScaleX="110156" custScaleY="479622">
        <dgm:presLayoutVars>
          <dgm:chPref val="3"/>
        </dgm:presLayoutVars>
      </dgm:prSet>
      <dgm:spPr/>
    </dgm:pt>
    <dgm:pt modelId="{5193ACEF-C53C-4837-A784-C966B379FC82}" type="pres">
      <dgm:prSet presAssocID="{386EFA8D-9045-4489-8275-9DE92635BA02}" presName="rootConnector" presStyleLbl="node3" presStyleIdx="2" presStyleCnt="4"/>
      <dgm:spPr/>
    </dgm:pt>
    <dgm:pt modelId="{98008CF2-5A2B-4642-8E3B-2979185E2B4B}" type="pres">
      <dgm:prSet presAssocID="{386EFA8D-9045-4489-8275-9DE92635BA02}" presName="hierChild4" presStyleCnt="0"/>
      <dgm:spPr/>
    </dgm:pt>
    <dgm:pt modelId="{F44DB776-BD48-417E-95FE-4CF2B482D68C}" type="pres">
      <dgm:prSet presAssocID="{0A159D68-383D-4D6A-B08A-3AA90879F71F}" presName="Name64" presStyleLbl="parChTrans1D4" presStyleIdx="0" presStyleCnt="2"/>
      <dgm:spPr/>
    </dgm:pt>
    <dgm:pt modelId="{969279B9-44A8-4874-ACF0-7CBC388E115B}" type="pres">
      <dgm:prSet presAssocID="{06DF3652-1039-4149-B00E-6C90EF9AC1AE}" presName="hierRoot2" presStyleCnt="0">
        <dgm:presLayoutVars>
          <dgm:hierBranch val="init"/>
        </dgm:presLayoutVars>
      </dgm:prSet>
      <dgm:spPr/>
    </dgm:pt>
    <dgm:pt modelId="{9070064F-6AC4-4D7B-8FC0-37EF2C1439DC}" type="pres">
      <dgm:prSet presAssocID="{06DF3652-1039-4149-B00E-6C90EF9AC1AE}" presName="rootComposite" presStyleCnt="0"/>
      <dgm:spPr/>
    </dgm:pt>
    <dgm:pt modelId="{84A376F7-6F8B-4FAB-B776-982C34CBDE06}" type="pres">
      <dgm:prSet presAssocID="{06DF3652-1039-4149-B00E-6C90EF9AC1AE}" presName="rootText" presStyleLbl="node4" presStyleIdx="0" presStyleCnt="2" custScaleX="110156" custScaleY="219827">
        <dgm:presLayoutVars>
          <dgm:chPref val="3"/>
        </dgm:presLayoutVars>
      </dgm:prSet>
      <dgm:spPr/>
    </dgm:pt>
    <dgm:pt modelId="{0A7258F8-6DB7-4C8F-83F5-37AFA22BBA6D}" type="pres">
      <dgm:prSet presAssocID="{06DF3652-1039-4149-B00E-6C90EF9AC1AE}" presName="rootConnector" presStyleLbl="node4" presStyleIdx="0" presStyleCnt="2"/>
      <dgm:spPr/>
    </dgm:pt>
    <dgm:pt modelId="{C162B121-DE85-4732-B839-1F84356B59A6}" type="pres">
      <dgm:prSet presAssocID="{06DF3652-1039-4149-B00E-6C90EF9AC1AE}" presName="hierChild4" presStyleCnt="0"/>
      <dgm:spPr/>
    </dgm:pt>
    <dgm:pt modelId="{F07F4CB6-43CA-41D9-8331-A04BC2CFD233}" type="pres">
      <dgm:prSet presAssocID="{06DF3652-1039-4149-B00E-6C90EF9AC1AE}" presName="hierChild5" presStyleCnt="0"/>
      <dgm:spPr/>
    </dgm:pt>
    <dgm:pt modelId="{5D528C50-DE38-4099-9EAC-4D454C934301}" type="pres">
      <dgm:prSet presAssocID="{E62457E9-CA7B-42D8-A0C3-30359A363279}" presName="Name64" presStyleLbl="parChTrans1D4" presStyleIdx="1" presStyleCnt="2"/>
      <dgm:spPr/>
    </dgm:pt>
    <dgm:pt modelId="{583B0DBA-5A9B-49D7-B149-10FEA8FC2DA7}" type="pres">
      <dgm:prSet presAssocID="{7DE49922-49A2-415B-9C2C-6E86041CABD1}" presName="hierRoot2" presStyleCnt="0">
        <dgm:presLayoutVars>
          <dgm:hierBranch val="init"/>
        </dgm:presLayoutVars>
      </dgm:prSet>
      <dgm:spPr/>
    </dgm:pt>
    <dgm:pt modelId="{FFD8E6D8-4C6D-4F5C-AB68-E1B6863AEA81}" type="pres">
      <dgm:prSet presAssocID="{7DE49922-49A2-415B-9C2C-6E86041CABD1}" presName="rootComposite" presStyleCnt="0"/>
      <dgm:spPr/>
    </dgm:pt>
    <dgm:pt modelId="{B928EAE5-A6CB-4E6A-BBD6-ED4EBAD723C4}" type="pres">
      <dgm:prSet presAssocID="{7DE49922-49A2-415B-9C2C-6E86041CABD1}" presName="rootText" presStyleLbl="node4" presStyleIdx="1" presStyleCnt="2" custScaleX="110156" custScaleY="219827">
        <dgm:presLayoutVars>
          <dgm:chPref val="3"/>
        </dgm:presLayoutVars>
      </dgm:prSet>
      <dgm:spPr/>
    </dgm:pt>
    <dgm:pt modelId="{832D572F-BAF4-404C-B59E-2B4E6A932820}" type="pres">
      <dgm:prSet presAssocID="{7DE49922-49A2-415B-9C2C-6E86041CABD1}" presName="rootConnector" presStyleLbl="node4" presStyleIdx="1" presStyleCnt="2"/>
      <dgm:spPr/>
    </dgm:pt>
    <dgm:pt modelId="{63A38C78-55EA-4AB0-A1EC-BEC2370843D2}" type="pres">
      <dgm:prSet presAssocID="{7DE49922-49A2-415B-9C2C-6E86041CABD1}" presName="hierChild4" presStyleCnt="0"/>
      <dgm:spPr/>
    </dgm:pt>
    <dgm:pt modelId="{23EFA915-EB7F-42D6-A44A-99A327D9A743}" type="pres">
      <dgm:prSet presAssocID="{7DE49922-49A2-415B-9C2C-6E86041CABD1}" presName="hierChild5" presStyleCnt="0"/>
      <dgm:spPr/>
    </dgm:pt>
    <dgm:pt modelId="{6B20550D-CCFC-4092-8617-CBD85FEE0649}" type="pres">
      <dgm:prSet presAssocID="{386EFA8D-9045-4489-8275-9DE92635BA02}" presName="hierChild5" presStyleCnt="0"/>
      <dgm:spPr/>
    </dgm:pt>
    <dgm:pt modelId="{58E58D1B-6760-44DA-A20F-AC7F72AA1CA8}" type="pres">
      <dgm:prSet presAssocID="{2DE5D546-A890-47CD-8283-DF110994CB41}" presName="hierChild5" presStyleCnt="0"/>
      <dgm:spPr/>
    </dgm:pt>
    <dgm:pt modelId="{E9FA3210-45C1-4391-8FD8-83E6606D1CBB}" type="pres">
      <dgm:prSet presAssocID="{E60213E8-E36E-44F6-AEBC-9C446582FF69}" presName="Name64" presStyleLbl="parChTrans1D2" presStyleIdx="2" presStyleCnt="3"/>
      <dgm:spPr/>
    </dgm:pt>
    <dgm:pt modelId="{35FF6C1E-5002-426A-9640-0B274A9DA528}" type="pres">
      <dgm:prSet presAssocID="{5A70C0C9-6854-48B7-AF2D-F0309F035D9B}" presName="hierRoot2" presStyleCnt="0">
        <dgm:presLayoutVars>
          <dgm:hierBranch val="init"/>
        </dgm:presLayoutVars>
      </dgm:prSet>
      <dgm:spPr/>
    </dgm:pt>
    <dgm:pt modelId="{E5B4FAF4-A36F-4661-A1E9-610AC4CBCE8A}" type="pres">
      <dgm:prSet presAssocID="{5A70C0C9-6854-48B7-AF2D-F0309F035D9B}" presName="rootComposite" presStyleCnt="0"/>
      <dgm:spPr/>
    </dgm:pt>
    <dgm:pt modelId="{018216EE-B446-4AC4-8E76-37B039C8CD5F}" type="pres">
      <dgm:prSet presAssocID="{5A70C0C9-6854-48B7-AF2D-F0309F035D9B}" presName="rootText" presStyleLbl="node2" presStyleIdx="2" presStyleCnt="3" custScaleX="110156" custScaleY="219827">
        <dgm:presLayoutVars>
          <dgm:chPref val="3"/>
        </dgm:presLayoutVars>
      </dgm:prSet>
      <dgm:spPr/>
    </dgm:pt>
    <dgm:pt modelId="{E9E8EEB7-6757-4B15-9B03-4BAF36FC4A66}" type="pres">
      <dgm:prSet presAssocID="{5A70C0C9-6854-48B7-AF2D-F0309F035D9B}" presName="rootConnector" presStyleLbl="node2" presStyleIdx="2" presStyleCnt="3"/>
      <dgm:spPr/>
    </dgm:pt>
    <dgm:pt modelId="{FD0E1B49-E5EE-4926-A186-90D6526C60ED}" type="pres">
      <dgm:prSet presAssocID="{5A70C0C9-6854-48B7-AF2D-F0309F035D9B}" presName="hierChild4" presStyleCnt="0"/>
      <dgm:spPr/>
    </dgm:pt>
    <dgm:pt modelId="{F19CF928-9FA2-4AB4-9D4B-3061419CBACF}" type="pres">
      <dgm:prSet presAssocID="{1B137B7B-7642-4AEA-B68C-D306051DD986}" presName="Name64" presStyleLbl="parChTrans1D3" presStyleIdx="3" presStyleCnt="4"/>
      <dgm:spPr/>
    </dgm:pt>
    <dgm:pt modelId="{14499547-0EB7-42F5-B6B2-F6A32593C1DD}" type="pres">
      <dgm:prSet presAssocID="{6250F3CA-3155-4342-BACF-9A4786DFFD82}" presName="hierRoot2" presStyleCnt="0">
        <dgm:presLayoutVars>
          <dgm:hierBranch val="init"/>
        </dgm:presLayoutVars>
      </dgm:prSet>
      <dgm:spPr/>
    </dgm:pt>
    <dgm:pt modelId="{88D280F0-B9C8-44DC-AB92-C11432BC4169}" type="pres">
      <dgm:prSet presAssocID="{6250F3CA-3155-4342-BACF-9A4786DFFD82}" presName="rootComposite" presStyleCnt="0"/>
      <dgm:spPr/>
    </dgm:pt>
    <dgm:pt modelId="{EC393624-98A2-4AF9-9CBE-7A83422CA36E}" type="pres">
      <dgm:prSet presAssocID="{6250F3CA-3155-4342-BACF-9A4786DFFD82}" presName="rootText" presStyleLbl="node3" presStyleIdx="3" presStyleCnt="4" custScaleX="110156" custScaleY="219827">
        <dgm:presLayoutVars>
          <dgm:chPref val="3"/>
        </dgm:presLayoutVars>
      </dgm:prSet>
      <dgm:spPr/>
    </dgm:pt>
    <dgm:pt modelId="{8229B903-FC9E-4692-AFD9-E0A19FDB0834}" type="pres">
      <dgm:prSet presAssocID="{6250F3CA-3155-4342-BACF-9A4786DFFD82}" presName="rootConnector" presStyleLbl="node3" presStyleIdx="3" presStyleCnt="4"/>
      <dgm:spPr/>
    </dgm:pt>
    <dgm:pt modelId="{2F64FEDD-3F92-4BC7-A9AD-415D89E92FB7}" type="pres">
      <dgm:prSet presAssocID="{6250F3CA-3155-4342-BACF-9A4786DFFD82}" presName="hierChild4" presStyleCnt="0"/>
      <dgm:spPr/>
    </dgm:pt>
    <dgm:pt modelId="{FF139127-8D93-491F-B660-14672A483C9F}" type="pres">
      <dgm:prSet presAssocID="{6250F3CA-3155-4342-BACF-9A4786DFFD82}" presName="hierChild5" presStyleCnt="0"/>
      <dgm:spPr/>
    </dgm:pt>
    <dgm:pt modelId="{30381262-A4DF-4424-B56B-7615C0487BFC}" type="pres">
      <dgm:prSet presAssocID="{5A70C0C9-6854-48B7-AF2D-F0309F035D9B}" presName="hierChild5" presStyleCnt="0"/>
      <dgm:spPr/>
    </dgm:pt>
    <dgm:pt modelId="{3ADE87C6-B86D-4B43-BDE7-3C765BDDFBB2}" type="pres">
      <dgm:prSet presAssocID="{918DC7FA-0AF0-4B75-B2CF-A2BFD2FA4976}" presName="hierChild3" presStyleCnt="0"/>
      <dgm:spPr/>
    </dgm:pt>
  </dgm:ptLst>
  <dgm:cxnLst>
    <dgm:cxn modelId="{F7595900-8FAF-4006-AFD9-3FC496D7827C}" type="presOf" srcId="{386EFA8D-9045-4489-8275-9DE92635BA02}" destId="{600B61BF-0F19-4F47-8858-0D123EF976CB}" srcOrd="0" destOrd="0" presId="urn:microsoft.com/office/officeart/2009/3/layout/HorizontalOrganizationChart"/>
    <dgm:cxn modelId="{12776C10-92A5-467C-A791-904AFC421F59}" type="presOf" srcId="{2DE5D546-A890-47CD-8283-DF110994CB41}" destId="{3A6A72AE-75FC-4204-8F47-4C9B8D2126D1}" srcOrd="0" destOrd="0" presId="urn:microsoft.com/office/officeart/2009/3/layout/HorizontalOrganizationChart"/>
    <dgm:cxn modelId="{55C33312-B0FF-47EC-9979-5B014D92CB91}" srcId="{ED8BB3D5-8048-48AB-8761-75FB6AC5E414}" destId="{918DC7FA-0AF0-4B75-B2CF-A2BFD2FA4976}" srcOrd="0" destOrd="0" parTransId="{AF19C7DA-2902-463D-883F-7436AD1C02F9}" sibTransId="{D6C2EC4C-3DA2-4842-97FA-187F30653122}"/>
    <dgm:cxn modelId="{7DF5A015-843D-4237-99B8-DB81DE8A085A}" srcId="{5A70C0C9-6854-48B7-AF2D-F0309F035D9B}" destId="{6250F3CA-3155-4342-BACF-9A4786DFFD82}" srcOrd="0" destOrd="0" parTransId="{1B137B7B-7642-4AEA-B68C-D306051DD986}" sibTransId="{6CE503C0-FC69-4617-A35C-7624F37EA649}"/>
    <dgm:cxn modelId="{50A40116-0AD0-45F7-9B24-25C61342D1F7}" type="presOf" srcId="{8AA77F0E-3D99-47E1-8DFF-FA820D55B038}" destId="{B5EA670C-BC02-46EF-81DA-CCB1410A2777}" srcOrd="0" destOrd="0" presId="urn:microsoft.com/office/officeart/2009/3/layout/HorizontalOrganizationChart"/>
    <dgm:cxn modelId="{5E0D851D-E15E-402E-85D7-A74F0713A53C}" srcId="{386EFA8D-9045-4489-8275-9DE92635BA02}" destId="{06DF3652-1039-4149-B00E-6C90EF9AC1AE}" srcOrd="0" destOrd="0" parTransId="{0A159D68-383D-4D6A-B08A-3AA90879F71F}" sibTransId="{8E9A9D76-1678-4755-B039-74FAA1B274C0}"/>
    <dgm:cxn modelId="{48826C21-649E-413B-9AAA-D2F4E393C3CD}" type="presOf" srcId="{918DC7FA-0AF0-4B75-B2CF-A2BFD2FA4976}" destId="{81DCB430-9FB7-4EE2-88F3-764BC6AC03B4}" srcOrd="0" destOrd="0" presId="urn:microsoft.com/office/officeart/2009/3/layout/HorizontalOrganizationChart"/>
    <dgm:cxn modelId="{DACF0D23-C351-493A-B55E-B4DDA2440F20}" type="presOf" srcId="{8AA77F0E-3D99-47E1-8DFF-FA820D55B038}" destId="{6D632904-E37B-4684-984E-9285E1FF3571}" srcOrd="1" destOrd="0" presId="urn:microsoft.com/office/officeart/2009/3/layout/HorizontalOrganizationChart"/>
    <dgm:cxn modelId="{CC87B823-EEA4-46CB-AC41-34FB9FFC021D}" type="presOf" srcId="{1B137B7B-7642-4AEA-B68C-D306051DD986}" destId="{F19CF928-9FA2-4AB4-9D4B-3061419CBACF}" srcOrd="0" destOrd="0" presId="urn:microsoft.com/office/officeart/2009/3/layout/HorizontalOrganizationChart"/>
    <dgm:cxn modelId="{43D8D934-E61F-4DD0-88E7-4ED73D1F9F7F}" type="presOf" srcId="{918DC7FA-0AF0-4B75-B2CF-A2BFD2FA4976}" destId="{86C27E31-2F9C-47B3-A34B-28267D3E7A01}" srcOrd="1" destOrd="0" presId="urn:microsoft.com/office/officeart/2009/3/layout/HorizontalOrganizationChart"/>
    <dgm:cxn modelId="{6634943C-466E-423E-86BF-91493F2C8D74}" type="presOf" srcId="{7DE49922-49A2-415B-9C2C-6E86041CABD1}" destId="{B928EAE5-A6CB-4E6A-BBD6-ED4EBAD723C4}" srcOrd="0" destOrd="0" presId="urn:microsoft.com/office/officeart/2009/3/layout/HorizontalOrganizationChart"/>
    <dgm:cxn modelId="{C8AE6F3F-A2C5-49EE-8CFA-FCC4DA4059A8}" type="presOf" srcId="{ED8BB3D5-8048-48AB-8761-75FB6AC5E414}" destId="{F2FF0580-E018-4668-92C2-41D7BBF87420}" srcOrd="0" destOrd="0" presId="urn:microsoft.com/office/officeart/2009/3/layout/HorizontalOrganizationChart"/>
    <dgm:cxn modelId="{E083D63F-E110-4E1F-9BAC-879195C152DB}" type="presOf" srcId="{06DF3652-1039-4149-B00E-6C90EF9AC1AE}" destId="{84A376F7-6F8B-4FAB-B776-982C34CBDE06}" srcOrd="0" destOrd="0" presId="urn:microsoft.com/office/officeart/2009/3/layout/HorizontalOrganizationChart"/>
    <dgm:cxn modelId="{22EBD73F-E87D-4256-B437-718B79DC9525}" type="presOf" srcId="{9F36D6EF-EC35-4CB7-81A3-5C2E0F087AED}" destId="{F77C9366-75DD-43C5-BDE7-BA2D7CD1AFE8}" srcOrd="0" destOrd="0" presId="urn:microsoft.com/office/officeart/2009/3/layout/HorizontalOrganizationChart"/>
    <dgm:cxn modelId="{53D3335B-BB94-46D4-A38B-43B4162DA78C}" type="presOf" srcId="{EFA5248A-6348-4126-AA0A-2B5CA29D0397}" destId="{D5CBC433-8AF9-4B5D-8D75-8824B4986B30}" srcOrd="0" destOrd="0" presId="urn:microsoft.com/office/officeart/2009/3/layout/HorizontalOrganizationChart"/>
    <dgm:cxn modelId="{8965FA5C-B72E-49A5-8D9E-294BD1DFA945}" srcId="{386EFA8D-9045-4489-8275-9DE92635BA02}" destId="{7DE49922-49A2-415B-9C2C-6E86041CABD1}" srcOrd="1" destOrd="0" parTransId="{E62457E9-CA7B-42D8-A0C3-30359A363279}" sibTransId="{8FA87B90-3164-4F98-9DAF-05B48C556370}"/>
    <dgm:cxn modelId="{B42DF45F-DFC0-49C2-BD09-9B94012EE6C8}" type="presOf" srcId="{E60213E8-E36E-44F6-AEBC-9C446582FF69}" destId="{E9FA3210-45C1-4391-8FD8-83E6606D1CBB}" srcOrd="0" destOrd="0" presId="urn:microsoft.com/office/officeart/2009/3/layout/HorizontalOrganizationChart"/>
    <dgm:cxn modelId="{DE2C2C45-A05B-4AA1-AFCB-968D1AFBBA4E}" type="presOf" srcId="{E62457E9-CA7B-42D8-A0C3-30359A363279}" destId="{5D528C50-DE38-4099-9EAC-4D454C934301}" srcOrd="0" destOrd="0" presId="urn:microsoft.com/office/officeart/2009/3/layout/HorizontalOrganizationChart"/>
    <dgm:cxn modelId="{FFAB616C-BB94-4E84-870D-F155CB7B9EC5}" type="presOf" srcId="{42C5FA19-8882-44C4-A556-13BFB0A87210}" destId="{A51FFDCD-824D-4316-A684-08B29F908458}" srcOrd="1" destOrd="0" presId="urn:microsoft.com/office/officeart/2009/3/layout/HorizontalOrganizationChart"/>
    <dgm:cxn modelId="{90DB9C50-E393-4035-921A-541FEDF4362A}" srcId="{2DE5D546-A890-47CD-8283-DF110994CB41}" destId="{386EFA8D-9045-4489-8275-9DE92635BA02}" srcOrd="2" destOrd="0" parTransId="{EFA5248A-6348-4126-AA0A-2B5CA29D0397}" sibTransId="{FF5D8A68-7445-4190-94D8-61E819A918A1}"/>
    <dgm:cxn modelId="{6DC89251-D0C4-4BEF-9621-E06E97B34BF6}" srcId="{2DE5D546-A890-47CD-8283-DF110994CB41}" destId="{035A7AC7-85A6-4A41-A6D6-C9FA5ADACF4B}" srcOrd="0" destOrd="0" parTransId="{122F36AD-2D2D-419C-8124-016F29D96226}" sibTransId="{E716DF01-B3A8-43A9-A487-3CEA9B4FAB85}"/>
    <dgm:cxn modelId="{2AF49A51-A8A3-45EB-A5A6-71A834B26362}" type="presOf" srcId="{0A159D68-383D-4D6A-B08A-3AA90879F71F}" destId="{F44DB776-BD48-417E-95FE-4CF2B482D68C}" srcOrd="0" destOrd="0" presId="urn:microsoft.com/office/officeart/2009/3/layout/HorizontalOrganizationChart"/>
    <dgm:cxn modelId="{C3577A79-BAC9-4953-933C-49B5A385B051}" type="presOf" srcId="{122F36AD-2D2D-419C-8124-016F29D96226}" destId="{62B32374-3183-47F2-A241-D3FBC0CCC237}" srcOrd="0" destOrd="0" presId="urn:microsoft.com/office/officeart/2009/3/layout/HorizontalOrganizationChart"/>
    <dgm:cxn modelId="{DBC8FC7E-D268-4F0A-826A-A3221943E3F8}" type="presOf" srcId="{386EFA8D-9045-4489-8275-9DE92635BA02}" destId="{5193ACEF-C53C-4837-A784-C966B379FC82}" srcOrd="1" destOrd="0" presId="urn:microsoft.com/office/officeart/2009/3/layout/HorizontalOrganizationChart"/>
    <dgm:cxn modelId="{70A8EB91-9BDA-4346-9F6C-DCD9DF536682}" type="presOf" srcId="{035A7AC7-85A6-4A41-A6D6-C9FA5ADACF4B}" destId="{237B9E37-BB5D-4D1F-A3E1-382E039123EB}" srcOrd="0" destOrd="0" presId="urn:microsoft.com/office/officeart/2009/3/layout/HorizontalOrganizationChart"/>
    <dgm:cxn modelId="{462DAF9D-E6AA-4A8C-B800-D7B2703F4880}" srcId="{918DC7FA-0AF0-4B75-B2CF-A2BFD2FA4976}" destId="{8AA77F0E-3D99-47E1-8DFF-FA820D55B038}" srcOrd="0" destOrd="0" parTransId="{CF0BF597-8E4C-42FE-B0D5-09264138D948}" sibTransId="{960F19C2-C061-4BBF-A04F-9781027C4985}"/>
    <dgm:cxn modelId="{64BA98A8-6F7E-4491-B2FF-CF841622996C}" type="presOf" srcId="{5A70C0C9-6854-48B7-AF2D-F0309F035D9B}" destId="{018216EE-B446-4AC4-8E76-37B039C8CD5F}" srcOrd="0" destOrd="0" presId="urn:microsoft.com/office/officeart/2009/3/layout/HorizontalOrganizationChart"/>
    <dgm:cxn modelId="{851015A9-040E-4EB7-9606-E41FD06149AB}" type="presOf" srcId="{6250F3CA-3155-4342-BACF-9A4786DFFD82}" destId="{8229B903-FC9E-4692-AFD9-E0A19FDB0834}" srcOrd="1" destOrd="0" presId="urn:microsoft.com/office/officeart/2009/3/layout/HorizontalOrganizationChart"/>
    <dgm:cxn modelId="{85AD24B0-DDBB-4CA5-89E6-55411DD25E2E}" type="presOf" srcId="{035A7AC7-85A6-4A41-A6D6-C9FA5ADACF4B}" destId="{D780B47E-A379-426D-AABC-440025693D35}" srcOrd="1" destOrd="0" presId="urn:microsoft.com/office/officeart/2009/3/layout/HorizontalOrganizationChart"/>
    <dgm:cxn modelId="{EBAC00B6-73B1-4961-896A-44975323D595}" type="presOf" srcId="{BA4B481A-135F-45D4-AE53-2E53AE4163E9}" destId="{CDD1D1D1-83FA-419C-8D42-2B99B237CD83}" srcOrd="0" destOrd="0" presId="urn:microsoft.com/office/officeart/2009/3/layout/HorizontalOrganizationChart"/>
    <dgm:cxn modelId="{441368B6-BC9C-41C9-8B41-B242D548846A}" type="presOf" srcId="{6250F3CA-3155-4342-BACF-9A4786DFFD82}" destId="{EC393624-98A2-4AF9-9CBE-7A83422CA36E}" srcOrd="0" destOrd="0" presId="urn:microsoft.com/office/officeart/2009/3/layout/HorizontalOrganizationChart"/>
    <dgm:cxn modelId="{E16DD4D1-62D9-4AD1-9879-9B6C39679469}" type="presOf" srcId="{CF0BF597-8E4C-42FE-B0D5-09264138D948}" destId="{5B37E1BF-2E05-4C6B-AC01-42A8EE4CD08C}" srcOrd="0" destOrd="0" presId="urn:microsoft.com/office/officeart/2009/3/layout/HorizontalOrganizationChart"/>
    <dgm:cxn modelId="{A09ADFD3-9789-4015-AB55-A6DAB03CF22E}" srcId="{918DC7FA-0AF0-4B75-B2CF-A2BFD2FA4976}" destId="{5A70C0C9-6854-48B7-AF2D-F0309F035D9B}" srcOrd="2" destOrd="0" parTransId="{E60213E8-E36E-44F6-AEBC-9C446582FF69}" sibTransId="{E121C98C-23CF-4157-98DC-EB570D9C1948}"/>
    <dgm:cxn modelId="{18D573D6-9A77-4DB3-9105-D18B28E768E5}" type="presOf" srcId="{42C5FA19-8882-44C4-A556-13BFB0A87210}" destId="{5335E1C5-BE2C-4030-86AC-794100F4765D}" srcOrd="0" destOrd="0" presId="urn:microsoft.com/office/officeart/2009/3/layout/HorizontalOrganizationChart"/>
    <dgm:cxn modelId="{3079CDD9-5725-4D54-AFB6-E0F7773BFA12}" srcId="{2DE5D546-A890-47CD-8283-DF110994CB41}" destId="{42C5FA19-8882-44C4-A556-13BFB0A87210}" srcOrd="1" destOrd="0" parTransId="{BA4B481A-135F-45D4-AE53-2E53AE4163E9}" sibTransId="{E103DADF-2A2A-46E7-B366-3148AAC79B35}"/>
    <dgm:cxn modelId="{6A5988DB-3697-4768-94C4-6D86BF8BF6FA}" srcId="{918DC7FA-0AF0-4B75-B2CF-A2BFD2FA4976}" destId="{2DE5D546-A890-47CD-8283-DF110994CB41}" srcOrd="1" destOrd="0" parTransId="{9F36D6EF-EC35-4CB7-81A3-5C2E0F087AED}" sibTransId="{7F4ED1DB-2C2C-466C-8084-381BAC34D807}"/>
    <dgm:cxn modelId="{5E552BE2-04F2-4081-9AA1-5BCBF002D7E5}" type="presOf" srcId="{06DF3652-1039-4149-B00E-6C90EF9AC1AE}" destId="{0A7258F8-6DB7-4C8F-83F5-37AFA22BBA6D}" srcOrd="1" destOrd="0" presId="urn:microsoft.com/office/officeart/2009/3/layout/HorizontalOrganizationChart"/>
    <dgm:cxn modelId="{95109DE5-A8A6-4115-96DE-5C3A07651418}" type="presOf" srcId="{7DE49922-49A2-415B-9C2C-6E86041CABD1}" destId="{832D572F-BAF4-404C-B59E-2B4E6A932820}" srcOrd="1" destOrd="0" presId="urn:microsoft.com/office/officeart/2009/3/layout/HorizontalOrganizationChart"/>
    <dgm:cxn modelId="{8AC507F7-6FE2-4BE2-A9B2-E527D3CE1B0F}" type="presOf" srcId="{2DE5D546-A890-47CD-8283-DF110994CB41}" destId="{7751B55B-9932-4730-97BA-90C636418B69}" srcOrd="1" destOrd="0" presId="urn:microsoft.com/office/officeart/2009/3/layout/HorizontalOrganizationChart"/>
    <dgm:cxn modelId="{F60F36F9-8105-4C0E-A31B-188521F5485C}" type="presOf" srcId="{5A70C0C9-6854-48B7-AF2D-F0309F035D9B}" destId="{E9E8EEB7-6757-4B15-9B03-4BAF36FC4A66}" srcOrd="1" destOrd="0" presId="urn:microsoft.com/office/officeart/2009/3/layout/HorizontalOrganizationChart"/>
    <dgm:cxn modelId="{3267EFB0-3FFE-4AD6-8C67-BED567B50B85}" type="presParOf" srcId="{F2FF0580-E018-4668-92C2-41D7BBF87420}" destId="{005727B7-F5D8-40AC-B994-95306D7FE34A}" srcOrd="0" destOrd="0" presId="urn:microsoft.com/office/officeart/2009/3/layout/HorizontalOrganizationChart"/>
    <dgm:cxn modelId="{C6FF14E7-0F2B-4739-95FA-E1B50844EA3A}" type="presParOf" srcId="{005727B7-F5D8-40AC-B994-95306D7FE34A}" destId="{56447085-996C-4D3D-AA8B-76AA5784C550}" srcOrd="0" destOrd="0" presId="urn:microsoft.com/office/officeart/2009/3/layout/HorizontalOrganizationChart"/>
    <dgm:cxn modelId="{BCB769A5-C0A6-4911-BE5E-8E10461A5819}" type="presParOf" srcId="{56447085-996C-4D3D-AA8B-76AA5784C550}" destId="{81DCB430-9FB7-4EE2-88F3-764BC6AC03B4}" srcOrd="0" destOrd="0" presId="urn:microsoft.com/office/officeart/2009/3/layout/HorizontalOrganizationChart"/>
    <dgm:cxn modelId="{83700DEC-1983-4113-B60F-7EDE9C85A966}" type="presParOf" srcId="{56447085-996C-4D3D-AA8B-76AA5784C550}" destId="{86C27E31-2F9C-47B3-A34B-28267D3E7A01}" srcOrd="1" destOrd="0" presId="urn:microsoft.com/office/officeart/2009/3/layout/HorizontalOrganizationChart"/>
    <dgm:cxn modelId="{80822511-5FE9-4BC8-BFDA-5D51D8242671}" type="presParOf" srcId="{005727B7-F5D8-40AC-B994-95306D7FE34A}" destId="{243D5310-11A5-4DE1-A109-78FC57704E51}" srcOrd="1" destOrd="0" presId="urn:microsoft.com/office/officeart/2009/3/layout/HorizontalOrganizationChart"/>
    <dgm:cxn modelId="{3AFB4F07-BA75-4AC4-AD19-3C768D426E45}" type="presParOf" srcId="{243D5310-11A5-4DE1-A109-78FC57704E51}" destId="{5B37E1BF-2E05-4C6B-AC01-42A8EE4CD08C}" srcOrd="0" destOrd="0" presId="urn:microsoft.com/office/officeart/2009/3/layout/HorizontalOrganizationChart"/>
    <dgm:cxn modelId="{2DB88D9F-FC41-432D-A9F5-33F0705A8E81}" type="presParOf" srcId="{243D5310-11A5-4DE1-A109-78FC57704E51}" destId="{8EE1CF70-30CE-41E8-B0D1-39127BE4BB74}" srcOrd="1" destOrd="0" presId="urn:microsoft.com/office/officeart/2009/3/layout/HorizontalOrganizationChart"/>
    <dgm:cxn modelId="{4CA15F4B-A9D9-4C8E-AB9A-6954624E8812}" type="presParOf" srcId="{8EE1CF70-30CE-41E8-B0D1-39127BE4BB74}" destId="{9813875A-178B-414D-BEAD-7CA98B6FC8D0}" srcOrd="0" destOrd="0" presId="urn:microsoft.com/office/officeart/2009/3/layout/HorizontalOrganizationChart"/>
    <dgm:cxn modelId="{BBF69AFA-38B1-4215-BE4F-EDBAF3CA2E82}" type="presParOf" srcId="{9813875A-178B-414D-BEAD-7CA98B6FC8D0}" destId="{B5EA670C-BC02-46EF-81DA-CCB1410A2777}" srcOrd="0" destOrd="0" presId="urn:microsoft.com/office/officeart/2009/3/layout/HorizontalOrganizationChart"/>
    <dgm:cxn modelId="{92D3E7B1-B824-4434-82AF-B04FB118B131}" type="presParOf" srcId="{9813875A-178B-414D-BEAD-7CA98B6FC8D0}" destId="{6D632904-E37B-4684-984E-9285E1FF3571}" srcOrd="1" destOrd="0" presId="urn:microsoft.com/office/officeart/2009/3/layout/HorizontalOrganizationChart"/>
    <dgm:cxn modelId="{29930F65-F50F-46FA-97BE-2C87ACBB2680}" type="presParOf" srcId="{8EE1CF70-30CE-41E8-B0D1-39127BE4BB74}" destId="{34F993FE-D62F-42EC-9BD8-5A8A21AE1502}" srcOrd="1" destOrd="0" presId="urn:microsoft.com/office/officeart/2009/3/layout/HorizontalOrganizationChart"/>
    <dgm:cxn modelId="{0E8AB74D-CBA5-451F-8047-11013467FB99}" type="presParOf" srcId="{8EE1CF70-30CE-41E8-B0D1-39127BE4BB74}" destId="{C58095A1-B5B4-43F6-ABB6-F7B85AFB6B7D}" srcOrd="2" destOrd="0" presId="urn:microsoft.com/office/officeart/2009/3/layout/HorizontalOrganizationChart"/>
    <dgm:cxn modelId="{E0D36C21-C2ED-4BCB-970B-9ABC2EB9B66B}" type="presParOf" srcId="{243D5310-11A5-4DE1-A109-78FC57704E51}" destId="{F77C9366-75DD-43C5-BDE7-BA2D7CD1AFE8}" srcOrd="2" destOrd="0" presId="urn:microsoft.com/office/officeart/2009/3/layout/HorizontalOrganizationChart"/>
    <dgm:cxn modelId="{303036D2-75F3-4FC6-BA90-E4C7DB426EB8}" type="presParOf" srcId="{243D5310-11A5-4DE1-A109-78FC57704E51}" destId="{06381912-8CEE-4924-8ECA-3F3C5DB97E5E}" srcOrd="3" destOrd="0" presId="urn:microsoft.com/office/officeart/2009/3/layout/HorizontalOrganizationChart"/>
    <dgm:cxn modelId="{65A66BC3-9997-4C79-BDA6-CAB341B40E08}" type="presParOf" srcId="{06381912-8CEE-4924-8ECA-3F3C5DB97E5E}" destId="{4708BF89-359F-4EF2-B093-62AC79E49A29}" srcOrd="0" destOrd="0" presId="urn:microsoft.com/office/officeart/2009/3/layout/HorizontalOrganizationChart"/>
    <dgm:cxn modelId="{2FD7F641-7D11-438D-805C-41A0966C355E}" type="presParOf" srcId="{4708BF89-359F-4EF2-B093-62AC79E49A29}" destId="{3A6A72AE-75FC-4204-8F47-4C9B8D2126D1}" srcOrd="0" destOrd="0" presId="urn:microsoft.com/office/officeart/2009/3/layout/HorizontalOrganizationChart"/>
    <dgm:cxn modelId="{0E1DCC7F-B1C5-40B3-B663-06BBC2B7EC4B}" type="presParOf" srcId="{4708BF89-359F-4EF2-B093-62AC79E49A29}" destId="{7751B55B-9932-4730-97BA-90C636418B69}" srcOrd="1" destOrd="0" presId="urn:microsoft.com/office/officeart/2009/3/layout/HorizontalOrganizationChart"/>
    <dgm:cxn modelId="{AC445F83-6A48-4CA7-8862-71C71F407F45}" type="presParOf" srcId="{06381912-8CEE-4924-8ECA-3F3C5DB97E5E}" destId="{35A5B7BC-6388-445B-9E4B-5F838A86189B}" srcOrd="1" destOrd="0" presId="urn:microsoft.com/office/officeart/2009/3/layout/HorizontalOrganizationChart"/>
    <dgm:cxn modelId="{3F0ACE6B-784E-49CE-8DDA-21486FB906FF}" type="presParOf" srcId="{35A5B7BC-6388-445B-9E4B-5F838A86189B}" destId="{62B32374-3183-47F2-A241-D3FBC0CCC237}" srcOrd="0" destOrd="0" presId="urn:microsoft.com/office/officeart/2009/3/layout/HorizontalOrganizationChart"/>
    <dgm:cxn modelId="{7D2A3B25-C945-49CF-BBA1-A654F5337CE9}" type="presParOf" srcId="{35A5B7BC-6388-445B-9E4B-5F838A86189B}" destId="{3DEB83A7-2BCC-4DA9-8653-93FFC406EACC}" srcOrd="1" destOrd="0" presId="urn:microsoft.com/office/officeart/2009/3/layout/HorizontalOrganizationChart"/>
    <dgm:cxn modelId="{C61F2F18-AA67-4FDE-8FB4-3E5C39815DF9}" type="presParOf" srcId="{3DEB83A7-2BCC-4DA9-8653-93FFC406EACC}" destId="{F674B7EE-BF32-4259-9633-2D279103B5EE}" srcOrd="0" destOrd="0" presId="urn:microsoft.com/office/officeart/2009/3/layout/HorizontalOrganizationChart"/>
    <dgm:cxn modelId="{8D1DC525-1835-47EC-9C29-C09BC39B953C}" type="presParOf" srcId="{F674B7EE-BF32-4259-9633-2D279103B5EE}" destId="{237B9E37-BB5D-4D1F-A3E1-382E039123EB}" srcOrd="0" destOrd="0" presId="urn:microsoft.com/office/officeart/2009/3/layout/HorizontalOrganizationChart"/>
    <dgm:cxn modelId="{81D297F0-CC81-4F72-8B87-09174BE8E1F3}" type="presParOf" srcId="{F674B7EE-BF32-4259-9633-2D279103B5EE}" destId="{D780B47E-A379-426D-AABC-440025693D35}" srcOrd="1" destOrd="0" presId="urn:microsoft.com/office/officeart/2009/3/layout/HorizontalOrganizationChart"/>
    <dgm:cxn modelId="{18A619B2-012A-4208-8117-C30E07573BE4}" type="presParOf" srcId="{3DEB83A7-2BCC-4DA9-8653-93FFC406EACC}" destId="{8B69DF59-CEDC-41A3-BB31-530AA24B38D0}" srcOrd="1" destOrd="0" presId="urn:microsoft.com/office/officeart/2009/3/layout/HorizontalOrganizationChart"/>
    <dgm:cxn modelId="{406868E9-9B26-4445-9A21-45B1F2BEA24D}" type="presParOf" srcId="{3DEB83A7-2BCC-4DA9-8653-93FFC406EACC}" destId="{B89E825F-7C20-41C4-AFF6-0B616EE31148}" srcOrd="2" destOrd="0" presId="urn:microsoft.com/office/officeart/2009/3/layout/HorizontalOrganizationChart"/>
    <dgm:cxn modelId="{CC8FFAB1-59D6-4DD5-9B5A-472F6115008D}" type="presParOf" srcId="{35A5B7BC-6388-445B-9E4B-5F838A86189B}" destId="{CDD1D1D1-83FA-419C-8D42-2B99B237CD83}" srcOrd="2" destOrd="0" presId="urn:microsoft.com/office/officeart/2009/3/layout/HorizontalOrganizationChart"/>
    <dgm:cxn modelId="{1E9EF055-20F2-4E22-8A7D-DD6B728F35AC}" type="presParOf" srcId="{35A5B7BC-6388-445B-9E4B-5F838A86189B}" destId="{A0FEAA78-5CAC-4047-8DDE-7813FA42FF99}" srcOrd="3" destOrd="0" presId="urn:microsoft.com/office/officeart/2009/3/layout/HorizontalOrganizationChart"/>
    <dgm:cxn modelId="{AFD132D8-532B-4BB3-9C9B-8B8137C93177}" type="presParOf" srcId="{A0FEAA78-5CAC-4047-8DDE-7813FA42FF99}" destId="{2B127B5D-34BD-49F0-A03E-AC74E5FB5BC2}" srcOrd="0" destOrd="0" presId="urn:microsoft.com/office/officeart/2009/3/layout/HorizontalOrganizationChart"/>
    <dgm:cxn modelId="{B5F8FA4B-4169-40DE-98ED-9B6A92B93C5F}" type="presParOf" srcId="{2B127B5D-34BD-49F0-A03E-AC74E5FB5BC2}" destId="{5335E1C5-BE2C-4030-86AC-794100F4765D}" srcOrd="0" destOrd="0" presId="urn:microsoft.com/office/officeart/2009/3/layout/HorizontalOrganizationChart"/>
    <dgm:cxn modelId="{46466F7F-E14B-4BEA-AD61-7ABDDF8ECB62}" type="presParOf" srcId="{2B127B5D-34BD-49F0-A03E-AC74E5FB5BC2}" destId="{A51FFDCD-824D-4316-A684-08B29F908458}" srcOrd="1" destOrd="0" presId="urn:microsoft.com/office/officeart/2009/3/layout/HorizontalOrganizationChart"/>
    <dgm:cxn modelId="{D387EEAF-9E67-4486-B88C-E97CB6A82BB1}" type="presParOf" srcId="{A0FEAA78-5CAC-4047-8DDE-7813FA42FF99}" destId="{5A7B72EE-CC98-4983-AF29-4AF819DAA58E}" srcOrd="1" destOrd="0" presId="urn:microsoft.com/office/officeart/2009/3/layout/HorizontalOrganizationChart"/>
    <dgm:cxn modelId="{B7E9D044-174B-451C-9D9A-B5FEF9E99EB5}" type="presParOf" srcId="{A0FEAA78-5CAC-4047-8DDE-7813FA42FF99}" destId="{56C30B26-8289-4F45-8B19-A16E0DCE86E9}" srcOrd="2" destOrd="0" presId="urn:microsoft.com/office/officeart/2009/3/layout/HorizontalOrganizationChart"/>
    <dgm:cxn modelId="{B11E8F0F-CCA6-42AB-BA74-2232C14949BA}" type="presParOf" srcId="{35A5B7BC-6388-445B-9E4B-5F838A86189B}" destId="{D5CBC433-8AF9-4B5D-8D75-8824B4986B30}" srcOrd="4" destOrd="0" presId="urn:microsoft.com/office/officeart/2009/3/layout/HorizontalOrganizationChart"/>
    <dgm:cxn modelId="{28E9C456-5A5F-4C42-843C-A07D5C1AC931}" type="presParOf" srcId="{35A5B7BC-6388-445B-9E4B-5F838A86189B}" destId="{B2E36B8D-10F9-4CD6-8162-EDEFC96411E7}" srcOrd="5" destOrd="0" presId="urn:microsoft.com/office/officeart/2009/3/layout/HorizontalOrganizationChart"/>
    <dgm:cxn modelId="{24D64380-AED4-481E-8DBD-9902AAADF568}" type="presParOf" srcId="{B2E36B8D-10F9-4CD6-8162-EDEFC96411E7}" destId="{E8D2C9EC-40EF-4983-BAD0-9C857173FCAF}" srcOrd="0" destOrd="0" presId="urn:microsoft.com/office/officeart/2009/3/layout/HorizontalOrganizationChart"/>
    <dgm:cxn modelId="{5728423D-6C3D-4ED6-8129-2CBFA1AEEE31}" type="presParOf" srcId="{E8D2C9EC-40EF-4983-BAD0-9C857173FCAF}" destId="{600B61BF-0F19-4F47-8858-0D123EF976CB}" srcOrd="0" destOrd="0" presId="urn:microsoft.com/office/officeart/2009/3/layout/HorizontalOrganizationChart"/>
    <dgm:cxn modelId="{23C132FC-FE65-4ABB-8E49-AD1C17005F22}" type="presParOf" srcId="{E8D2C9EC-40EF-4983-BAD0-9C857173FCAF}" destId="{5193ACEF-C53C-4837-A784-C966B379FC82}" srcOrd="1" destOrd="0" presId="urn:microsoft.com/office/officeart/2009/3/layout/HorizontalOrganizationChart"/>
    <dgm:cxn modelId="{6496A374-E75A-4810-B289-150B25D801DE}" type="presParOf" srcId="{B2E36B8D-10F9-4CD6-8162-EDEFC96411E7}" destId="{98008CF2-5A2B-4642-8E3B-2979185E2B4B}" srcOrd="1" destOrd="0" presId="urn:microsoft.com/office/officeart/2009/3/layout/HorizontalOrganizationChart"/>
    <dgm:cxn modelId="{83C23932-0582-430B-9E9E-32B9570DB147}" type="presParOf" srcId="{98008CF2-5A2B-4642-8E3B-2979185E2B4B}" destId="{F44DB776-BD48-417E-95FE-4CF2B482D68C}" srcOrd="0" destOrd="0" presId="urn:microsoft.com/office/officeart/2009/3/layout/HorizontalOrganizationChart"/>
    <dgm:cxn modelId="{91C66EC5-7ACF-4691-8C5B-044388DE3AC9}" type="presParOf" srcId="{98008CF2-5A2B-4642-8E3B-2979185E2B4B}" destId="{969279B9-44A8-4874-ACF0-7CBC388E115B}" srcOrd="1" destOrd="0" presId="urn:microsoft.com/office/officeart/2009/3/layout/HorizontalOrganizationChart"/>
    <dgm:cxn modelId="{E7DC4370-96EC-4CBE-8F93-EE90E5E2A14F}" type="presParOf" srcId="{969279B9-44A8-4874-ACF0-7CBC388E115B}" destId="{9070064F-6AC4-4D7B-8FC0-37EF2C1439DC}" srcOrd="0" destOrd="0" presId="urn:microsoft.com/office/officeart/2009/3/layout/HorizontalOrganizationChart"/>
    <dgm:cxn modelId="{D03DC247-374E-4373-AD9D-52B076302A11}" type="presParOf" srcId="{9070064F-6AC4-4D7B-8FC0-37EF2C1439DC}" destId="{84A376F7-6F8B-4FAB-B776-982C34CBDE06}" srcOrd="0" destOrd="0" presId="urn:microsoft.com/office/officeart/2009/3/layout/HorizontalOrganizationChart"/>
    <dgm:cxn modelId="{52912BC5-BDBB-4539-9703-4751D61AC795}" type="presParOf" srcId="{9070064F-6AC4-4D7B-8FC0-37EF2C1439DC}" destId="{0A7258F8-6DB7-4C8F-83F5-37AFA22BBA6D}" srcOrd="1" destOrd="0" presId="urn:microsoft.com/office/officeart/2009/3/layout/HorizontalOrganizationChart"/>
    <dgm:cxn modelId="{DC9B2692-9944-400D-A8C7-37AD2EA9B666}" type="presParOf" srcId="{969279B9-44A8-4874-ACF0-7CBC388E115B}" destId="{C162B121-DE85-4732-B839-1F84356B59A6}" srcOrd="1" destOrd="0" presId="urn:microsoft.com/office/officeart/2009/3/layout/HorizontalOrganizationChart"/>
    <dgm:cxn modelId="{F54CB3B1-9335-44DE-822F-74781FFDD550}" type="presParOf" srcId="{969279B9-44A8-4874-ACF0-7CBC388E115B}" destId="{F07F4CB6-43CA-41D9-8331-A04BC2CFD233}" srcOrd="2" destOrd="0" presId="urn:microsoft.com/office/officeart/2009/3/layout/HorizontalOrganizationChart"/>
    <dgm:cxn modelId="{B10D4085-4121-408D-8D92-1511A58BF585}" type="presParOf" srcId="{98008CF2-5A2B-4642-8E3B-2979185E2B4B}" destId="{5D528C50-DE38-4099-9EAC-4D454C934301}" srcOrd="2" destOrd="0" presId="urn:microsoft.com/office/officeart/2009/3/layout/HorizontalOrganizationChart"/>
    <dgm:cxn modelId="{287D048F-A5B0-4E0F-A5F3-D3A5F2A244C4}" type="presParOf" srcId="{98008CF2-5A2B-4642-8E3B-2979185E2B4B}" destId="{583B0DBA-5A9B-49D7-B149-10FEA8FC2DA7}" srcOrd="3" destOrd="0" presId="urn:microsoft.com/office/officeart/2009/3/layout/HorizontalOrganizationChart"/>
    <dgm:cxn modelId="{A1F9887E-22D7-45F4-B686-C62F0605C9CE}" type="presParOf" srcId="{583B0DBA-5A9B-49D7-B149-10FEA8FC2DA7}" destId="{FFD8E6D8-4C6D-4F5C-AB68-E1B6863AEA81}" srcOrd="0" destOrd="0" presId="urn:microsoft.com/office/officeart/2009/3/layout/HorizontalOrganizationChart"/>
    <dgm:cxn modelId="{8B28CAE6-4DB0-4FAA-9B30-4870041F0CB4}" type="presParOf" srcId="{FFD8E6D8-4C6D-4F5C-AB68-E1B6863AEA81}" destId="{B928EAE5-A6CB-4E6A-BBD6-ED4EBAD723C4}" srcOrd="0" destOrd="0" presId="urn:microsoft.com/office/officeart/2009/3/layout/HorizontalOrganizationChart"/>
    <dgm:cxn modelId="{4975EEFB-E52D-4D71-A7BE-09C79B0C0634}" type="presParOf" srcId="{FFD8E6D8-4C6D-4F5C-AB68-E1B6863AEA81}" destId="{832D572F-BAF4-404C-B59E-2B4E6A932820}" srcOrd="1" destOrd="0" presId="urn:microsoft.com/office/officeart/2009/3/layout/HorizontalOrganizationChart"/>
    <dgm:cxn modelId="{C44ACA72-1813-423A-895F-7568D653F72D}" type="presParOf" srcId="{583B0DBA-5A9B-49D7-B149-10FEA8FC2DA7}" destId="{63A38C78-55EA-4AB0-A1EC-BEC2370843D2}" srcOrd="1" destOrd="0" presId="urn:microsoft.com/office/officeart/2009/3/layout/HorizontalOrganizationChart"/>
    <dgm:cxn modelId="{E550C995-6895-4901-99C5-61FBAA615BA9}" type="presParOf" srcId="{583B0DBA-5A9B-49D7-B149-10FEA8FC2DA7}" destId="{23EFA915-EB7F-42D6-A44A-99A327D9A743}" srcOrd="2" destOrd="0" presId="urn:microsoft.com/office/officeart/2009/3/layout/HorizontalOrganizationChart"/>
    <dgm:cxn modelId="{B87BE641-7C62-4B6A-94C4-E9A140B7F543}" type="presParOf" srcId="{B2E36B8D-10F9-4CD6-8162-EDEFC96411E7}" destId="{6B20550D-CCFC-4092-8617-CBD85FEE0649}" srcOrd="2" destOrd="0" presId="urn:microsoft.com/office/officeart/2009/3/layout/HorizontalOrganizationChart"/>
    <dgm:cxn modelId="{8B7B6F29-C1C9-467C-88BA-35DF7E343D5E}" type="presParOf" srcId="{06381912-8CEE-4924-8ECA-3F3C5DB97E5E}" destId="{58E58D1B-6760-44DA-A20F-AC7F72AA1CA8}" srcOrd="2" destOrd="0" presId="urn:microsoft.com/office/officeart/2009/3/layout/HorizontalOrganizationChart"/>
    <dgm:cxn modelId="{C60E2CA1-1E3A-4652-B83B-BC8448981582}" type="presParOf" srcId="{243D5310-11A5-4DE1-A109-78FC57704E51}" destId="{E9FA3210-45C1-4391-8FD8-83E6606D1CBB}" srcOrd="4" destOrd="0" presId="urn:microsoft.com/office/officeart/2009/3/layout/HorizontalOrganizationChart"/>
    <dgm:cxn modelId="{050572EB-57A5-49E9-BAFE-AD9E8F45853C}" type="presParOf" srcId="{243D5310-11A5-4DE1-A109-78FC57704E51}" destId="{35FF6C1E-5002-426A-9640-0B274A9DA528}" srcOrd="5" destOrd="0" presId="urn:microsoft.com/office/officeart/2009/3/layout/HorizontalOrganizationChart"/>
    <dgm:cxn modelId="{DA192211-83F8-4A2F-BA21-D7423252CC22}" type="presParOf" srcId="{35FF6C1E-5002-426A-9640-0B274A9DA528}" destId="{E5B4FAF4-A36F-4661-A1E9-610AC4CBCE8A}" srcOrd="0" destOrd="0" presId="urn:microsoft.com/office/officeart/2009/3/layout/HorizontalOrganizationChart"/>
    <dgm:cxn modelId="{A44E0BFA-CCB0-455C-9301-3BC1AAFBF377}" type="presParOf" srcId="{E5B4FAF4-A36F-4661-A1E9-610AC4CBCE8A}" destId="{018216EE-B446-4AC4-8E76-37B039C8CD5F}" srcOrd="0" destOrd="0" presId="urn:microsoft.com/office/officeart/2009/3/layout/HorizontalOrganizationChart"/>
    <dgm:cxn modelId="{1C2CAA6E-E963-40F4-86FD-EF30F1B16AA5}" type="presParOf" srcId="{E5B4FAF4-A36F-4661-A1E9-610AC4CBCE8A}" destId="{E9E8EEB7-6757-4B15-9B03-4BAF36FC4A66}" srcOrd="1" destOrd="0" presId="urn:microsoft.com/office/officeart/2009/3/layout/HorizontalOrganizationChart"/>
    <dgm:cxn modelId="{5737B34D-FAE6-4346-9F0C-4BF80402DEFD}" type="presParOf" srcId="{35FF6C1E-5002-426A-9640-0B274A9DA528}" destId="{FD0E1B49-E5EE-4926-A186-90D6526C60ED}" srcOrd="1" destOrd="0" presId="urn:microsoft.com/office/officeart/2009/3/layout/HorizontalOrganizationChart"/>
    <dgm:cxn modelId="{212B8926-D0AD-4F35-849B-40D1FB3E6177}" type="presParOf" srcId="{FD0E1B49-E5EE-4926-A186-90D6526C60ED}" destId="{F19CF928-9FA2-4AB4-9D4B-3061419CBACF}" srcOrd="0" destOrd="0" presId="urn:microsoft.com/office/officeart/2009/3/layout/HorizontalOrganizationChart"/>
    <dgm:cxn modelId="{8BDCBEDA-A2B3-474A-8144-FA6E4DFE206C}" type="presParOf" srcId="{FD0E1B49-E5EE-4926-A186-90D6526C60ED}" destId="{14499547-0EB7-42F5-B6B2-F6A32593C1DD}" srcOrd="1" destOrd="0" presId="urn:microsoft.com/office/officeart/2009/3/layout/HorizontalOrganizationChart"/>
    <dgm:cxn modelId="{C5D1A986-FAD8-4E26-839A-F896738D7235}" type="presParOf" srcId="{14499547-0EB7-42F5-B6B2-F6A32593C1DD}" destId="{88D280F0-B9C8-44DC-AB92-C11432BC4169}" srcOrd="0" destOrd="0" presId="urn:microsoft.com/office/officeart/2009/3/layout/HorizontalOrganizationChart"/>
    <dgm:cxn modelId="{45D42DF8-BBA6-41A5-8F74-62EF83B5D970}" type="presParOf" srcId="{88D280F0-B9C8-44DC-AB92-C11432BC4169}" destId="{EC393624-98A2-4AF9-9CBE-7A83422CA36E}" srcOrd="0" destOrd="0" presId="urn:microsoft.com/office/officeart/2009/3/layout/HorizontalOrganizationChart"/>
    <dgm:cxn modelId="{E8FB515A-6267-414D-AE88-E5C3606D47F8}" type="presParOf" srcId="{88D280F0-B9C8-44DC-AB92-C11432BC4169}" destId="{8229B903-FC9E-4692-AFD9-E0A19FDB0834}" srcOrd="1" destOrd="0" presId="urn:microsoft.com/office/officeart/2009/3/layout/HorizontalOrganizationChart"/>
    <dgm:cxn modelId="{59B8F61A-4610-4428-A81B-DE30974A533E}" type="presParOf" srcId="{14499547-0EB7-42F5-B6B2-F6A32593C1DD}" destId="{2F64FEDD-3F92-4BC7-A9AD-415D89E92FB7}" srcOrd="1" destOrd="0" presId="urn:microsoft.com/office/officeart/2009/3/layout/HorizontalOrganizationChart"/>
    <dgm:cxn modelId="{BB3CF444-BFB0-46BA-823A-06859F14A9F6}" type="presParOf" srcId="{14499547-0EB7-42F5-B6B2-F6A32593C1DD}" destId="{FF139127-8D93-491F-B660-14672A483C9F}" srcOrd="2" destOrd="0" presId="urn:microsoft.com/office/officeart/2009/3/layout/HorizontalOrganizationChart"/>
    <dgm:cxn modelId="{09E662CF-421F-41A1-9B92-F57DF230CB83}" type="presParOf" srcId="{35FF6C1E-5002-426A-9640-0B274A9DA528}" destId="{30381262-A4DF-4424-B56B-7615C0487BFC}" srcOrd="2" destOrd="0" presId="urn:microsoft.com/office/officeart/2009/3/layout/HorizontalOrganizationChart"/>
    <dgm:cxn modelId="{6097C48B-CA1B-406A-B887-8759F1508873}" type="presParOf" srcId="{005727B7-F5D8-40AC-B994-95306D7FE34A}" destId="{3ADE87C6-B86D-4B43-BDE7-3C765BDDFBB2}"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8BB3D5-8048-48AB-8761-75FB6AC5E414}" type="doc">
      <dgm:prSet loTypeId="urn:microsoft.com/office/officeart/2009/3/layout/HorizontalOrganizationChart" loCatId="hierarchy" qsTypeId="urn:microsoft.com/office/officeart/2005/8/quickstyle/simple1" qsCatId="simple" csTypeId="urn:microsoft.com/office/officeart/2005/8/colors/accent1_2" csCatId="accent1" phldr="1"/>
      <dgm:spPr/>
      <dgm:t>
        <a:bodyPr/>
        <a:lstStyle/>
        <a:p>
          <a:endParaRPr lang="zh-CN" altLang="en-US"/>
        </a:p>
      </dgm:t>
    </dgm:pt>
    <dgm:pt modelId="{918DC7FA-0AF0-4B75-B2CF-A2BFD2FA4976}">
      <dgm:prSet phldrT="[文本]" custT="1">
        <dgm:style>
          <a:lnRef idx="3">
            <a:schemeClr val="lt1"/>
          </a:lnRef>
          <a:fillRef idx="1">
            <a:schemeClr val="accent2"/>
          </a:fillRef>
          <a:effectRef idx="1">
            <a:schemeClr val="accent2"/>
          </a:effectRef>
          <a:fontRef idx="minor">
            <a:schemeClr val="lt1"/>
          </a:fontRef>
        </dgm:style>
      </dgm:prSet>
      <dgm:spPr/>
      <dgm:t>
        <a:bodyPr/>
        <a:lstStyle/>
        <a:p>
          <a:r>
            <a:rPr lang="en-US" altLang="zh-CN" sz="2000" dirty="0">
              <a:solidFill>
                <a:schemeClr val="bg1"/>
              </a:solidFill>
            </a:rPr>
            <a:t>P</a:t>
          </a:r>
          <a:endParaRPr lang="zh-CN" altLang="en-US" sz="2000" dirty="0">
            <a:solidFill>
              <a:schemeClr val="bg1"/>
            </a:solidFill>
          </a:endParaRPr>
        </a:p>
      </dgm:t>
    </dgm:pt>
    <dgm:pt modelId="{AF19C7DA-2902-463D-883F-7436AD1C02F9}" type="parTrans" cxnId="{55C33312-B0FF-47EC-9979-5B014D92CB91}">
      <dgm:prSet/>
      <dgm:spPr/>
      <dgm:t>
        <a:bodyPr/>
        <a:lstStyle/>
        <a:p>
          <a:endParaRPr lang="zh-CN" altLang="en-US" sz="2000"/>
        </a:p>
      </dgm:t>
    </dgm:pt>
    <dgm:pt modelId="{D6C2EC4C-3DA2-4842-97FA-187F30653122}" type="sibTrans" cxnId="{55C33312-B0FF-47EC-9979-5B014D92CB91}">
      <dgm:prSet/>
      <dgm:spPr/>
      <dgm:t>
        <a:bodyPr/>
        <a:lstStyle/>
        <a:p>
          <a:endParaRPr lang="zh-CN" altLang="en-US" sz="2000"/>
        </a:p>
      </dgm:t>
    </dgm:pt>
    <dgm:pt modelId="{8AA77F0E-3D99-47E1-8DFF-FA820D55B038}">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a, x</a:t>
          </a:r>
          <a:endParaRPr lang="zh-CN" altLang="en-US" sz="2000" dirty="0"/>
        </a:p>
      </dgm:t>
    </dgm:pt>
    <dgm:pt modelId="{CF0BF597-8E4C-42FE-B0D5-09264138D948}" type="parTrans" cxnId="{462DAF9D-E6AA-4A8C-B800-D7B2703F4880}">
      <dgm:prSet/>
      <dgm:spPr/>
      <dgm:t>
        <a:bodyPr/>
        <a:lstStyle/>
        <a:p>
          <a:endParaRPr lang="zh-CN" altLang="en-US" sz="2000"/>
        </a:p>
      </dgm:t>
    </dgm:pt>
    <dgm:pt modelId="{960F19C2-C061-4BBF-A04F-9781027C4985}" type="sibTrans" cxnId="{462DAF9D-E6AA-4A8C-B800-D7B2703F4880}">
      <dgm:prSet/>
      <dgm:spPr/>
      <dgm:t>
        <a:bodyPr/>
        <a:lstStyle/>
        <a:p>
          <a:endParaRPr lang="zh-CN" altLang="en-US" sz="2000"/>
        </a:p>
      </dgm:t>
    </dgm:pt>
    <dgm:pt modelId="{2DE5D546-A890-47CD-8283-DF110994CB41}">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Q</a:t>
          </a:r>
          <a:endParaRPr lang="zh-CN" altLang="en-US" sz="2000" dirty="0"/>
        </a:p>
      </dgm:t>
    </dgm:pt>
    <dgm:pt modelId="{9F36D6EF-EC35-4CB7-81A3-5C2E0F087AED}" type="parTrans" cxnId="{6A5988DB-3697-4768-94C4-6D86BF8BF6FA}">
      <dgm:prSet/>
      <dgm:spPr/>
      <dgm:t>
        <a:bodyPr/>
        <a:lstStyle/>
        <a:p>
          <a:endParaRPr lang="zh-CN" altLang="en-US" sz="2000"/>
        </a:p>
      </dgm:t>
    </dgm:pt>
    <dgm:pt modelId="{7F4ED1DB-2C2C-466C-8084-381BAC34D807}" type="sibTrans" cxnId="{6A5988DB-3697-4768-94C4-6D86BF8BF6FA}">
      <dgm:prSet/>
      <dgm:spPr/>
      <dgm:t>
        <a:bodyPr/>
        <a:lstStyle/>
        <a:p>
          <a:endParaRPr lang="zh-CN" altLang="en-US" sz="2000"/>
        </a:p>
      </dgm:t>
    </dgm:pt>
    <dgm:pt modelId="{5A70C0C9-6854-48B7-AF2D-F0309F035D9B}">
      <dgm:prSet phldrT="[文本]" custT="1">
        <dgm:style>
          <a:lnRef idx="3">
            <a:schemeClr val="lt1"/>
          </a:lnRef>
          <a:fillRef idx="1">
            <a:schemeClr val="accent6"/>
          </a:fillRef>
          <a:effectRef idx="1">
            <a:schemeClr val="accent6"/>
          </a:effectRef>
          <a:fontRef idx="minor">
            <a:schemeClr val="lt1"/>
          </a:fontRef>
        </dgm:style>
      </dgm:prSet>
      <dgm:spPr/>
      <dgm:t>
        <a:bodyPr/>
        <a:lstStyle/>
        <a:p>
          <a:r>
            <a:rPr lang="en-US" altLang="zh-CN" sz="2000" dirty="0"/>
            <a:t>S</a:t>
          </a:r>
          <a:endParaRPr lang="zh-CN" altLang="en-US" sz="2000" dirty="0"/>
        </a:p>
      </dgm:t>
    </dgm:pt>
    <dgm:pt modelId="{E60213E8-E36E-44F6-AEBC-9C446582FF69}" type="parTrans" cxnId="{A09ADFD3-9789-4015-AB55-A6DAB03CF22E}">
      <dgm:prSet/>
      <dgm:spPr/>
      <dgm:t>
        <a:bodyPr/>
        <a:lstStyle/>
        <a:p>
          <a:endParaRPr lang="zh-CN" altLang="en-US" sz="2000"/>
        </a:p>
      </dgm:t>
    </dgm:pt>
    <dgm:pt modelId="{E121C98C-23CF-4157-98DC-EB570D9C1948}" type="sibTrans" cxnId="{A09ADFD3-9789-4015-AB55-A6DAB03CF22E}">
      <dgm:prSet/>
      <dgm:spPr/>
      <dgm:t>
        <a:bodyPr/>
        <a:lstStyle/>
        <a:p>
          <a:endParaRPr lang="zh-CN" altLang="en-US" sz="2000"/>
        </a:p>
      </dgm:t>
    </dgm:pt>
    <dgm:pt modelId="{035A7AC7-85A6-4A41-A6D6-C9FA5ADACF4B}">
      <dgm:prSet phldrT="[文本]" custT="1"/>
      <dgm:spPr/>
      <dgm:t>
        <a:bodyPr/>
        <a:lstStyle/>
        <a:p>
          <a:r>
            <a:rPr lang="en-US" altLang="zh-CN" sz="2000" dirty="0"/>
            <a:t>b</a:t>
          </a:r>
          <a:endParaRPr lang="zh-CN" altLang="en-US" sz="2000" dirty="0"/>
        </a:p>
      </dgm:t>
    </dgm:pt>
    <dgm:pt modelId="{122F36AD-2D2D-419C-8124-016F29D96226}" type="parTrans" cxnId="{6DC89251-D0C4-4BEF-9621-E06E97B34BF6}">
      <dgm:prSet/>
      <dgm:spPr/>
      <dgm:t>
        <a:bodyPr/>
        <a:lstStyle/>
        <a:p>
          <a:endParaRPr lang="zh-CN" altLang="en-US" sz="2000"/>
        </a:p>
      </dgm:t>
    </dgm:pt>
    <dgm:pt modelId="{E716DF01-B3A8-43A9-A487-3CEA9B4FAB85}" type="sibTrans" cxnId="{6DC89251-D0C4-4BEF-9621-E06E97B34BF6}">
      <dgm:prSet/>
      <dgm:spPr/>
      <dgm:t>
        <a:bodyPr/>
        <a:lstStyle/>
        <a:p>
          <a:endParaRPr lang="zh-CN" altLang="en-US" sz="2000"/>
        </a:p>
      </dgm:t>
    </dgm:pt>
    <dgm:pt modelId="{42C5FA19-8882-44C4-A556-13BFB0A87210}">
      <dgm:prSet phldrT="[文本]" custT="1"/>
      <dgm:spPr/>
      <dgm:t>
        <a:bodyPr/>
        <a:lstStyle/>
        <a:p>
          <a:r>
            <a:rPr lang="en-US" altLang="zh-CN" sz="2000" dirty="0" err="1"/>
            <a:t>i</a:t>
          </a:r>
          <a:endParaRPr lang="zh-CN" altLang="en-US" sz="2000" dirty="0"/>
        </a:p>
      </dgm:t>
    </dgm:pt>
    <dgm:pt modelId="{BA4B481A-135F-45D4-AE53-2E53AE4163E9}" type="parTrans" cxnId="{3079CDD9-5725-4D54-AFB6-E0F7773BFA12}">
      <dgm:prSet/>
      <dgm:spPr/>
      <dgm:t>
        <a:bodyPr/>
        <a:lstStyle/>
        <a:p>
          <a:endParaRPr lang="zh-CN" altLang="en-US" sz="2000"/>
        </a:p>
      </dgm:t>
    </dgm:pt>
    <dgm:pt modelId="{E103DADF-2A2A-46E7-B366-3148AAC79B35}" type="sibTrans" cxnId="{3079CDD9-5725-4D54-AFB6-E0F7773BFA12}">
      <dgm:prSet/>
      <dgm:spPr/>
      <dgm:t>
        <a:bodyPr/>
        <a:lstStyle/>
        <a:p>
          <a:endParaRPr lang="zh-CN" altLang="en-US" sz="2000"/>
        </a:p>
      </dgm:t>
    </dgm:pt>
    <dgm:pt modelId="{386EFA8D-9045-4489-8275-9DE92635BA02}">
      <dgm:prSet phldrT="[文本]" custT="1"/>
      <dgm:spPr/>
      <dgm:t>
        <a:bodyPr/>
        <a:lstStyle/>
        <a:p>
          <a:r>
            <a:rPr lang="en-US" altLang="zh-CN" sz="2000" dirty="0"/>
            <a:t>R</a:t>
          </a:r>
          <a:endParaRPr lang="zh-CN" altLang="en-US" sz="2000" dirty="0"/>
        </a:p>
      </dgm:t>
    </dgm:pt>
    <dgm:pt modelId="{EFA5248A-6348-4126-AA0A-2B5CA29D0397}" type="parTrans" cxnId="{90DB9C50-E393-4035-921A-541FEDF4362A}">
      <dgm:prSet/>
      <dgm:spPr/>
      <dgm:t>
        <a:bodyPr/>
        <a:lstStyle/>
        <a:p>
          <a:endParaRPr lang="zh-CN" altLang="en-US" sz="2000"/>
        </a:p>
      </dgm:t>
    </dgm:pt>
    <dgm:pt modelId="{FF5D8A68-7445-4190-94D8-61E819A918A1}" type="sibTrans" cxnId="{90DB9C50-E393-4035-921A-541FEDF4362A}">
      <dgm:prSet/>
      <dgm:spPr/>
      <dgm:t>
        <a:bodyPr/>
        <a:lstStyle/>
        <a:p>
          <a:endParaRPr lang="zh-CN" altLang="en-US" sz="2000"/>
        </a:p>
      </dgm:t>
    </dgm:pt>
    <dgm:pt modelId="{06DF3652-1039-4149-B00E-6C90EF9AC1AE}">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u, v</a:t>
          </a:r>
          <a:endParaRPr lang="zh-CN" altLang="en-US" sz="2000" dirty="0"/>
        </a:p>
      </dgm:t>
    </dgm:pt>
    <dgm:pt modelId="{0A159D68-383D-4D6A-B08A-3AA90879F71F}" type="parTrans" cxnId="{5E0D851D-E15E-402E-85D7-A74F0713A53C}">
      <dgm:prSet/>
      <dgm:spPr/>
      <dgm:t>
        <a:bodyPr/>
        <a:lstStyle/>
        <a:p>
          <a:endParaRPr lang="zh-CN" altLang="en-US" sz="2000"/>
        </a:p>
      </dgm:t>
    </dgm:pt>
    <dgm:pt modelId="{8E9A9D76-1678-4755-B039-74FAA1B274C0}" type="sibTrans" cxnId="{5E0D851D-E15E-402E-85D7-A74F0713A53C}">
      <dgm:prSet/>
      <dgm:spPr/>
      <dgm:t>
        <a:bodyPr/>
        <a:lstStyle/>
        <a:p>
          <a:endParaRPr lang="zh-CN" altLang="en-US" sz="2000"/>
        </a:p>
      </dgm:t>
    </dgm:pt>
    <dgm:pt modelId="{7DE49922-49A2-415B-9C2C-6E86041CABD1}">
      <dgm:prSet phldrT="[文本]" custT="1">
        <dgm:style>
          <a:lnRef idx="3">
            <a:schemeClr val="lt1"/>
          </a:lnRef>
          <a:fillRef idx="1">
            <a:schemeClr val="accent5"/>
          </a:fillRef>
          <a:effectRef idx="1">
            <a:schemeClr val="accent5"/>
          </a:effectRef>
          <a:fontRef idx="minor">
            <a:schemeClr val="lt1"/>
          </a:fontRef>
        </dgm:style>
      </dgm:prSet>
      <dgm:spPr/>
      <dgm:t>
        <a:bodyPr/>
        <a:lstStyle/>
        <a:p>
          <a:r>
            <a:rPr lang="en-US" altLang="zh-CN" sz="2000" dirty="0"/>
            <a:t>c, d</a:t>
          </a:r>
          <a:endParaRPr lang="zh-CN" altLang="en-US" sz="2000" dirty="0"/>
        </a:p>
      </dgm:t>
    </dgm:pt>
    <dgm:pt modelId="{E62457E9-CA7B-42D8-A0C3-30359A363279}" type="parTrans" cxnId="{8965FA5C-B72E-49A5-8D9E-294BD1DFA945}">
      <dgm:prSet/>
      <dgm:spPr/>
      <dgm:t>
        <a:bodyPr/>
        <a:lstStyle/>
        <a:p>
          <a:endParaRPr lang="zh-CN" altLang="en-US" sz="2000"/>
        </a:p>
      </dgm:t>
    </dgm:pt>
    <dgm:pt modelId="{8FA87B90-3164-4F98-9DAF-05B48C556370}" type="sibTrans" cxnId="{8965FA5C-B72E-49A5-8D9E-294BD1DFA945}">
      <dgm:prSet/>
      <dgm:spPr/>
      <dgm:t>
        <a:bodyPr/>
        <a:lstStyle/>
        <a:p>
          <a:endParaRPr lang="zh-CN" altLang="en-US" sz="2000"/>
        </a:p>
      </dgm:t>
    </dgm:pt>
    <dgm:pt modelId="{6250F3CA-3155-4342-BACF-9A4786DFFD82}">
      <dgm:prSet phldrT="[文本]" custT="1">
        <dgm:style>
          <a:lnRef idx="3">
            <a:schemeClr val="lt1"/>
          </a:lnRef>
          <a:fillRef idx="1">
            <a:schemeClr val="accent3"/>
          </a:fillRef>
          <a:effectRef idx="1">
            <a:schemeClr val="accent3"/>
          </a:effectRef>
          <a:fontRef idx="minor">
            <a:schemeClr val="lt1"/>
          </a:fontRef>
        </dgm:style>
      </dgm:prSet>
      <dgm:spPr/>
      <dgm:t>
        <a:bodyPr/>
        <a:lstStyle/>
        <a:p>
          <a:r>
            <a:rPr lang="en-US" altLang="zh-CN" sz="2000" dirty="0"/>
            <a:t>c, </a:t>
          </a:r>
          <a:r>
            <a:rPr lang="en-US" altLang="zh-CN" sz="2000" dirty="0" err="1"/>
            <a:t>i</a:t>
          </a:r>
          <a:endParaRPr lang="zh-CN" altLang="en-US" sz="2000" dirty="0"/>
        </a:p>
      </dgm:t>
    </dgm:pt>
    <dgm:pt modelId="{1B137B7B-7642-4AEA-B68C-D306051DD986}" type="parTrans" cxnId="{7DF5A015-843D-4237-99B8-DB81DE8A085A}">
      <dgm:prSet/>
      <dgm:spPr/>
      <dgm:t>
        <a:bodyPr/>
        <a:lstStyle/>
        <a:p>
          <a:endParaRPr lang="zh-CN" altLang="en-US" sz="2000"/>
        </a:p>
      </dgm:t>
    </dgm:pt>
    <dgm:pt modelId="{6CE503C0-FC69-4617-A35C-7624F37EA649}" type="sibTrans" cxnId="{7DF5A015-843D-4237-99B8-DB81DE8A085A}">
      <dgm:prSet/>
      <dgm:spPr/>
      <dgm:t>
        <a:bodyPr/>
        <a:lstStyle/>
        <a:p>
          <a:endParaRPr lang="zh-CN" altLang="en-US" sz="2000"/>
        </a:p>
      </dgm:t>
    </dgm:pt>
    <dgm:pt modelId="{F2FF0580-E018-4668-92C2-41D7BBF87420}" type="pres">
      <dgm:prSet presAssocID="{ED8BB3D5-8048-48AB-8761-75FB6AC5E414}" presName="hierChild1" presStyleCnt="0">
        <dgm:presLayoutVars>
          <dgm:orgChart val="1"/>
          <dgm:chPref val="1"/>
          <dgm:dir/>
          <dgm:animOne val="branch"/>
          <dgm:animLvl val="lvl"/>
          <dgm:resizeHandles/>
        </dgm:presLayoutVars>
      </dgm:prSet>
      <dgm:spPr/>
    </dgm:pt>
    <dgm:pt modelId="{005727B7-F5D8-40AC-B994-95306D7FE34A}" type="pres">
      <dgm:prSet presAssocID="{918DC7FA-0AF0-4B75-B2CF-A2BFD2FA4976}" presName="hierRoot1" presStyleCnt="0">
        <dgm:presLayoutVars>
          <dgm:hierBranch val="init"/>
        </dgm:presLayoutVars>
      </dgm:prSet>
      <dgm:spPr/>
    </dgm:pt>
    <dgm:pt modelId="{56447085-996C-4D3D-AA8B-76AA5784C550}" type="pres">
      <dgm:prSet presAssocID="{918DC7FA-0AF0-4B75-B2CF-A2BFD2FA4976}" presName="rootComposite1" presStyleCnt="0"/>
      <dgm:spPr/>
    </dgm:pt>
    <dgm:pt modelId="{81DCB430-9FB7-4EE2-88F3-764BC6AC03B4}" type="pres">
      <dgm:prSet presAssocID="{918DC7FA-0AF0-4B75-B2CF-A2BFD2FA4976}" presName="rootText1" presStyleLbl="node0" presStyleIdx="0" presStyleCnt="1" custScaleX="110156" custScaleY="1558770">
        <dgm:presLayoutVars>
          <dgm:chPref val="3"/>
        </dgm:presLayoutVars>
      </dgm:prSet>
      <dgm:spPr/>
    </dgm:pt>
    <dgm:pt modelId="{86C27E31-2F9C-47B3-A34B-28267D3E7A01}" type="pres">
      <dgm:prSet presAssocID="{918DC7FA-0AF0-4B75-B2CF-A2BFD2FA4976}" presName="rootConnector1" presStyleLbl="node1" presStyleIdx="0" presStyleCnt="0"/>
      <dgm:spPr/>
    </dgm:pt>
    <dgm:pt modelId="{243D5310-11A5-4DE1-A109-78FC57704E51}" type="pres">
      <dgm:prSet presAssocID="{918DC7FA-0AF0-4B75-B2CF-A2BFD2FA4976}" presName="hierChild2" presStyleCnt="0"/>
      <dgm:spPr/>
    </dgm:pt>
    <dgm:pt modelId="{5B37E1BF-2E05-4C6B-AC01-42A8EE4CD08C}" type="pres">
      <dgm:prSet presAssocID="{CF0BF597-8E4C-42FE-B0D5-09264138D948}" presName="Name64" presStyleLbl="parChTrans1D2" presStyleIdx="0" presStyleCnt="3"/>
      <dgm:spPr/>
    </dgm:pt>
    <dgm:pt modelId="{8EE1CF70-30CE-41E8-B0D1-39127BE4BB74}" type="pres">
      <dgm:prSet presAssocID="{8AA77F0E-3D99-47E1-8DFF-FA820D55B038}" presName="hierRoot2" presStyleCnt="0">
        <dgm:presLayoutVars>
          <dgm:hierBranch val="init"/>
        </dgm:presLayoutVars>
      </dgm:prSet>
      <dgm:spPr/>
    </dgm:pt>
    <dgm:pt modelId="{9813875A-178B-414D-BEAD-7CA98B6FC8D0}" type="pres">
      <dgm:prSet presAssocID="{8AA77F0E-3D99-47E1-8DFF-FA820D55B038}" presName="rootComposite" presStyleCnt="0"/>
      <dgm:spPr/>
    </dgm:pt>
    <dgm:pt modelId="{B5EA670C-BC02-46EF-81DA-CCB1410A2777}" type="pres">
      <dgm:prSet presAssocID="{8AA77F0E-3D99-47E1-8DFF-FA820D55B038}" presName="rootText" presStyleLbl="node2" presStyleIdx="0" presStyleCnt="3" custScaleX="110156" custScaleY="219827">
        <dgm:presLayoutVars>
          <dgm:chPref val="3"/>
        </dgm:presLayoutVars>
      </dgm:prSet>
      <dgm:spPr/>
    </dgm:pt>
    <dgm:pt modelId="{6D632904-E37B-4684-984E-9285E1FF3571}" type="pres">
      <dgm:prSet presAssocID="{8AA77F0E-3D99-47E1-8DFF-FA820D55B038}" presName="rootConnector" presStyleLbl="node2" presStyleIdx="0" presStyleCnt="3"/>
      <dgm:spPr/>
    </dgm:pt>
    <dgm:pt modelId="{34F993FE-D62F-42EC-9BD8-5A8A21AE1502}" type="pres">
      <dgm:prSet presAssocID="{8AA77F0E-3D99-47E1-8DFF-FA820D55B038}" presName="hierChild4" presStyleCnt="0"/>
      <dgm:spPr/>
    </dgm:pt>
    <dgm:pt modelId="{C58095A1-B5B4-43F6-ABB6-F7B85AFB6B7D}" type="pres">
      <dgm:prSet presAssocID="{8AA77F0E-3D99-47E1-8DFF-FA820D55B038}" presName="hierChild5" presStyleCnt="0"/>
      <dgm:spPr/>
    </dgm:pt>
    <dgm:pt modelId="{F77C9366-75DD-43C5-BDE7-BA2D7CD1AFE8}" type="pres">
      <dgm:prSet presAssocID="{9F36D6EF-EC35-4CB7-81A3-5C2E0F087AED}" presName="Name64" presStyleLbl="parChTrans1D2" presStyleIdx="1" presStyleCnt="3"/>
      <dgm:spPr/>
    </dgm:pt>
    <dgm:pt modelId="{06381912-8CEE-4924-8ECA-3F3C5DB97E5E}" type="pres">
      <dgm:prSet presAssocID="{2DE5D546-A890-47CD-8283-DF110994CB41}" presName="hierRoot2" presStyleCnt="0">
        <dgm:presLayoutVars>
          <dgm:hierBranch val="init"/>
        </dgm:presLayoutVars>
      </dgm:prSet>
      <dgm:spPr/>
    </dgm:pt>
    <dgm:pt modelId="{4708BF89-359F-4EF2-B093-62AC79E49A29}" type="pres">
      <dgm:prSet presAssocID="{2DE5D546-A890-47CD-8283-DF110994CB41}" presName="rootComposite" presStyleCnt="0"/>
      <dgm:spPr/>
    </dgm:pt>
    <dgm:pt modelId="{3A6A72AE-75FC-4204-8F47-4C9B8D2126D1}" type="pres">
      <dgm:prSet presAssocID="{2DE5D546-A890-47CD-8283-DF110994CB41}" presName="rootText" presStyleLbl="node2" presStyleIdx="1" presStyleCnt="3" custScaleX="110156" custScaleY="1019196">
        <dgm:presLayoutVars>
          <dgm:chPref val="3"/>
        </dgm:presLayoutVars>
      </dgm:prSet>
      <dgm:spPr/>
    </dgm:pt>
    <dgm:pt modelId="{7751B55B-9932-4730-97BA-90C636418B69}" type="pres">
      <dgm:prSet presAssocID="{2DE5D546-A890-47CD-8283-DF110994CB41}" presName="rootConnector" presStyleLbl="node2" presStyleIdx="1" presStyleCnt="3"/>
      <dgm:spPr/>
    </dgm:pt>
    <dgm:pt modelId="{35A5B7BC-6388-445B-9E4B-5F838A86189B}" type="pres">
      <dgm:prSet presAssocID="{2DE5D546-A890-47CD-8283-DF110994CB41}" presName="hierChild4" presStyleCnt="0"/>
      <dgm:spPr/>
    </dgm:pt>
    <dgm:pt modelId="{62B32374-3183-47F2-A241-D3FBC0CCC237}" type="pres">
      <dgm:prSet presAssocID="{122F36AD-2D2D-419C-8124-016F29D96226}" presName="Name64" presStyleLbl="parChTrans1D3" presStyleIdx="0" presStyleCnt="4"/>
      <dgm:spPr/>
    </dgm:pt>
    <dgm:pt modelId="{3DEB83A7-2BCC-4DA9-8653-93FFC406EACC}" type="pres">
      <dgm:prSet presAssocID="{035A7AC7-85A6-4A41-A6D6-C9FA5ADACF4B}" presName="hierRoot2" presStyleCnt="0">
        <dgm:presLayoutVars>
          <dgm:hierBranch val="init"/>
        </dgm:presLayoutVars>
      </dgm:prSet>
      <dgm:spPr/>
    </dgm:pt>
    <dgm:pt modelId="{F674B7EE-BF32-4259-9633-2D279103B5EE}" type="pres">
      <dgm:prSet presAssocID="{035A7AC7-85A6-4A41-A6D6-C9FA5ADACF4B}" presName="rootComposite" presStyleCnt="0"/>
      <dgm:spPr/>
    </dgm:pt>
    <dgm:pt modelId="{237B9E37-BB5D-4D1F-A3E1-382E039123EB}" type="pres">
      <dgm:prSet presAssocID="{035A7AC7-85A6-4A41-A6D6-C9FA5ADACF4B}" presName="rootText" presStyleLbl="node3" presStyleIdx="0" presStyleCnt="4" custScaleX="110156" custScaleY="219827">
        <dgm:presLayoutVars>
          <dgm:chPref val="3"/>
        </dgm:presLayoutVars>
      </dgm:prSet>
      <dgm:spPr/>
    </dgm:pt>
    <dgm:pt modelId="{D780B47E-A379-426D-AABC-440025693D35}" type="pres">
      <dgm:prSet presAssocID="{035A7AC7-85A6-4A41-A6D6-C9FA5ADACF4B}" presName="rootConnector" presStyleLbl="node3" presStyleIdx="0" presStyleCnt="4"/>
      <dgm:spPr/>
    </dgm:pt>
    <dgm:pt modelId="{8B69DF59-CEDC-41A3-BB31-530AA24B38D0}" type="pres">
      <dgm:prSet presAssocID="{035A7AC7-85A6-4A41-A6D6-C9FA5ADACF4B}" presName="hierChild4" presStyleCnt="0"/>
      <dgm:spPr/>
    </dgm:pt>
    <dgm:pt modelId="{B89E825F-7C20-41C4-AFF6-0B616EE31148}" type="pres">
      <dgm:prSet presAssocID="{035A7AC7-85A6-4A41-A6D6-C9FA5ADACF4B}" presName="hierChild5" presStyleCnt="0"/>
      <dgm:spPr/>
    </dgm:pt>
    <dgm:pt modelId="{CDD1D1D1-83FA-419C-8D42-2B99B237CD83}" type="pres">
      <dgm:prSet presAssocID="{BA4B481A-135F-45D4-AE53-2E53AE4163E9}" presName="Name64" presStyleLbl="parChTrans1D3" presStyleIdx="1" presStyleCnt="4"/>
      <dgm:spPr/>
    </dgm:pt>
    <dgm:pt modelId="{A0FEAA78-5CAC-4047-8DDE-7813FA42FF99}" type="pres">
      <dgm:prSet presAssocID="{42C5FA19-8882-44C4-A556-13BFB0A87210}" presName="hierRoot2" presStyleCnt="0">
        <dgm:presLayoutVars>
          <dgm:hierBranch val="init"/>
        </dgm:presLayoutVars>
      </dgm:prSet>
      <dgm:spPr/>
    </dgm:pt>
    <dgm:pt modelId="{2B127B5D-34BD-49F0-A03E-AC74E5FB5BC2}" type="pres">
      <dgm:prSet presAssocID="{42C5FA19-8882-44C4-A556-13BFB0A87210}" presName="rootComposite" presStyleCnt="0"/>
      <dgm:spPr/>
    </dgm:pt>
    <dgm:pt modelId="{5335E1C5-BE2C-4030-86AC-794100F4765D}" type="pres">
      <dgm:prSet presAssocID="{42C5FA19-8882-44C4-A556-13BFB0A87210}" presName="rootText" presStyleLbl="node3" presStyleIdx="1" presStyleCnt="4" custScaleX="110156" custScaleY="219827">
        <dgm:presLayoutVars>
          <dgm:chPref val="3"/>
        </dgm:presLayoutVars>
      </dgm:prSet>
      <dgm:spPr/>
    </dgm:pt>
    <dgm:pt modelId="{A51FFDCD-824D-4316-A684-08B29F908458}" type="pres">
      <dgm:prSet presAssocID="{42C5FA19-8882-44C4-A556-13BFB0A87210}" presName="rootConnector" presStyleLbl="node3" presStyleIdx="1" presStyleCnt="4"/>
      <dgm:spPr/>
    </dgm:pt>
    <dgm:pt modelId="{5A7B72EE-CC98-4983-AF29-4AF819DAA58E}" type="pres">
      <dgm:prSet presAssocID="{42C5FA19-8882-44C4-A556-13BFB0A87210}" presName="hierChild4" presStyleCnt="0"/>
      <dgm:spPr/>
    </dgm:pt>
    <dgm:pt modelId="{56C30B26-8289-4F45-8B19-A16E0DCE86E9}" type="pres">
      <dgm:prSet presAssocID="{42C5FA19-8882-44C4-A556-13BFB0A87210}" presName="hierChild5" presStyleCnt="0"/>
      <dgm:spPr/>
    </dgm:pt>
    <dgm:pt modelId="{D5CBC433-8AF9-4B5D-8D75-8824B4986B30}" type="pres">
      <dgm:prSet presAssocID="{EFA5248A-6348-4126-AA0A-2B5CA29D0397}" presName="Name64" presStyleLbl="parChTrans1D3" presStyleIdx="2" presStyleCnt="4"/>
      <dgm:spPr/>
    </dgm:pt>
    <dgm:pt modelId="{B2E36B8D-10F9-4CD6-8162-EDEFC96411E7}" type="pres">
      <dgm:prSet presAssocID="{386EFA8D-9045-4489-8275-9DE92635BA02}" presName="hierRoot2" presStyleCnt="0">
        <dgm:presLayoutVars>
          <dgm:hierBranch val="init"/>
        </dgm:presLayoutVars>
      </dgm:prSet>
      <dgm:spPr/>
    </dgm:pt>
    <dgm:pt modelId="{E8D2C9EC-40EF-4983-BAD0-9C857173FCAF}" type="pres">
      <dgm:prSet presAssocID="{386EFA8D-9045-4489-8275-9DE92635BA02}" presName="rootComposite" presStyleCnt="0"/>
      <dgm:spPr/>
    </dgm:pt>
    <dgm:pt modelId="{600B61BF-0F19-4F47-8858-0D123EF976CB}" type="pres">
      <dgm:prSet presAssocID="{386EFA8D-9045-4489-8275-9DE92635BA02}" presName="rootText" presStyleLbl="node3" presStyleIdx="2" presStyleCnt="4" custScaleX="110156" custScaleY="479622">
        <dgm:presLayoutVars>
          <dgm:chPref val="3"/>
        </dgm:presLayoutVars>
      </dgm:prSet>
      <dgm:spPr/>
    </dgm:pt>
    <dgm:pt modelId="{5193ACEF-C53C-4837-A784-C966B379FC82}" type="pres">
      <dgm:prSet presAssocID="{386EFA8D-9045-4489-8275-9DE92635BA02}" presName="rootConnector" presStyleLbl="node3" presStyleIdx="2" presStyleCnt="4"/>
      <dgm:spPr/>
    </dgm:pt>
    <dgm:pt modelId="{98008CF2-5A2B-4642-8E3B-2979185E2B4B}" type="pres">
      <dgm:prSet presAssocID="{386EFA8D-9045-4489-8275-9DE92635BA02}" presName="hierChild4" presStyleCnt="0"/>
      <dgm:spPr/>
    </dgm:pt>
    <dgm:pt modelId="{F44DB776-BD48-417E-95FE-4CF2B482D68C}" type="pres">
      <dgm:prSet presAssocID="{0A159D68-383D-4D6A-B08A-3AA90879F71F}" presName="Name64" presStyleLbl="parChTrans1D4" presStyleIdx="0" presStyleCnt="2"/>
      <dgm:spPr/>
    </dgm:pt>
    <dgm:pt modelId="{969279B9-44A8-4874-ACF0-7CBC388E115B}" type="pres">
      <dgm:prSet presAssocID="{06DF3652-1039-4149-B00E-6C90EF9AC1AE}" presName="hierRoot2" presStyleCnt="0">
        <dgm:presLayoutVars>
          <dgm:hierBranch val="init"/>
        </dgm:presLayoutVars>
      </dgm:prSet>
      <dgm:spPr/>
    </dgm:pt>
    <dgm:pt modelId="{9070064F-6AC4-4D7B-8FC0-37EF2C1439DC}" type="pres">
      <dgm:prSet presAssocID="{06DF3652-1039-4149-B00E-6C90EF9AC1AE}" presName="rootComposite" presStyleCnt="0"/>
      <dgm:spPr/>
    </dgm:pt>
    <dgm:pt modelId="{84A376F7-6F8B-4FAB-B776-982C34CBDE06}" type="pres">
      <dgm:prSet presAssocID="{06DF3652-1039-4149-B00E-6C90EF9AC1AE}" presName="rootText" presStyleLbl="node4" presStyleIdx="0" presStyleCnt="2" custScaleX="110156" custScaleY="219827">
        <dgm:presLayoutVars>
          <dgm:chPref val="3"/>
        </dgm:presLayoutVars>
      </dgm:prSet>
      <dgm:spPr/>
    </dgm:pt>
    <dgm:pt modelId="{0A7258F8-6DB7-4C8F-83F5-37AFA22BBA6D}" type="pres">
      <dgm:prSet presAssocID="{06DF3652-1039-4149-B00E-6C90EF9AC1AE}" presName="rootConnector" presStyleLbl="node4" presStyleIdx="0" presStyleCnt="2"/>
      <dgm:spPr/>
    </dgm:pt>
    <dgm:pt modelId="{C162B121-DE85-4732-B839-1F84356B59A6}" type="pres">
      <dgm:prSet presAssocID="{06DF3652-1039-4149-B00E-6C90EF9AC1AE}" presName="hierChild4" presStyleCnt="0"/>
      <dgm:spPr/>
    </dgm:pt>
    <dgm:pt modelId="{F07F4CB6-43CA-41D9-8331-A04BC2CFD233}" type="pres">
      <dgm:prSet presAssocID="{06DF3652-1039-4149-B00E-6C90EF9AC1AE}" presName="hierChild5" presStyleCnt="0"/>
      <dgm:spPr/>
    </dgm:pt>
    <dgm:pt modelId="{5D528C50-DE38-4099-9EAC-4D454C934301}" type="pres">
      <dgm:prSet presAssocID="{E62457E9-CA7B-42D8-A0C3-30359A363279}" presName="Name64" presStyleLbl="parChTrans1D4" presStyleIdx="1" presStyleCnt="2"/>
      <dgm:spPr/>
    </dgm:pt>
    <dgm:pt modelId="{583B0DBA-5A9B-49D7-B149-10FEA8FC2DA7}" type="pres">
      <dgm:prSet presAssocID="{7DE49922-49A2-415B-9C2C-6E86041CABD1}" presName="hierRoot2" presStyleCnt="0">
        <dgm:presLayoutVars>
          <dgm:hierBranch val="init"/>
        </dgm:presLayoutVars>
      </dgm:prSet>
      <dgm:spPr/>
    </dgm:pt>
    <dgm:pt modelId="{FFD8E6D8-4C6D-4F5C-AB68-E1B6863AEA81}" type="pres">
      <dgm:prSet presAssocID="{7DE49922-49A2-415B-9C2C-6E86041CABD1}" presName="rootComposite" presStyleCnt="0"/>
      <dgm:spPr/>
    </dgm:pt>
    <dgm:pt modelId="{B928EAE5-A6CB-4E6A-BBD6-ED4EBAD723C4}" type="pres">
      <dgm:prSet presAssocID="{7DE49922-49A2-415B-9C2C-6E86041CABD1}" presName="rootText" presStyleLbl="node4" presStyleIdx="1" presStyleCnt="2" custScaleX="110156" custScaleY="219827">
        <dgm:presLayoutVars>
          <dgm:chPref val="3"/>
        </dgm:presLayoutVars>
      </dgm:prSet>
      <dgm:spPr/>
    </dgm:pt>
    <dgm:pt modelId="{832D572F-BAF4-404C-B59E-2B4E6A932820}" type="pres">
      <dgm:prSet presAssocID="{7DE49922-49A2-415B-9C2C-6E86041CABD1}" presName="rootConnector" presStyleLbl="node4" presStyleIdx="1" presStyleCnt="2"/>
      <dgm:spPr/>
    </dgm:pt>
    <dgm:pt modelId="{63A38C78-55EA-4AB0-A1EC-BEC2370843D2}" type="pres">
      <dgm:prSet presAssocID="{7DE49922-49A2-415B-9C2C-6E86041CABD1}" presName="hierChild4" presStyleCnt="0"/>
      <dgm:spPr/>
    </dgm:pt>
    <dgm:pt modelId="{23EFA915-EB7F-42D6-A44A-99A327D9A743}" type="pres">
      <dgm:prSet presAssocID="{7DE49922-49A2-415B-9C2C-6E86041CABD1}" presName="hierChild5" presStyleCnt="0"/>
      <dgm:spPr/>
    </dgm:pt>
    <dgm:pt modelId="{6B20550D-CCFC-4092-8617-CBD85FEE0649}" type="pres">
      <dgm:prSet presAssocID="{386EFA8D-9045-4489-8275-9DE92635BA02}" presName="hierChild5" presStyleCnt="0"/>
      <dgm:spPr/>
    </dgm:pt>
    <dgm:pt modelId="{58E58D1B-6760-44DA-A20F-AC7F72AA1CA8}" type="pres">
      <dgm:prSet presAssocID="{2DE5D546-A890-47CD-8283-DF110994CB41}" presName="hierChild5" presStyleCnt="0"/>
      <dgm:spPr/>
    </dgm:pt>
    <dgm:pt modelId="{E9FA3210-45C1-4391-8FD8-83E6606D1CBB}" type="pres">
      <dgm:prSet presAssocID="{E60213E8-E36E-44F6-AEBC-9C446582FF69}" presName="Name64" presStyleLbl="parChTrans1D2" presStyleIdx="2" presStyleCnt="3"/>
      <dgm:spPr/>
    </dgm:pt>
    <dgm:pt modelId="{35FF6C1E-5002-426A-9640-0B274A9DA528}" type="pres">
      <dgm:prSet presAssocID="{5A70C0C9-6854-48B7-AF2D-F0309F035D9B}" presName="hierRoot2" presStyleCnt="0">
        <dgm:presLayoutVars>
          <dgm:hierBranch val="init"/>
        </dgm:presLayoutVars>
      </dgm:prSet>
      <dgm:spPr/>
    </dgm:pt>
    <dgm:pt modelId="{E5B4FAF4-A36F-4661-A1E9-610AC4CBCE8A}" type="pres">
      <dgm:prSet presAssocID="{5A70C0C9-6854-48B7-AF2D-F0309F035D9B}" presName="rootComposite" presStyleCnt="0"/>
      <dgm:spPr/>
    </dgm:pt>
    <dgm:pt modelId="{018216EE-B446-4AC4-8E76-37B039C8CD5F}" type="pres">
      <dgm:prSet presAssocID="{5A70C0C9-6854-48B7-AF2D-F0309F035D9B}" presName="rootText" presStyleLbl="node2" presStyleIdx="2" presStyleCnt="3" custScaleX="110156" custScaleY="219827">
        <dgm:presLayoutVars>
          <dgm:chPref val="3"/>
        </dgm:presLayoutVars>
      </dgm:prSet>
      <dgm:spPr/>
    </dgm:pt>
    <dgm:pt modelId="{E9E8EEB7-6757-4B15-9B03-4BAF36FC4A66}" type="pres">
      <dgm:prSet presAssocID="{5A70C0C9-6854-48B7-AF2D-F0309F035D9B}" presName="rootConnector" presStyleLbl="node2" presStyleIdx="2" presStyleCnt="3"/>
      <dgm:spPr/>
    </dgm:pt>
    <dgm:pt modelId="{FD0E1B49-E5EE-4926-A186-90D6526C60ED}" type="pres">
      <dgm:prSet presAssocID="{5A70C0C9-6854-48B7-AF2D-F0309F035D9B}" presName="hierChild4" presStyleCnt="0"/>
      <dgm:spPr/>
    </dgm:pt>
    <dgm:pt modelId="{F19CF928-9FA2-4AB4-9D4B-3061419CBACF}" type="pres">
      <dgm:prSet presAssocID="{1B137B7B-7642-4AEA-B68C-D306051DD986}" presName="Name64" presStyleLbl="parChTrans1D3" presStyleIdx="3" presStyleCnt="4"/>
      <dgm:spPr/>
    </dgm:pt>
    <dgm:pt modelId="{14499547-0EB7-42F5-B6B2-F6A32593C1DD}" type="pres">
      <dgm:prSet presAssocID="{6250F3CA-3155-4342-BACF-9A4786DFFD82}" presName="hierRoot2" presStyleCnt="0">
        <dgm:presLayoutVars>
          <dgm:hierBranch val="init"/>
        </dgm:presLayoutVars>
      </dgm:prSet>
      <dgm:spPr/>
    </dgm:pt>
    <dgm:pt modelId="{88D280F0-B9C8-44DC-AB92-C11432BC4169}" type="pres">
      <dgm:prSet presAssocID="{6250F3CA-3155-4342-BACF-9A4786DFFD82}" presName="rootComposite" presStyleCnt="0"/>
      <dgm:spPr/>
    </dgm:pt>
    <dgm:pt modelId="{EC393624-98A2-4AF9-9CBE-7A83422CA36E}" type="pres">
      <dgm:prSet presAssocID="{6250F3CA-3155-4342-BACF-9A4786DFFD82}" presName="rootText" presStyleLbl="node3" presStyleIdx="3" presStyleCnt="4" custScaleX="110156" custScaleY="219827">
        <dgm:presLayoutVars>
          <dgm:chPref val="3"/>
        </dgm:presLayoutVars>
      </dgm:prSet>
      <dgm:spPr/>
    </dgm:pt>
    <dgm:pt modelId="{8229B903-FC9E-4692-AFD9-E0A19FDB0834}" type="pres">
      <dgm:prSet presAssocID="{6250F3CA-3155-4342-BACF-9A4786DFFD82}" presName="rootConnector" presStyleLbl="node3" presStyleIdx="3" presStyleCnt="4"/>
      <dgm:spPr/>
    </dgm:pt>
    <dgm:pt modelId="{2F64FEDD-3F92-4BC7-A9AD-415D89E92FB7}" type="pres">
      <dgm:prSet presAssocID="{6250F3CA-3155-4342-BACF-9A4786DFFD82}" presName="hierChild4" presStyleCnt="0"/>
      <dgm:spPr/>
    </dgm:pt>
    <dgm:pt modelId="{FF139127-8D93-491F-B660-14672A483C9F}" type="pres">
      <dgm:prSet presAssocID="{6250F3CA-3155-4342-BACF-9A4786DFFD82}" presName="hierChild5" presStyleCnt="0"/>
      <dgm:spPr/>
    </dgm:pt>
    <dgm:pt modelId="{30381262-A4DF-4424-B56B-7615C0487BFC}" type="pres">
      <dgm:prSet presAssocID="{5A70C0C9-6854-48B7-AF2D-F0309F035D9B}" presName="hierChild5" presStyleCnt="0"/>
      <dgm:spPr/>
    </dgm:pt>
    <dgm:pt modelId="{3ADE87C6-B86D-4B43-BDE7-3C765BDDFBB2}" type="pres">
      <dgm:prSet presAssocID="{918DC7FA-0AF0-4B75-B2CF-A2BFD2FA4976}" presName="hierChild3" presStyleCnt="0"/>
      <dgm:spPr/>
    </dgm:pt>
  </dgm:ptLst>
  <dgm:cxnLst>
    <dgm:cxn modelId="{4E63AE00-7A28-49C2-802D-27FDCE94B024}" type="presOf" srcId="{CF0BF597-8E4C-42FE-B0D5-09264138D948}" destId="{5B37E1BF-2E05-4C6B-AC01-42A8EE4CD08C}" srcOrd="0" destOrd="0" presId="urn:microsoft.com/office/officeart/2009/3/layout/HorizontalOrganizationChart"/>
    <dgm:cxn modelId="{C77F280C-C13C-4DC1-873A-F022F416A8D1}" type="presOf" srcId="{6250F3CA-3155-4342-BACF-9A4786DFFD82}" destId="{EC393624-98A2-4AF9-9CBE-7A83422CA36E}" srcOrd="0" destOrd="0" presId="urn:microsoft.com/office/officeart/2009/3/layout/HorizontalOrganizationChart"/>
    <dgm:cxn modelId="{55C33312-B0FF-47EC-9979-5B014D92CB91}" srcId="{ED8BB3D5-8048-48AB-8761-75FB6AC5E414}" destId="{918DC7FA-0AF0-4B75-B2CF-A2BFD2FA4976}" srcOrd="0" destOrd="0" parTransId="{AF19C7DA-2902-463D-883F-7436AD1C02F9}" sibTransId="{D6C2EC4C-3DA2-4842-97FA-187F30653122}"/>
    <dgm:cxn modelId="{7DF5A015-843D-4237-99B8-DB81DE8A085A}" srcId="{5A70C0C9-6854-48B7-AF2D-F0309F035D9B}" destId="{6250F3CA-3155-4342-BACF-9A4786DFFD82}" srcOrd="0" destOrd="0" parTransId="{1B137B7B-7642-4AEA-B68C-D306051DD986}" sibTransId="{6CE503C0-FC69-4617-A35C-7624F37EA649}"/>
    <dgm:cxn modelId="{900B721D-02CC-4BA6-ABD9-2186A080DDFF}" type="presOf" srcId="{1B137B7B-7642-4AEA-B68C-D306051DD986}" destId="{F19CF928-9FA2-4AB4-9D4B-3061419CBACF}" srcOrd="0" destOrd="0" presId="urn:microsoft.com/office/officeart/2009/3/layout/HorizontalOrganizationChart"/>
    <dgm:cxn modelId="{5E0D851D-E15E-402E-85D7-A74F0713A53C}" srcId="{386EFA8D-9045-4489-8275-9DE92635BA02}" destId="{06DF3652-1039-4149-B00E-6C90EF9AC1AE}" srcOrd="0" destOrd="0" parTransId="{0A159D68-383D-4D6A-B08A-3AA90879F71F}" sibTransId="{8E9A9D76-1678-4755-B039-74FAA1B274C0}"/>
    <dgm:cxn modelId="{96380327-BB4B-4E6C-8FFD-DC28C9DF910E}" type="presOf" srcId="{8AA77F0E-3D99-47E1-8DFF-FA820D55B038}" destId="{B5EA670C-BC02-46EF-81DA-CCB1410A2777}" srcOrd="0" destOrd="0" presId="urn:microsoft.com/office/officeart/2009/3/layout/HorizontalOrganizationChart"/>
    <dgm:cxn modelId="{99761C29-1239-4508-9F5C-455FF8A23976}" type="presOf" srcId="{035A7AC7-85A6-4A41-A6D6-C9FA5ADACF4B}" destId="{D780B47E-A379-426D-AABC-440025693D35}" srcOrd="1" destOrd="0" presId="urn:microsoft.com/office/officeart/2009/3/layout/HorizontalOrganizationChart"/>
    <dgm:cxn modelId="{F3D7B42C-93E3-43A3-9E6A-5686D604864C}" type="presOf" srcId="{7DE49922-49A2-415B-9C2C-6E86041CABD1}" destId="{B928EAE5-A6CB-4E6A-BBD6-ED4EBAD723C4}" srcOrd="0" destOrd="0" presId="urn:microsoft.com/office/officeart/2009/3/layout/HorizontalOrganizationChart"/>
    <dgm:cxn modelId="{3321CC36-AB31-479A-9A34-31CD66EB9219}" type="presOf" srcId="{42C5FA19-8882-44C4-A556-13BFB0A87210}" destId="{5335E1C5-BE2C-4030-86AC-794100F4765D}" srcOrd="0" destOrd="0" presId="urn:microsoft.com/office/officeart/2009/3/layout/HorizontalOrganizationChart"/>
    <dgm:cxn modelId="{74988E3F-DBD0-46D9-8AF6-3CCE873794F7}" type="presOf" srcId="{ED8BB3D5-8048-48AB-8761-75FB6AC5E414}" destId="{F2FF0580-E018-4668-92C2-41D7BBF87420}" srcOrd="0" destOrd="0" presId="urn:microsoft.com/office/officeart/2009/3/layout/HorizontalOrganizationChart"/>
    <dgm:cxn modelId="{32FFC13F-C568-498C-8CAC-68DD3D9C8914}" type="presOf" srcId="{06DF3652-1039-4149-B00E-6C90EF9AC1AE}" destId="{84A376F7-6F8B-4FAB-B776-982C34CBDE06}" srcOrd="0" destOrd="0" presId="urn:microsoft.com/office/officeart/2009/3/layout/HorizontalOrganizationChart"/>
    <dgm:cxn modelId="{E473B85C-6609-40BE-A85B-D7277FEFD2C2}" type="presOf" srcId="{8AA77F0E-3D99-47E1-8DFF-FA820D55B038}" destId="{6D632904-E37B-4684-984E-9285E1FF3571}" srcOrd="1" destOrd="0" presId="urn:microsoft.com/office/officeart/2009/3/layout/HorizontalOrganizationChart"/>
    <dgm:cxn modelId="{8965FA5C-B72E-49A5-8D9E-294BD1DFA945}" srcId="{386EFA8D-9045-4489-8275-9DE92635BA02}" destId="{7DE49922-49A2-415B-9C2C-6E86041CABD1}" srcOrd="1" destOrd="0" parTransId="{E62457E9-CA7B-42D8-A0C3-30359A363279}" sibTransId="{8FA87B90-3164-4F98-9DAF-05B48C556370}"/>
    <dgm:cxn modelId="{81199D62-5BD1-4C44-A278-56CFDADC28DC}" type="presOf" srcId="{918DC7FA-0AF0-4B75-B2CF-A2BFD2FA4976}" destId="{81DCB430-9FB7-4EE2-88F3-764BC6AC03B4}" srcOrd="0" destOrd="0" presId="urn:microsoft.com/office/officeart/2009/3/layout/HorizontalOrganizationChart"/>
    <dgm:cxn modelId="{28EAF94F-A698-4C86-AD4E-5ADDCAFA13FA}" type="presOf" srcId="{9F36D6EF-EC35-4CB7-81A3-5C2E0F087AED}" destId="{F77C9366-75DD-43C5-BDE7-BA2D7CD1AFE8}" srcOrd="0" destOrd="0" presId="urn:microsoft.com/office/officeart/2009/3/layout/HorizontalOrganizationChart"/>
    <dgm:cxn modelId="{380AFD6F-CD4B-4D08-ADBC-DC94B0578A60}" type="presOf" srcId="{2DE5D546-A890-47CD-8283-DF110994CB41}" destId="{7751B55B-9932-4730-97BA-90C636418B69}" srcOrd="1" destOrd="0" presId="urn:microsoft.com/office/officeart/2009/3/layout/HorizontalOrganizationChart"/>
    <dgm:cxn modelId="{90DB9C50-E393-4035-921A-541FEDF4362A}" srcId="{2DE5D546-A890-47CD-8283-DF110994CB41}" destId="{386EFA8D-9045-4489-8275-9DE92635BA02}" srcOrd="2" destOrd="0" parTransId="{EFA5248A-6348-4126-AA0A-2B5CA29D0397}" sibTransId="{FF5D8A68-7445-4190-94D8-61E819A918A1}"/>
    <dgm:cxn modelId="{55C32D71-7391-4BA5-946D-DA418502CA07}" type="presOf" srcId="{6250F3CA-3155-4342-BACF-9A4786DFFD82}" destId="{8229B903-FC9E-4692-AFD9-E0A19FDB0834}" srcOrd="1" destOrd="0" presId="urn:microsoft.com/office/officeart/2009/3/layout/HorizontalOrganizationChart"/>
    <dgm:cxn modelId="{6DC89251-D0C4-4BEF-9621-E06E97B34BF6}" srcId="{2DE5D546-A890-47CD-8283-DF110994CB41}" destId="{035A7AC7-85A6-4A41-A6D6-C9FA5ADACF4B}" srcOrd="0" destOrd="0" parTransId="{122F36AD-2D2D-419C-8124-016F29D96226}" sibTransId="{E716DF01-B3A8-43A9-A487-3CEA9B4FAB85}"/>
    <dgm:cxn modelId="{B0DFA876-DA6A-468A-BE59-2E334257ED00}" type="presOf" srcId="{E60213E8-E36E-44F6-AEBC-9C446582FF69}" destId="{E9FA3210-45C1-4391-8FD8-83E6606D1CBB}" srcOrd="0" destOrd="0" presId="urn:microsoft.com/office/officeart/2009/3/layout/HorizontalOrganizationChart"/>
    <dgm:cxn modelId="{16647777-367B-42BA-BCE6-C2C14502D664}" type="presOf" srcId="{7DE49922-49A2-415B-9C2C-6E86041CABD1}" destId="{832D572F-BAF4-404C-B59E-2B4E6A932820}" srcOrd="1" destOrd="0" presId="urn:microsoft.com/office/officeart/2009/3/layout/HorizontalOrganizationChart"/>
    <dgm:cxn modelId="{7513CE82-5034-4DE6-A6BA-59DE35107FEE}" type="presOf" srcId="{5A70C0C9-6854-48B7-AF2D-F0309F035D9B}" destId="{E9E8EEB7-6757-4B15-9B03-4BAF36FC4A66}" srcOrd="1" destOrd="0" presId="urn:microsoft.com/office/officeart/2009/3/layout/HorizontalOrganizationChart"/>
    <dgm:cxn modelId="{B8ABFA8A-67D5-497E-AD11-158A079E72BB}" type="presOf" srcId="{06DF3652-1039-4149-B00E-6C90EF9AC1AE}" destId="{0A7258F8-6DB7-4C8F-83F5-37AFA22BBA6D}" srcOrd="1" destOrd="0" presId="urn:microsoft.com/office/officeart/2009/3/layout/HorizontalOrganizationChart"/>
    <dgm:cxn modelId="{86B2348E-471B-4025-A6CD-7343850B9ADB}" type="presOf" srcId="{BA4B481A-135F-45D4-AE53-2E53AE4163E9}" destId="{CDD1D1D1-83FA-419C-8D42-2B99B237CD83}" srcOrd="0" destOrd="0" presId="urn:microsoft.com/office/officeart/2009/3/layout/HorizontalOrganizationChart"/>
    <dgm:cxn modelId="{D78DB891-CF09-43BA-A718-5A83C00BCCC5}" type="presOf" srcId="{122F36AD-2D2D-419C-8124-016F29D96226}" destId="{62B32374-3183-47F2-A241-D3FBC0CCC237}" srcOrd="0" destOrd="0" presId="urn:microsoft.com/office/officeart/2009/3/layout/HorizontalOrganizationChart"/>
    <dgm:cxn modelId="{47AA1692-A3F0-4FD2-B8BE-94E0AAE5EE00}" type="presOf" srcId="{386EFA8D-9045-4489-8275-9DE92635BA02}" destId="{600B61BF-0F19-4F47-8858-0D123EF976CB}" srcOrd="0" destOrd="0" presId="urn:microsoft.com/office/officeart/2009/3/layout/HorizontalOrganizationChart"/>
    <dgm:cxn modelId="{CA041E99-0FAC-4674-A377-2BD4C091C369}" type="presOf" srcId="{EFA5248A-6348-4126-AA0A-2B5CA29D0397}" destId="{D5CBC433-8AF9-4B5D-8D75-8824B4986B30}" srcOrd="0" destOrd="0" presId="urn:microsoft.com/office/officeart/2009/3/layout/HorizontalOrganizationChart"/>
    <dgm:cxn modelId="{8D25D89B-805E-4E70-B263-411D691C2A22}" type="presOf" srcId="{2DE5D546-A890-47CD-8283-DF110994CB41}" destId="{3A6A72AE-75FC-4204-8F47-4C9B8D2126D1}" srcOrd="0" destOrd="0" presId="urn:microsoft.com/office/officeart/2009/3/layout/HorizontalOrganizationChart"/>
    <dgm:cxn modelId="{462DAF9D-E6AA-4A8C-B800-D7B2703F4880}" srcId="{918DC7FA-0AF0-4B75-B2CF-A2BFD2FA4976}" destId="{8AA77F0E-3D99-47E1-8DFF-FA820D55B038}" srcOrd="0" destOrd="0" parTransId="{CF0BF597-8E4C-42FE-B0D5-09264138D948}" sibTransId="{960F19C2-C061-4BBF-A04F-9781027C4985}"/>
    <dgm:cxn modelId="{257FDCA5-6790-4269-ADF6-F1C39495447A}" type="presOf" srcId="{42C5FA19-8882-44C4-A556-13BFB0A87210}" destId="{A51FFDCD-824D-4316-A684-08B29F908458}" srcOrd="1" destOrd="0" presId="urn:microsoft.com/office/officeart/2009/3/layout/HorizontalOrganizationChart"/>
    <dgm:cxn modelId="{BA07CBB9-FDA8-4CDD-BF8F-A1830DA77BE2}" type="presOf" srcId="{918DC7FA-0AF0-4B75-B2CF-A2BFD2FA4976}" destId="{86C27E31-2F9C-47B3-A34B-28267D3E7A01}" srcOrd="1" destOrd="0" presId="urn:microsoft.com/office/officeart/2009/3/layout/HorizontalOrganizationChart"/>
    <dgm:cxn modelId="{F4FECDD3-307B-441E-9DA7-B05CB9577616}" type="presOf" srcId="{386EFA8D-9045-4489-8275-9DE92635BA02}" destId="{5193ACEF-C53C-4837-A784-C966B379FC82}" srcOrd="1" destOrd="0" presId="urn:microsoft.com/office/officeart/2009/3/layout/HorizontalOrganizationChart"/>
    <dgm:cxn modelId="{A09ADFD3-9789-4015-AB55-A6DAB03CF22E}" srcId="{918DC7FA-0AF0-4B75-B2CF-A2BFD2FA4976}" destId="{5A70C0C9-6854-48B7-AF2D-F0309F035D9B}" srcOrd="2" destOrd="0" parTransId="{E60213E8-E36E-44F6-AEBC-9C446582FF69}" sibTransId="{E121C98C-23CF-4157-98DC-EB570D9C1948}"/>
    <dgm:cxn modelId="{3079CDD9-5725-4D54-AFB6-E0F7773BFA12}" srcId="{2DE5D546-A890-47CD-8283-DF110994CB41}" destId="{42C5FA19-8882-44C4-A556-13BFB0A87210}" srcOrd="1" destOrd="0" parTransId="{BA4B481A-135F-45D4-AE53-2E53AE4163E9}" sibTransId="{E103DADF-2A2A-46E7-B366-3148AAC79B35}"/>
    <dgm:cxn modelId="{6A5988DB-3697-4768-94C4-6D86BF8BF6FA}" srcId="{918DC7FA-0AF0-4B75-B2CF-A2BFD2FA4976}" destId="{2DE5D546-A890-47CD-8283-DF110994CB41}" srcOrd="1" destOrd="0" parTransId="{9F36D6EF-EC35-4CB7-81A3-5C2E0F087AED}" sibTransId="{7F4ED1DB-2C2C-466C-8084-381BAC34D807}"/>
    <dgm:cxn modelId="{13A1A6DB-CC52-4B49-AE86-25358EE860BB}" type="presOf" srcId="{5A70C0C9-6854-48B7-AF2D-F0309F035D9B}" destId="{018216EE-B446-4AC4-8E76-37B039C8CD5F}" srcOrd="0" destOrd="0" presId="urn:microsoft.com/office/officeart/2009/3/layout/HorizontalOrganizationChart"/>
    <dgm:cxn modelId="{963970EB-D39F-41FE-8AB5-0160E16FFAC2}" type="presOf" srcId="{035A7AC7-85A6-4A41-A6D6-C9FA5ADACF4B}" destId="{237B9E37-BB5D-4D1F-A3E1-382E039123EB}" srcOrd="0" destOrd="0" presId="urn:microsoft.com/office/officeart/2009/3/layout/HorizontalOrganizationChart"/>
    <dgm:cxn modelId="{BEA8BFF5-6BE4-47EE-91B3-C65AABC62EFB}" type="presOf" srcId="{E62457E9-CA7B-42D8-A0C3-30359A363279}" destId="{5D528C50-DE38-4099-9EAC-4D454C934301}" srcOrd="0" destOrd="0" presId="urn:microsoft.com/office/officeart/2009/3/layout/HorizontalOrganizationChart"/>
    <dgm:cxn modelId="{78988BF7-BCA4-4B1E-9A90-1A65C46F68AC}" type="presOf" srcId="{0A159D68-383D-4D6A-B08A-3AA90879F71F}" destId="{F44DB776-BD48-417E-95FE-4CF2B482D68C}" srcOrd="0" destOrd="0" presId="urn:microsoft.com/office/officeart/2009/3/layout/HorizontalOrganizationChart"/>
    <dgm:cxn modelId="{FADC9A68-2D25-4852-8730-20225883A228}" type="presParOf" srcId="{F2FF0580-E018-4668-92C2-41D7BBF87420}" destId="{005727B7-F5D8-40AC-B994-95306D7FE34A}" srcOrd="0" destOrd="0" presId="urn:microsoft.com/office/officeart/2009/3/layout/HorizontalOrganizationChart"/>
    <dgm:cxn modelId="{39447CE5-1AD5-4C16-90AF-188CD5F7A5F0}" type="presParOf" srcId="{005727B7-F5D8-40AC-B994-95306D7FE34A}" destId="{56447085-996C-4D3D-AA8B-76AA5784C550}" srcOrd="0" destOrd="0" presId="urn:microsoft.com/office/officeart/2009/3/layout/HorizontalOrganizationChart"/>
    <dgm:cxn modelId="{2B1C6FA5-7AF6-4D97-884E-3E3AD9E9F518}" type="presParOf" srcId="{56447085-996C-4D3D-AA8B-76AA5784C550}" destId="{81DCB430-9FB7-4EE2-88F3-764BC6AC03B4}" srcOrd="0" destOrd="0" presId="urn:microsoft.com/office/officeart/2009/3/layout/HorizontalOrganizationChart"/>
    <dgm:cxn modelId="{1360D1C9-B114-41F4-BA54-F73F352B7447}" type="presParOf" srcId="{56447085-996C-4D3D-AA8B-76AA5784C550}" destId="{86C27E31-2F9C-47B3-A34B-28267D3E7A01}" srcOrd="1" destOrd="0" presId="urn:microsoft.com/office/officeart/2009/3/layout/HorizontalOrganizationChart"/>
    <dgm:cxn modelId="{C9B08126-0A7E-4287-A2F3-CD14F5365940}" type="presParOf" srcId="{005727B7-F5D8-40AC-B994-95306D7FE34A}" destId="{243D5310-11A5-4DE1-A109-78FC57704E51}" srcOrd="1" destOrd="0" presId="urn:microsoft.com/office/officeart/2009/3/layout/HorizontalOrganizationChart"/>
    <dgm:cxn modelId="{95A475F1-F8B0-48A4-A47C-81A24B0E093B}" type="presParOf" srcId="{243D5310-11A5-4DE1-A109-78FC57704E51}" destId="{5B37E1BF-2E05-4C6B-AC01-42A8EE4CD08C}" srcOrd="0" destOrd="0" presId="urn:microsoft.com/office/officeart/2009/3/layout/HorizontalOrganizationChart"/>
    <dgm:cxn modelId="{E5C93096-D100-4434-A65F-0C1EC2ABE9A6}" type="presParOf" srcId="{243D5310-11A5-4DE1-A109-78FC57704E51}" destId="{8EE1CF70-30CE-41E8-B0D1-39127BE4BB74}" srcOrd="1" destOrd="0" presId="urn:microsoft.com/office/officeart/2009/3/layout/HorizontalOrganizationChart"/>
    <dgm:cxn modelId="{301E47B5-4709-4561-BFF6-FFE5EA5F7665}" type="presParOf" srcId="{8EE1CF70-30CE-41E8-B0D1-39127BE4BB74}" destId="{9813875A-178B-414D-BEAD-7CA98B6FC8D0}" srcOrd="0" destOrd="0" presId="urn:microsoft.com/office/officeart/2009/3/layout/HorizontalOrganizationChart"/>
    <dgm:cxn modelId="{5D0228F9-3E37-4BFE-BF65-B8FD9897AFFE}" type="presParOf" srcId="{9813875A-178B-414D-BEAD-7CA98B6FC8D0}" destId="{B5EA670C-BC02-46EF-81DA-CCB1410A2777}" srcOrd="0" destOrd="0" presId="urn:microsoft.com/office/officeart/2009/3/layout/HorizontalOrganizationChart"/>
    <dgm:cxn modelId="{2980EE9F-0E4A-430C-AF05-872985EA8324}" type="presParOf" srcId="{9813875A-178B-414D-BEAD-7CA98B6FC8D0}" destId="{6D632904-E37B-4684-984E-9285E1FF3571}" srcOrd="1" destOrd="0" presId="urn:microsoft.com/office/officeart/2009/3/layout/HorizontalOrganizationChart"/>
    <dgm:cxn modelId="{FBC90AA5-B2E4-48B9-B1B2-01E448859A43}" type="presParOf" srcId="{8EE1CF70-30CE-41E8-B0D1-39127BE4BB74}" destId="{34F993FE-D62F-42EC-9BD8-5A8A21AE1502}" srcOrd="1" destOrd="0" presId="urn:microsoft.com/office/officeart/2009/3/layout/HorizontalOrganizationChart"/>
    <dgm:cxn modelId="{26D9D39C-37BB-41FB-9334-440C11F14956}" type="presParOf" srcId="{8EE1CF70-30CE-41E8-B0D1-39127BE4BB74}" destId="{C58095A1-B5B4-43F6-ABB6-F7B85AFB6B7D}" srcOrd="2" destOrd="0" presId="urn:microsoft.com/office/officeart/2009/3/layout/HorizontalOrganizationChart"/>
    <dgm:cxn modelId="{99ADC49C-0326-4562-8C66-C06D750C1108}" type="presParOf" srcId="{243D5310-11A5-4DE1-A109-78FC57704E51}" destId="{F77C9366-75DD-43C5-BDE7-BA2D7CD1AFE8}" srcOrd="2" destOrd="0" presId="urn:microsoft.com/office/officeart/2009/3/layout/HorizontalOrganizationChart"/>
    <dgm:cxn modelId="{4406BA85-5532-4383-819C-A27F8F8B26BA}" type="presParOf" srcId="{243D5310-11A5-4DE1-A109-78FC57704E51}" destId="{06381912-8CEE-4924-8ECA-3F3C5DB97E5E}" srcOrd="3" destOrd="0" presId="urn:microsoft.com/office/officeart/2009/3/layout/HorizontalOrganizationChart"/>
    <dgm:cxn modelId="{00DC89BA-99FC-40B9-8191-D3F12973A658}" type="presParOf" srcId="{06381912-8CEE-4924-8ECA-3F3C5DB97E5E}" destId="{4708BF89-359F-4EF2-B093-62AC79E49A29}" srcOrd="0" destOrd="0" presId="urn:microsoft.com/office/officeart/2009/3/layout/HorizontalOrganizationChart"/>
    <dgm:cxn modelId="{EAA26E68-E512-4060-826E-07A539E195D0}" type="presParOf" srcId="{4708BF89-359F-4EF2-B093-62AC79E49A29}" destId="{3A6A72AE-75FC-4204-8F47-4C9B8D2126D1}" srcOrd="0" destOrd="0" presId="urn:microsoft.com/office/officeart/2009/3/layout/HorizontalOrganizationChart"/>
    <dgm:cxn modelId="{71307E3A-8515-447D-824E-B98A4911613A}" type="presParOf" srcId="{4708BF89-359F-4EF2-B093-62AC79E49A29}" destId="{7751B55B-9932-4730-97BA-90C636418B69}" srcOrd="1" destOrd="0" presId="urn:microsoft.com/office/officeart/2009/3/layout/HorizontalOrganizationChart"/>
    <dgm:cxn modelId="{28BA9BE0-28C0-4968-BDBF-DC2CF52424ED}" type="presParOf" srcId="{06381912-8CEE-4924-8ECA-3F3C5DB97E5E}" destId="{35A5B7BC-6388-445B-9E4B-5F838A86189B}" srcOrd="1" destOrd="0" presId="urn:microsoft.com/office/officeart/2009/3/layout/HorizontalOrganizationChart"/>
    <dgm:cxn modelId="{F66088BC-89BD-4EB5-BD2D-4A91281F19D0}" type="presParOf" srcId="{35A5B7BC-6388-445B-9E4B-5F838A86189B}" destId="{62B32374-3183-47F2-A241-D3FBC0CCC237}" srcOrd="0" destOrd="0" presId="urn:microsoft.com/office/officeart/2009/3/layout/HorizontalOrganizationChart"/>
    <dgm:cxn modelId="{5050642F-338C-471D-A1C3-169B8DE1D41B}" type="presParOf" srcId="{35A5B7BC-6388-445B-9E4B-5F838A86189B}" destId="{3DEB83A7-2BCC-4DA9-8653-93FFC406EACC}" srcOrd="1" destOrd="0" presId="urn:microsoft.com/office/officeart/2009/3/layout/HorizontalOrganizationChart"/>
    <dgm:cxn modelId="{855E69F3-D09D-4BBA-A2B7-FD453EED3DFD}" type="presParOf" srcId="{3DEB83A7-2BCC-4DA9-8653-93FFC406EACC}" destId="{F674B7EE-BF32-4259-9633-2D279103B5EE}" srcOrd="0" destOrd="0" presId="urn:microsoft.com/office/officeart/2009/3/layout/HorizontalOrganizationChart"/>
    <dgm:cxn modelId="{9CC3D7A3-4232-45D8-AF19-D3480B57E18D}" type="presParOf" srcId="{F674B7EE-BF32-4259-9633-2D279103B5EE}" destId="{237B9E37-BB5D-4D1F-A3E1-382E039123EB}" srcOrd="0" destOrd="0" presId="urn:microsoft.com/office/officeart/2009/3/layout/HorizontalOrganizationChart"/>
    <dgm:cxn modelId="{B7698F73-025F-4294-BD39-6A529D2A6860}" type="presParOf" srcId="{F674B7EE-BF32-4259-9633-2D279103B5EE}" destId="{D780B47E-A379-426D-AABC-440025693D35}" srcOrd="1" destOrd="0" presId="urn:microsoft.com/office/officeart/2009/3/layout/HorizontalOrganizationChart"/>
    <dgm:cxn modelId="{9B268EA2-3990-4875-A49C-25AC2761ACE5}" type="presParOf" srcId="{3DEB83A7-2BCC-4DA9-8653-93FFC406EACC}" destId="{8B69DF59-CEDC-41A3-BB31-530AA24B38D0}" srcOrd="1" destOrd="0" presId="urn:microsoft.com/office/officeart/2009/3/layout/HorizontalOrganizationChart"/>
    <dgm:cxn modelId="{D5E95753-098A-4A2F-9B6B-610B3AEB91D9}" type="presParOf" srcId="{3DEB83A7-2BCC-4DA9-8653-93FFC406EACC}" destId="{B89E825F-7C20-41C4-AFF6-0B616EE31148}" srcOrd="2" destOrd="0" presId="urn:microsoft.com/office/officeart/2009/3/layout/HorizontalOrganizationChart"/>
    <dgm:cxn modelId="{187EE700-B8D1-41E9-809F-A4555CB9D9CC}" type="presParOf" srcId="{35A5B7BC-6388-445B-9E4B-5F838A86189B}" destId="{CDD1D1D1-83FA-419C-8D42-2B99B237CD83}" srcOrd="2" destOrd="0" presId="urn:microsoft.com/office/officeart/2009/3/layout/HorizontalOrganizationChart"/>
    <dgm:cxn modelId="{0E670776-D7F3-45E4-B78B-407D437F4BCC}" type="presParOf" srcId="{35A5B7BC-6388-445B-9E4B-5F838A86189B}" destId="{A0FEAA78-5CAC-4047-8DDE-7813FA42FF99}" srcOrd="3" destOrd="0" presId="urn:microsoft.com/office/officeart/2009/3/layout/HorizontalOrganizationChart"/>
    <dgm:cxn modelId="{76C8E4AF-D033-47F4-BF18-4B47645263FA}" type="presParOf" srcId="{A0FEAA78-5CAC-4047-8DDE-7813FA42FF99}" destId="{2B127B5D-34BD-49F0-A03E-AC74E5FB5BC2}" srcOrd="0" destOrd="0" presId="urn:microsoft.com/office/officeart/2009/3/layout/HorizontalOrganizationChart"/>
    <dgm:cxn modelId="{E062609F-DC8F-4468-B270-2BDA4154BB15}" type="presParOf" srcId="{2B127B5D-34BD-49F0-A03E-AC74E5FB5BC2}" destId="{5335E1C5-BE2C-4030-86AC-794100F4765D}" srcOrd="0" destOrd="0" presId="urn:microsoft.com/office/officeart/2009/3/layout/HorizontalOrganizationChart"/>
    <dgm:cxn modelId="{C938DCAD-53B2-4F3C-8AE9-F1F3D02E1BF3}" type="presParOf" srcId="{2B127B5D-34BD-49F0-A03E-AC74E5FB5BC2}" destId="{A51FFDCD-824D-4316-A684-08B29F908458}" srcOrd="1" destOrd="0" presId="urn:microsoft.com/office/officeart/2009/3/layout/HorizontalOrganizationChart"/>
    <dgm:cxn modelId="{93F3A0BB-8061-4407-9350-83B68AFE09AC}" type="presParOf" srcId="{A0FEAA78-5CAC-4047-8DDE-7813FA42FF99}" destId="{5A7B72EE-CC98-4983-AF29-4AF819DAA58E}" srcOrd="1" destOrd="0" presId="urn:microsoft.com/office/officeart/2009/3/layout/HorizontalOrganizationChart"/>
    <dgm:cxn modelId="{C1B7D451-B098-45FE-A2A6-6FB72BAF3763}" type="presParOf" srcId="{A0FEAA78-5CAC-4047-8DDE-7813FA42FF99}" destId="{56C30B26-8289-4F45-8B19-A16E0DCE86E9}" srcOrd="2" destOrd="0" presId="urn:microsoft.com/office/officeart/2009/3/layout/HorizontalOrganizationChart"/>
    <dgm:cxn modelId="{A4745819-2EA4-4A80-925B-A5935E47E132}" type="presParOf" srcId="{35A5B7BC-6388-445B-9E4B-5F838A86189B}" destId="{D5CBC433-8AF9-4B5D-8D75-8824B4986B30}" srcOrd="4" destOrd="0" presId="urn:microsoft.com/office/officeart/2009/3/layout/HorizontalOrganizationChart"/>
    <dgm:cxn modelId="{58DCBB0B-C968-440B-A952-59F2F2FB38AC}" type="presParOf" srcId="{35A5B7BC-6388-445B-9E4B-5F838A86189B}" destId="{B2E36B8D-10F9-4CD6-8162-EDEFC96411E7}" srcOrd="5" destOrd="0" presId="urn:microsoft.com/office/officeart/2009/3/layout/HorizontalOrganizationChart"/>
    <dgm:cxn modelId="{4F88A46A-AF57-4E7B-B870-4DC2116A559A}" type="presParOf" srcId="{B2E36B8D-10F9-4CD6-8162-EDEFC96411E7}" destId="{E8D2C9EC-40EF-4983-BAD0-9C857173FCAF}" srcOrd="0" destOrd="0" presId="urn:microsoft.com/office/officeart/2009/3/layout/HorizontalOrganizationChart"/>
    <dgm:cxn modelId="{3637A2DE-0CFB-4DA7-8681-83718F1C0F7E}" type="presParOf" srcId="{E8D2C9EC-40EF-4983-BAD0-9C857173FCAF}" destId="{600B61BF-0F19-4F47-8858-0D123EF976CB}" srcOrd="0" destOrd="0" presId="urn:microsoft.com/office/officeart/2009/3/layout/HorizontalOrganizationChart"/>
    <dgm:cxn modelId="{898418E7-53F1-4969-94F1-3D7FD8621DF9}" type="presParOf" srcId="{E8D2C9EC-40EF-4983-BAD0-9C857173FCAF}" destId="{5193ACEF-C53C-4837-A784-C966B379FC82}" srcOrd="1" destOrd="0" presId="urn:microsoft.com/office/officeart/2009/3/layout/HorizontalOrganizationChart"/>
    <dgm:cxn modelId="{CA17D08B-5DCE-46E7-951E-7D423B1021F8}" type="presParOf" srcId="{B2E36B8D-10F9-4CD6-8162-EDEFC96411E7}" destId="{98008CF2-5A2B-4642-8E3B-2979185E2B4B}" srcOrd="1" destOrd="0" presId="urn:microsoft.com/office/officeart/2009/3/layout/HorizontalOrganizationChart"/>
    <dgm:cxn modelId="{3961FA9F-515B-461A-B62B-7E565ADB78FB}" type="presParOf" srcId="{98008CF2-5A2B-4642-8E3B-2979185E2B4B}" destId="{F44DB776-BD48-417E-95FE-4CF2B482D68C}" srcOrd="0" destOrd="0" presId="urn:microsoft.com/office/officeart/2009/3/layout/HorizontalOrganizationChart"/>
    <dgm:cxn modelId="{1FEBD83E-036E-4BD9-B64F-2C784F7E5C61}" type="presParOf" srcId="{98008CF2-5A2B-4642-8E3B-2979185E2B4B}" destId="{969279B9-44A8-4874-ACF0-7CBC388E115B}" srcOrd="1" destOrd="0" presId="urn:microsoft.com/office/officeart/2009/3/layout/HorizontalOrganizationChart"/>
    <dgm:cxn modelId="{86167F00-5BE4-4CF2-9638-F25352AE07C3}" type="presParOf" srcId="{969279B9-44A8-4874-ACF0-7CBC388E115B}" destId="{9070064F-6AC4-4D7B-8FC0-37EF2C1439DC}" srcOrd="0" destOrd="0" presId="urn:microsoft.com/office/officeart/2009/3/layout/HorizontalOrganizationChart"/>
    <dgm:cxn modelId="{52F4CCD4-828F-4202-8D02-8B0F6DB9309C}" type="presParOf" srcId="{9070064F-6AC4-4D7B-8FC0-37EF2C1439DC}" destId="{84A376F7-6F8B-4FAB-B776-982C34CBDE06}" srcOrd="0" destOrd="0" presId="urn:microsoft.com/office/officeart/2009/3/layout/HorizontalOrganizationChart"/>
    <dgm:cxn modelId="{D96544EC-DD8F-4635-AF21-7C7A69968B6F}" type="presParOf" srcId="{9070064F-6AC4-4D7B-8FC0-37EF2C1439DC}" destId="{0A7258F8-6DB7-4C8F-83F5-37AFA22BBA6D}" srcOrd="1" destOrd="0" presId="urn:microsoft.com/office/officeart/2009/3/layout/HorizontalOrganizationChart"/>
    <dgm:cxn modelId="{F54C6CD2-16B5-44F6-B46D-69B474A9DF41}" type="presParOf" srcId="{969279B9-44A8-4874-ACF0-7CBC388E115B}" destId="{C162B121-DE85-4732-B839-1F84356B59A6}" srcOrd="1" destOrd="0" presId="urn:microsoft.com/office/officeart/2009/3/layout/HorizontalOrganizationChart"/>
    <dgm:cxn modelId="{41B33215-B6F4-45A1-BD5D-5E078F64DB4F}" type="presParOf" srcId="{969279B9-44A8-4874-ACF0-7CBC388E115B}" destId="{F07F4CB6-43CA-41D9-8331-A04BC2CFD233}" srcOrd="2" destOrd="0" presId="urn:microsoft.com/office/officeart/2009/3/layout/HorizontalOrganizationChart"/>
    <dgm:cxn modelId="{C4C3310F-DA28-41D0-AE08-3E41CBC9747B}" type="presParOf" srcId="{98008CF2-5A2B-4642-8E3B-2979185E2B4B}" destId="{5D528C50-DE38-4099-9EAC-4D454C934301}" srcOrd="2" destOrd="0" presId="urn:microsoft.com/office/officeart/2009/3/layout/HorizontalOrganizationChart"/>
    <dgm:cxn modelId="{61DF8C33-4551-4023-BD2E-8094BAA41476}" type="presParOf" srcId="{98008CF2-5A2B-4642-8E3B-2979185E2B4B}" destId="{583B0DBA-5A9B-49D7-B149-10FEA8FC2DA7}" srcOrd="3" destOrd="0" presId="urn:microsoft.com/office/officeart/2009/3/layout/HorizontalOrganizationChart"/>
    <dgm:cxn modelId="{9EAFA7C2-947F-492C-A914-5CF4B344D2C2}" type="presParOf" srcId="{583B0DBA-5A9B-49D7-B149-10FEA8FC2DA7}" destId="{FFD8E6D8-4C6D-4F5C-AB68-E1B6863AEA81}" srcOrd="0" destOrd="0" presId="urn:microsoft.com/office/officeart/2009/3/layout/HorizontalOrganizationChart"/>
    <dgm:cxn modelId="{5F6BA952-4F46-48CC-9FBD-33BD03D9EA49}" type="presParOf" srcId="{FFD8E6D8-4C6D-4F5C-AB68-E1B6863AEA81}" destId="{B928EAE5-A6CB-4E6A-BBD6-ED4EBAD723C4}" srcOrd="0" destOrd="0" presId="urn:microsoft.com/office/officeart/2009/3/layout/HorizontalOrganizationChart"/>
    <dgm:cxn modelId="{50A336E6-DF68-48B3-9158-0D9ED6BDE815}" type="presParOf" srcId="{FFD8E6D8-4C6D-4F5C-AB68-E1B6863AEA81}" destId="{832D572F-BAF4-404C-B59E-2B4E6A932820}" srcOrd="1" destOrd="0" presId="urn:microsoft.com/office/officeart/2009/3/layout/HorizontalOrganizationChart"/>
    <dgm:cxn modelId="{4440BBEE-AA83-43E9-A418-B5080C2943CB}" type="presParOf" srcId="{583B0DBA-5A9B-49D7-B149-10FEA8FC2DA7}" destId="{63A38C78-55EA-4AB0-A1EC-BEC2370843D2}" srcOrd="1" destOrd="0" presId="urn:microsoft.com/office/officeart/2009/3/layout/HorizontalOrganizationChart"/>
    <dgm:cxn modelId="{A227F004-AF44-442C-95A5-5312A6869EE5}" type="presParOf" srcId="{583B0DBA-5A9B-49D7-B149-10FEA8FC2DA7}" destId="{23EFA915-EB7F-42D6-A44A-99A327D9A743}" srcOrd="2" destOrd="0" presId="urn:microsoft.com/office/officeart/2009/3/layout/HorizontalOrganizationChart"/>
    <dgm:cxn modelId="{6C681238-19CE-4D5B-BE91-7C20F98D6893}" type="presParOf" srcId="{B2E36B8D-10F9-4CD6-8162-EDEFC96411E7}" destId="{6B20550D-CCFC-4092-8617-CBD85FEE0649}" srcOrd="2" destOrd="0" presId="urn:microsoft.com/office/officeart/2009/3/layout/HorizontalOrganizationChart"/>
    <dgm:cxn modelId="{4169172D-E46C-4A90-9750-1B1583EF0B80}" type="presParOf" srcId="{06381912-8CEE-4924-8ECA-3F3C5DB97E5E}" destId="{58E58D1B-6760-44DA-A20F-AC7F72AA1CA8}" srcOrd="2" destOrd="0" presId="urn:microsoft.com/office/officeart/2009/3/layout/HorizontalOrganizationChart"/>
    <dgm:cxn modelId="{B16642DB-5C15-47BC-8440-2554B3EC964E}" type="presParOf" srcId="{243D5310-11A5-4DE1-A109-78FC57704E51}" destId="{E9FA3210-45C1-4391-8FD8-83E6606D1CBB}" srcOrd="4" destOrd="0" presId="urn:microsoft.com/office/officeart/2009/3/layout/HorizontalOrganizationChart"/>
    <dgm:cxn modelId="{63B99C25-2DF9-4E1B-A776-DD38C922582F}" type="presParOf" srcId="{243D5310-11A5-4DE1-A109-78FC57704E51}" destId="{35FF6C1E-5002-426A-9640-0B274A9DA528}" srcOrd="5" destOrd="0" presId="urn:microsoft.com/office/officeart/2009/3/layout/HorizontalOrganizationChart"/>
    <dgm:cxn modelId="{999105E1-5370-48C1-A490-B2B45449AAD8}" type="presParOf" srcId="{35FF6C1E-5002-426A-9640-0B274A9DA528}" destId="{E5B4FAF4-A36F-4661-A1E9-610AC4CBCE8A}" srcOrd="0" destOrd="0" presId="urn:microsoft.com/office/officeart/2009/3/layout/HorizontalOrganizationChart"/>
    <dgm:cxn modelId="{D59497DF-5B48-4B77-B654-D207CE62E057}" type="presParOf" srcId="{E5B4FAF4-A36F-4661-A1E9-610AC4CBCE8A}" destId="{018216EE-B446-4AC4-8E76-37B039C8CD5F}" srcOrd="0" destOrd="0" presId="urn:microsoft.com/office/officeart/2009/3/layout/HorizontalOrganizationChart"/>
    <dgm:cxn modelId="{3A0597F6-7382-42F4-AFB8-D73684BE0B77}" type="presParOf" srcId="{E5B4FAF4-A36F-4661-A1E9-610AC4CBCE8A}" destId="{E9E8EEB7-6757-4B15-9B03-4BAF36FC4A66}" srcOrd="1" destOrd="0" presId="urn:microsoft.com/office/officeart/2009/3/layout/HorizontalOrganizationChart"/>
    <dgm:cxn modelId="{3C728823-5375-4EF5-B633-38FE5572AB76}" type="presParOf" srcId="{35FF6C1E-5002-426A-9640-0B274A9DA528}" destId="{FD0E1B49-E5EE-4926-A186-90D6526C60ED}" srcOrd="1" destOrd="0" presId="urn:microsoft.com/office/officeart/2009/3/layout/HorizontalOrganizationChart"/>
    <dgm:cxn modelId="{8C2EA9B9-5D5A-42EB-8756-C47EB3F3028E}" type="presParOf" srcId="{FD0E1B49-E5EE-4926-A186-90D6526C60ED}" destId="{F19CF928-9FA2-4AB4-9D4B-3061419CBACF}" srcOrd="0" destOrd="0" presId="urn:microsoft.com/office/officeart/2009/3/layout/HorizontalOrganizationChart"/>
    <dgm:cxn modelId="{82A65D9F-B1EA-4A8D-A7BD-EE91C64739B8}" type="presParOf" srcId="{FD0E1B49-E5EE-4926-A186-90D6526C60ED}" destId="{14499547-0EB7-42F5-B6B2-F6A32593C1DD}" srcOrd="1" destOrd="0" presId="urn:microsoft.com/office/officeart/2009/3/layout/HorizontalOrganizationChart"/>
    <dgm:cxn modelId="{E1BA2A02-2815-434E-B022-85BC9147D983}" type="presParOf" srcId="{14499547-0EB7-42F5-B6B2-F6A32593C1DD}" destId="{88D280F0-B9C8-44DC-AB92-C11432BC4169}" srcOrd="0" destOrd="0" presId="urn:microsoft.com/office/officeart/2009/3/layout/HorizontalOrganizationChart"/>
    <dgm:cxn modelId="{C37BF627-DFE8-49DF-B87D-D3908D73414F}" type="presParOf" srcId="{88D280F0-B9C8-44DC-AB92-C11432BC4169}" destId="{EC393624-98A2-4AF9-9CBE-7A83422CA36E}" srcOrd="0" destOrd="0" presId="urn:microsoft.com/office/officeart/2009/3/layout/HorizontalOrganizationChart"/>
    <dgm:cxn modelId="{057E62D6-B41A-40ED-AA9E-0D837A35D00B}" type="presParOf" srcId="{88D280F0-B9C8-44DC-AB92-C11432BC4169}" destId="{8229B903-FC9E-4692-AFD9-E0A19FDB0834}" srcOrd="1" destOrd="0" presId="urn:microsoft.com/office/officeart/2009/3/layout/HorizontalOrganizationChart"/>
    <dgm:cxn modelId="{B8E248C2-909C-4F4B-919C-4B11E084C66D}" type="presParOf" srcId="{14499547-0EB7-42F5-B6B2-F6A32593C1DD}" destId="{2F64FEDD-3F92-4BC7-A9AD-415D89E92FB7}" srcOrd="1" destOrd="0" presId="urn:microsoft.com/office/officeart/2009/3/layout/HorizontalOrganizationChart"/>
    <dgm:cxn modelId="{A1247FB7-3AAA-4547-99E4-4FE8B8846B52}" type="presParOf" srcId="{14499547-0EB7-42F5-B6B2-F6A32593C1DD}" destId="{FF139127-8D93-491F-B660-14672A483C9F}" srcOrd="2" destOrd="0" presId="urn:microsoft.com/office/officeart/2009/3/layout/HorizontalOrganizationChart"/>
    <dgm:cxn modelId="{50CBD61E-473F-449A-81E6-C2071E47563E}" type="presParOf" srcId="{35FF6C1E-5002-426A-9640-0B274A9DA528}" destId="{30381262-A4DF-4424-B56B-7615C0487BFC}" srcOrd="2" destOrd="0" presId="urn:microsoft.com/office/officeart/2009/3/layout/HorizontalOrganizationChart"/>
    <dgm:cxn modelId="{E150962B-F74E-4F8C-AF17-146079FE842C}" type="presParOf" srcId="{005727B7-F5D8-40AC-B994-95306D7FE34A}" destId="{3ADE87C6-B86D-4B43-BDE7-3C765BDDFBB2}"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9CF928-9FA2-4AB4-9D4B-3061419CBACF}">
      <dsp:nvSpPr>
        <dsp:cNvPr id="0" name=""/>
        <dsp:cNvSpPr/>
      </dsp:nvSpPr>
      <dsp:spPr>
        <a:xfrm>
          <a:off x="1176013" y="2031441"/>
          <a:ext cx="94523" cy="91440"/>
        </a:xfrm>
        <a:custGeom>
          <a:avLst/>
          <a:gdLst/>
          <a:ahLst/>
          <a:cxnLst/>
          <a:rect l="0" t="0" r="0" b="0"/>
          <a:pathLst>
            <a:path>
              <a:moveTo>
                <a:pt x="0" y="45720"/>
              </a:moveTo>
              <a:lnTo>
                <a:pt x="94523" y="4572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FA3210-45C1-4391-8FD8-83E6606D1CBB}">
      <dsp:nvSpPr>
        <dsp:cNvPr id="0" name=""/>
        <dsp:cNvSpPr/>
      </dsp:nvSpPr>
      <dsp:spPr>
        <a:xfrm>
          <a:off x="560876" y="1125072"/>
          <a:ext cx="94523" cy="952088"/>
        </a:xfrm>
        <a:custGeom>
          <a:avLst/>
          <a:gdLst/>
          <a:ahLst/>
          <a:cxnLst/>
          <a:rect l="0" t="0" r="0" b="0"/>
          <a:pathLst>
            <a:path>
              <a:moveTo>
                <a:pt x="0" y="0"/>
              </a:moveTo>
              <a:lnTo>
                <a:pt x="47261" y="0"/>
              </a:lnTo>
              <a:lnTo>
                <a:pt x="47261" y="952088"/>
              </a:lnTo>
              <a:lnTo>
                <a:pt x="94523" y="95208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528C50-DE38-4099-9EAC-4D454C934301}">
      <dsp:nvSpPr>
        <dsp:cNvPr id="0" name=""/>
        <dsp:cNvSpPr/>
      </dsp:nvSpPr>
      <dsp:spPr>
        <a:xfrm>
          <a:off x="1791151" y="1501025"/>
          <a:ext cx="94523" cy="187976"/>
        </a:xfrm>
        <a:custGeom>
          <a:avLst/>
          <a:gdLst/>
          <a:ahLst/>
          <a:cxnLst/>
          <a:rect l="0" t="0" r="0" b="0"/>
          <a:pathLst>
            <a:path>
              <a:moveTo>
                <a:pt x="0" y="0"/>
              </a:moveTo>
              <a:lnTo>
                <a:pt x="47261" y="0"/>
              </a:lnTo>
              <a:lnTo>
                <a:pt x="47261" y="187976"/>
              </a:lnTo>
              <a:lnTo>
                <a:pt x="94523" y="187976"/>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4DB776-BD48-417E-95FE-4CF2B482D68C}">
      <dsp:nvSpPr>
        <dsp:cNvPr id="0" name=""/>
        <dsp:cNvSpPr/>
      </dsp:nvSpPr>
      <dsp:spPr>
        <a:xfrm>
          <a:off x="1791151" y="1313048"/>
          <a:ext cx="94523" cy="187976"/>
        </a:xfrm>
        <a:custGeom>
          <a:avLst/>
          <a:gdLst/>
          <a:ahLst/>
          <a:cxnLst/>
          <a:rect l="0" t="0" r="0" b="0"/>
          <a:pathLst>
            <a:path>
              <a:moveTo>
                <a:pt x="0" y="187976"/>
              </a:moveTo>
              <a:lnTo>
                <a:pt x="47261" y="18797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BC433-8AF9-4B5D-8D75-8824B4986B30}">
      <dsp:nvSpPr>
        <dsp:cNvPr id="0" name=""/>
        <dsp:cNvSpPr/>
      </dsp:nvSpPr>
      <dsp:spPr>
        <a:xfrm>
          <a:off x="1176013" y="1125072"/>
          <a:ext cx="94523" cy="375952"/>
        </a:xfrm>
        <a:custGeom>
          <a:avLst/>
          <a:gdLst/>
          <a:ahLst/>
          <a:cxnLst/>
          <a:rect l="0" t="0" r="0" b="0"/>
          <a:pathLst>
            <a:path>
              <a:moveTo>
                <a:pt x="0" y="0"/>
              </a:moveTo>
              <a:lnTo>
                <a:pt x="47261" y="0"/>
              </a:lnTo>
              <a:lnTo>
                <a:pt x="47261" y="375952"/>
              </a:lnTo>
              <a:lnTo>
                <a:pt x="94523" y="37595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D1D1D1-83FA-419C-8D42-2B99B237CD83}">
      <dsp:nvSpPr>
        <dsp:cNvPr id="0" name=""/>
        <dsp:cNvSpPr/>
      </dsp:nvSpPr>
      <dsp:spPr>
        <a:xfrm>
          <a:off x="1176013" y="937828"/>
          <a:ext cx="94523" cy="187244"/>
        </a:xfrm>
        <a:custGeom>
          <a:avLst/>
          <a:gdLst/>
          <a:ahLst/>
          <a:cxnLst/>
          <a:rect l="0" t="0" r="0" b="0"/>
          <a:pathLst>
            <a:path>
              <a:moveTo>
                <a:pt x="0" y="187244"/>
              </a:moveTo>
              <a:lnTo>
                <a:pt x="47261" y="187244"/>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B32374-3183-47F2-A241-D3FBC0CCC237}">
      <dsp:nvSpPr>
        <dsp:cNvPr id="0" name=""/>
        <dsp:cNvSpPr/>
      </dsp:nvSpPr>
      <dsp:spPr>
        <a:xfrm>
          <a:off x="1176013" y="561875"/>
          <a:ext cx="94523" cy="563196"/>
        </a:xfrm>
        <a:custGeom>
          <a:avLst/>
          <a:gdLst/>
          <a:ahLst/>
          <a:cxnLst/>
          <a:rect l="0" t="0" r="0" b="0"/>
          <a:pathLst>
            <a:path>
              <a:moveTo>
                <a:pt x="0" y="563196"/>
              </a:moveTo>
              <a:lnTo>
                <a:pt x="47261" y="56319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7C9366-75DD-43C5-BDE7-BA2D7CD1AFE8}">
      <dsp:nvSpPr>
        <dsp:cNvPr id="0" name=""/>
        <dsp:cNvSpPr/>
      </dsp:nvSpPr>
      <dsp:spPr>
        <a:xfrm>
          <a:off x="560876" y="1079352"/>
          <a:ext cx="94523" cy="91440"/>
        </a:xfrm>
        <a:custGeom>
          <a:avLst/>
          <a:gdLst/>
          <a:ahLst/>
          <a:cxnLst/>
          <a:rect l="0" t="0" r="0" b="0"/>
          <a:pathLst>
            <a:path>
              <a:moveTo>
                <a:pt x="0" y="45720"/>
              </a:moveTo>
              <a:lnTo>
                <a:pt x="94523" y="4572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37E1BF-2E05-4C6B-AC01-42A8EE4CD08C}">
      <dsp:nvSpPr>
        <dsp:cNvPr id="0" name=""/>
        <dsp:cNvSpPr/>
      </dsp:nvSpPr>
      <dsp:spPr>
        <a:xfrm>
          <a:off x="560876" y="172983"/>
          <a:ext cx="94523" cy="952088"/>
        </a:xfrm>
        <a:custGeom>
          <a:avLst/>
          <a:gdLst/>
          <a:ahLst/>
          <a:cxnLst/>
          <a:rect l="0" t="0" r="0" b="0"/>
          <a:pathLst>
            <a:path>
              <a:moveTo>
                <a:pt x="0" y="952088"/>
              </a:moveTo>
              <a:lnTo>
                <a:pt x="47261" y="952088"/>
              </a:lnTo>
              <a:lnTo>
                <a:pt x="47261" y="0"/>
              </a:lnTo>
              <a:lnTo>
                <a:pt x="94523"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CB430-9FB7-4EE2-88F3-764BC6AC03B4}">
      <dsp:nvSpPr>
        <dsp:cNvPr id="0" name=""/>
        <dsp:cNvSpPr/>
      </dsp:nvSpPr>
      <dsp:spPr>
        <a:xfrm>
          <a:off x="40261" y="1606"/>
          <a:ext cx="520614" cy="2246931"/>
        </a:xfrm>
        <a:prstGeom prst="rect">
          <a:avLst/>
        </a:prstGeom>
        <a:solidFill>
          <a:schemeClr val="accent2"/>
        </a:solidFill>
        <a:ln w="25400" cap="rnd" cmpd="sng" algn="ctr">
          <a:solidFill>
            <a:schemeClr val="lt1"/>
          </a:solidFill>
          <a:prstDash val="solid"/>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bg1"/>
              </a:solidFill>
            </a:rPr>
            <a:t>P</a:t>
          </a:r>
          <a:endParaRPr lang="zh-CN" altLang="en-US" sz="2000" kern="1200" dirty="0">
            <a:solidFill>
              <a:schemeClr val="bg1"/>
            </a:solidFill>
          </a:endParaRPr>
        </a:p>
      </dsp:txBody>
      <dsp:txXfrm>
        <a:off x="40261" y="1606"/>
        <a:ext cx="520614" cy="2246931"/>
      </dsp:txXfrm>
    </dsp:sp>
    <dsp:sp modelId="{B5EA670C-BC02-46EF-81DA-CCB1410A2777}">
      <dsp:nvSpPr>
        <dsp:cNvPr id="0" name=""/>
        <dsp:cNvSpPr/>
      </dsp:nvSpPr>
      <dsp:spPr>
        <a:xfrm>
          <a:off x="655399" y="14545"/>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a, x</a:t>
          </a:r>
          <a:endParaRPr lang="zh-CN" altLang="en-US" sz="2000" kern="1200" dirty="0"/>
        </a:p>
      </dsp:txBody>
      <dsp:txXfrm>
        <a:off x="655399" y="14545"/>
        <a:ext cx="520614" cy="316875"/>
      </dsp:txXfrm>
    </dsp:sp>
    <dsp:sp modelId="{3A6A72AE-75FC-4204-8F47-4C9B8D2126D1}">
      <dsp:nvSpPr>
        <dsp:cNvPr id="0" name=""/>
        <dsp:cNvSpPr/>
      </dsp:nvSpPr>
      <dsp:spPr>
        <a:xfrm>
          <a:off x="655399" y="390498"/>
          <a:ext cx="520614" cy="1469148"/>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Q</a:t>
          </a:r>
          <a:endParaRPr lang="zh-CN" altLang="en-US" sz="2000" kern="1200" dirty="0"/>
        </a:p>
      </dsp:txBody>
      <dsp:txXfrm>
        <a:off x="655399" y="390498"/>
        <a:ext cx="520614" cy="1469148"/>
      </dsp:txXfrm>
    </dsp:sp>
    <dsp:sp modelId="{237B9E37-BB5D-4D1F-A3E1-382E039123EB}">
      <dsp:nvSpPr>
        <dsp:cNvPr id="0" name=""/>
        <dsp:cNvSpPr/>
      </dsp:nvSpPr>
      <dsp:spPr>
        <a:xfrm>
          <a:off x="1270537" y="403437"/>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b</a:t>
          </a:r>
          <a:endParaRPr lang="zh-CN" altLang="en-US" sz="2000" kern="1200" dirty="0"/>
        </a:p>
      </dsp:txBody>
      <dsp:txXfrm>
        <a:off x="1270537" y="403437"/>
        <a:ext cx="520614" cy="316875"/>
      </dsp:txXfrm>
    </dsp:sp>
    <dsp:sp modelId="{5335E1C5-BE2C-4030-86AC-794100F4765D}">
      <dsp:nvSpPr>
        <dsp:cNvPr id="0" name=""/>
        <dsp:cNvSpPr/>
      </dsp:nvSpPr>
      <dsp:spPr>
        <a:xfrm>
          <a:off x="1270537" y="779390"/>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err="1"/>
            <a:t>i</a:t>
          </a:r>
          <a:endParaRPr lang="zh-CN" altLang="en-US" sz="2000" kern="1200" dirty="0"/>
        </a:p>
      </dsp:txBody>
      <dsp:txXfrm>
        <a:off x="1270537" y="779390"/>
        <a:ext cx="520614" cy="316875"/>
      </dsp:txXfrm>
    </dsp:sp>
    <dsp:sp modelId="{600B61BF-0F19-4F47-8858-0D123EF976CB}">
      <dsp:nvSpPr>
        <dsp:cNvPr id="0" name=""/>
        <dsp:cNvSpPr/>
      </dsp:nvSpPr>
      <dsp:spPr>
        <a:xfrm>
          <a:off x="1270537" y="1155342"/>
          <a:ext cx="520614" cy="69136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R</a:t>
          </a:r>
          <a:endParaRPr lang="zh-CN" altLang="en-US" sz="2000" kern="1200" dirty="0"/>
        </a:p>
      </dsp:txBody>
      <dsp:txXfrm>
        <a:off x="1270537" y="1155342"/>
        <a:ext cx="520614" cy="691364"/>
      </dsp:txXfrm>
    </dsp:sp>
    <dsp:sp modelId="{84A376F7-6F8B-4FAB-B776-982C34CBDE06}">
      <dsp:nvSpPr>
        <dsp:cNvPr id="0" name=""/>
        <dsp:cNvSpPr/>
      </dsp:nvSpPr>
      <dsp:spPr>
        <a:xfrm>
          <a:off x="1885674" y="1154610"/>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u, v</a:t>
          </a:r>
          <a:endParaRPr lang="zh-CN" altLang="en-US" sz="2000" kern="1200" dirty="0"/>
        </a:p>
      </dsp:txBody>
      <dsp:txXfrm>
        <a:off x="1885674" y="1154610"/>
        <a:ext cx="520614" cy="316875"/>
      </dsp:txXfrm>
    </dsp:sp>
    <dsp:sp modelId="{B928EAE5-A6CB-4E6A-BBD6-ED4EBAD723C4}">
      <dsp:nvSpPr>
        <dsp:cNvPr id="0" name=""/>
        <dsp:cNvSpPr/>
      </dsp:nvSpPr>
      <dsp:spPr>
        <a:xfrm>
          <a:off x="1885674" y="1530563"/>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d</a:t>
          </a:r>
          <a:endParaRPr lang="zh-CN" altLang="en-US" sz="2000" kern="1200" dirty="0"/>
        </a:p>
      </dsp:txBody>
      <dsp:txXfrm>
        <a:off x="1885674" y="1530563"/>
        <a:ext cx="520614" cy="316875"/>
      </dsp:txXfrm>
    </dsp:sp>
    <dsp:sp modelId="{018216EE-B446-4AC4-8E76-37B039C8CD5F}">
      <dsp:nvSpPr>
        <dsp:cNvPr id="0" name=""/>
        <dsp:cNvSpPr/>
      </dsp:nvSpPr>
      <dsp:spPr>
        <a:xfrm>
          <a:off x="655399" y="1918723"/>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S</a:t>
          </a:r>
          <a:endParaRPr lang="zh-CN" altLang="en-US" sz="2000" kern="1200" dirty="0"/>
        </a:p>
      </dsp:txBody>
      <dsp:txXfrm>
        <a:off x="655399" y="1918723"/>
        <a:ext cx="520614" cy="316875"/>
      </dsp:txXfrm>
    </dsp:sp>
    <dsp:sp modelId="{EC393624-98A2-4AF9-9CBE-7A83422CA36E}">
      <dsp:nvSpPr>
        <dsp:cNvPr id="0" name=""/>
        <dsp:cNvSpPr/>
      </dsp:nvSpPr>
      <dsp:spPr>
        <a:xfrm>
          <a:off x="1270537" y="1918723"/>
          <a:ext cx="520614" cy="316875"/>
        </a:xfrm>
        <a:prstGeom prst="rect">
          <a:avLst/>
        </a:prstGeom>
        <a:solidFill>
          <a:schemeClr val="accent3"/>
        </a:solidFill>
        <a:ln w="25400" cap="rnd" cmpd="sng" algn="ctr">
          <a:solidFill>
            <a:schemeClr val="lt1"/>
          </a:solidFill>
          <a:prstDash val="solid"/>
        </a:ln>
        <a:effectLst/>
      </dsp:spPr>
      <dsp:style>
        <a:lnRef idx="3">
          <a:schemeClr val="lt1"/>
        </a:lnRef>
        <a:fillRef idx="1">
          <a:schemeClr val="accent3"/>
        </a:fillRef>
        <a:effectRef idx="1">
          <a:schemeClr val="accent3"/>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a:t>
          </a:r>
          <a:r>
            <a:rPr lang="en-US" altLang="zh-CN" sz="2000" kern="1200" dirty="0" err="1"/>
            <a:t>i</a:t>
          </a:r>
          <a:endParaRPr lang="zh-CN" altLang="en-US" sz="2000" kern="1200" dirty="0"/>
        </a:p>
      </dsp:txBody>
      <dsp:txXfrm>
        <a:off x="1270537" y="1918723"/>
        <a:ext cx="520614" cy="3168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9CF928-9FA2-4AB4-9D4B-3061419CBACF}">
      <dsp:nvSpPr>
        <dsp:cNvPr id="0" name=""/>
        <dsp:cNvSpPr/>
      </dsp:nvSpPr>
      <dsp:spPr>
        <a:xfrm>
          <a:off x="1176013" y="2031441"/>
          <a:ext cx="94523" cy="91440"/>
        </a:xfrm>
        <a:custGeom>
          <a:avLst/>
          <a:gdLst/>
          <a:ahLst/>
          <a:cxnLst/>
          <a:rect l="0" t="0" r="0" b="0"/>
          <a:pathLst>
            <a:path>
              <a:moveTo>
                <a:pt x="0" y="45720"/>
              </a:moveTo>
              <a:lnTo>
                <a:pt x="94523" y="4572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FA3210-45C1-4391-8FD8-83E6606D1CBB}">
      <dsp:nvSpPr>
        <dsp:cNvPr id="0" name=""/>
        <dsp:cNvSpPr/>
      </dsp:nvSpPr>
      <dsp:spPr>
        <a:xfrm>
          <a:off x="560876" y="1125072"/>
          <a:ext cx="94523" cy="952088"/>
        </a:xfrm>
        <a:custGeom>
          <a:avLst/>
          <a:gdLst/>
          <a:ahLst/>
          <a:cxnLst/>
          <a:rect l="0" t="0" r="0" b="0"/>
          <a:pathLst>
            <a:path>
              <a:moveTo>
                <a:pt x="0" y="0"/>
              </a:moveTo>
              <a:lnTo>
                <a:pt x="47261" y="0"/>
              </a:lnTo>
              <a:lnTo>
                <a:pt x="47261" y="952088"/>
              </a:lnTo>
              <a:lnTo>
                <a:pt x="94523" y="95208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528C50-DE38-4099-9EAC-4D454C934301}">
      <dsp:nvSpPr>
        <dsp:cNvPr id="0" name=""/>
        <dsp:cNvSpPr/>
      </dsp:nvSpPr>
      <dsp:spPr>
        <a:xfrm>
          <a:off x="1791151" y="1501025"/>
          <a:ext cx="94523" cy="187976"/>
        </a:xfrm>
        <a:custGeom>
          <a:avLst/>
          <a:gdLst/>
          <a:ahLst/>
          <a:cxnLst/>
          <a:rect l="0" t="0" r="0" b="0"/>
          <a:pathLst>
            <a:path>
              <a:moveTo>
                <a:pt x="0" y="0"/>
              </a:moveTo>
              <a:lnTo>
                <a:pt x="47261" y="0"/>
              </a:lnTo>
              <a:lnTo>
                <a:pt x="47261" y="187976"/>
              </a:lnTo>
              <a:lnTo>
                <a:pt x="94523" y="187976"/>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4DB776-BD48-417E-95FE-4CF2B482D68C}">
      <dsp:nvSpPr>
        <dsp:cNvPr id="0" name=""/>
        <dsp:cNvSpPr/>
      </dsp:nvSpPr>
      <dsp:spPr>
        <a:xfrm>
          <a:off x="1791151" y="1313048"/>
          <a:ext cx="94523" cy="187976"/>
        </a:xfrm>
        <a:custGeom>
          <a:avLst/>
          <a:gdLst/>
          <a:ahLst/>
          <a:cxnLst/>
          <a:rect l="0" t="0" r="0" b="0"/>
          <a:pathLst>
            <a:path>
              <a:moveTo>
                <a:pt x="0" y="187976"/>
              </a:moveTo>
              <a:lnTo>
                <a:pt x="47261" y="18797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BC433-8AF9-4B5D-8D75-8824B4986B30}">
      <dsp:nvSpPr>
        <dsp:cNvPr id="0" name=""/>
        <dsp:cNvSpPr/>
      </dsp:nvSpPr>
      <dsp:spPr>
        <a:xfrm>
          <a:off x="1176013" y="1125072"/>
          <a:ext cx="94523" cy="375952"/>
        </a:xfrm>
        <a:custGeom>
          <a:avLst/>
          <a:gdLst/>
          <a:ahLst/>
          <a:cxnLst/>
          <a:rect l="0" t="0" r="0" b="0"/>
          <a:pathLst>
            <a:path>
              <a:moveTo>
                <a:pt x="0" y="0"/>
              </a:moveTo>
              <a:lnTo>
                <a:pt x="47261" y="0"/>
              </a:lnTo>
              <a:lnTo>
                <a:pt x="47261" y="375952"/>
              </a:lnTo>
              <a:lnTo>
                <a:pt x="94523" y="37595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D1D1D1-83FA-419C-8D42-2B99B237CD83}">
      <dsp:nvSpPr>
        <dsp:cNvPr id="0" name=""/>
        <dsp:cNvSpPr/>
      </dsp:nvSpPr>
      <dsp:spPr>
        <a:xfrm>
          <a:off x="1176013" y="937828"/>
          <a:ext cx="94523" cy="187244"/>
        </a:xfrm>
        <a:custGeom>
          <a:avLst/>
          <a:gdLst/>
          <a:ahLst/>
          <a:cxnLst/>
          <a:rect l="0" t="0" r="0" b="0"/>
          <a:pathLst>
            <a:path>
              <a:moveTo>
                <a:pt x="0" y="187244"/>
              </a:moveTo>
              <a:lnTo>
                <a:pt x="47261" y="187244"/>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B32374-3183-47F2-A241-D3FBC0CCC237}">
      <dsp:nvSpPr>
        <dsp:cNvPr id="0" name=""/>
        <dsp:cNvSpPr/>
      </dsp:nvSpPr>
      <dsp:spPr>
        <a:xfrm>
          <a:off x="1176013" y="561875"/>
          <a:ext cx="94523" cy="563196"/>
        </a:xfrm>
        <a:custGeom>
          <a:avLst/>
          <a:gdLst/>
          <a:ahLst/>
          <a:cxnLst/>
          <a:rect l="0" t="0" r="0" b="0"/>
          <a:pathLst>
            <a:path>
              <a:moveTo>
                <a:pt x="0" y="563196"/>
              </a:moveTo>
              <a:lnTo>
                <a:pt x="47261" y="56319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7C9366-75DD-43C5-BDE7-BA2D7CD1AFE8}">
      <dsp:nvSpPr>
        <dsp:cNvPr id="0" name=""/>
        <dsp:cNvSpPr/>
      </dsp:nvSpPr>
      <dsp:spPr>
        <a:xfrm>
          <a:off x="560876" y="1079352"/>
          <a:ext cx="94523" cy="91440"/>
        </a:xfrm>
        <a:custGeom>
          <a:avLst/>
          <a:gdLst/>
          <a:ahLst/>
          <a:cxnLst/>
          <a:rect l="0" t="0" r="0" b="0"/>
          <a:pathLst>
            <a:path>
              <a:moveTo>
                <a:pt x="0" y="45720"/>
              </a:moveTo>
              <a:lnTo>
                <a:pt x="94523" y="4572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37E1BF-2E05-4C6B-AC01-42A8EE4CD08C}">
      <dsp:nvSpPr>
        <dsp:cNvPr id="0" name=""/>
        <dsp:cNvSpPr/>
      </dsp:nvSpPr>
      <dsp:spPr>
        <a:xfrm>
          <a:off x="560876" y="172983"/>
          <a:ext cx="94523" cy="952088"/>
        </a:xfrm>
        <a:custGeom>
          <a:avLst/>
          <a:gdLst/>
          <a:ahLst/>
          <a:cxnLst/>
          <a:rect l="0" t="0" r="0" b="0"/>
          <a:pathLst>
            <a:path>
              <a:moveTo>
                <a:pt x="0" y="952088"/>
              </a:moveTo>
              <a:lnTo>
                <a:pt x="47261" y="952088"/>
              </a:lnTo>
              <a:lnTo>
                <a:pt x="47261" y="0"/>
              </a:lnTo>
              <a:lnTo>
                <a:pt x="94523"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CB430-9FB7-4EE2-88F3-764BC6AC03B4}">
      <dsp:nvSpPr>
        <dsp:cNvPr id="0" name=""/>
        <dsp:cNvSpPr/>
      </dsp:nvSpPr>
      <dsp:spPr>
        <a:xfrm>
          <a:off x="40261" y="1606"/>
          <a:ext cx="520614" cy="2246931"/>
        </a:xfrm>
        <a:prstGeom prst="rect">
          <a:avLst/>
        </a:prstGeom>
        <a:solidFill>
          <a:schemeClr val="accent2"/>
        </a:solidFill>
        <a:ln w="25400" cap="rnd" cmpd="sng" algn="ctr">
          <a:solidFill>
            <a:schemeClr val="lt1"/>
          </a:solidFill>
          <a:prstDash val="solid"/>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bg1"/>
              </a:solidFill>
            </a:rPr>
            <a:t>P</a:t>
          </a:r>
          <a:endParaRPr lang="zh-CN" altLang="en-US" sz="2000" kern="1200" dirty="0">
            <a:solidFill>
              <a:schemeClr val="bg1"/>
            </a:solidFill>
          </a:endParaRPr>
        </a:p>
      </dsp:txBody>
      <dsp:txXfrm>
        <a:off x="40261" y="1606"/>
        <a:ext cx="520614" cy="2246931"/>
      </dsp:txXfrm>
    </dsp:sp>
    <dsp:sp modelId="{B5EA670C-BC02-46EF-81DA-CCB1410A2777}">
      <dsp:nvSpPr>
        <dsp:cNvPr id="0" name=""/>
        <dsp:cNvSpPr/>
      </dsp:nvSpPr>
      <dsp:spPr>
        <a:xfrm>
          <a:off x="655399" y="14545"/>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a, x</a:t>
          </a:r>
          <a:endParaRPr lang="zh-CN" altLang="en-US" sz="2000" kern="1200" dirty="0"/>
        </a:p>
      </dsp:txBody>
      <dsp:txXfrm>
        <a:off x="655399" y="14545"/>
        <a:ext cx="520614" cy="316875"/>
      </dsp:txXfrm>
    </dsp:sp>
    <dsp:sp modelId="{3A6A72AE-75FC-4204-8F47-4C9B8D2126D1}">
      <dsp:nvSpPr>
        <dsp:cNvPr id="0" name=""/>
        <dsp:cNvSpPr/>
      </dsp:nvSpPr>
      <dsp:spPr>
        <a:xfrm>
          <a:off x="655399" y="390498"/>
          <a:ext cx="520614" cy="1469148"/>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Q</a:t>
          </a:r>
          <a:endParaRPr lang="zh-CN" altLang="en-US" sz="2000" kern="1200" dirty="0"/>
        </a:p>
      </dsp:txBody>
      <dsp:txXfrm>
        <a:off x="655399" y="390498"/>
        <a:ext cx="520614" cy="1469148"/>
      </dsp:txXfrm>
    </dsp:sp>
    <dsp:sp modelId="{237B9E37-BB5D-4D1F-A3E1-382E039123EB}">
      <dsp:nvSpPr>
        <dsp:cNvPr id="0" name=""/>
        <dsp:cNvSpPr/>
      </dsp:nvSpPr>
      <dsp:spPr>
        <a:xfrm>
          <a:off x="1270537" y="403437"/>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b</a:t>
          </a:r>
          <a:endParaRPr lang="zh-CN" altLang="en-US" sz="2000" kern="1200" dirty="0"/>
        </a:p>
      </dsp:txBody>
      <dsp:txXfrm>
        <a:off x="1270537" y="403437"/>
        <a:ext cx="520614" cy="316875"/>
      </dsp:txXfrm>
    </dsp:sp>
    <dsp:sp modelId="{5335E1C5-BE2C-4030-86AC-794100F4765D}">
      <dsp:nvSpPr>
        <dsp:cNvPr id="0" name=""/>
        <dsp:cNvSpPr/>
      </dsp:nvSpPr>
      <dsp:spPr>
        <a:xfrm>
          <a:off x="1270537" y="779390"/>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err="1"/>
            <a:t>i</a:t>
          </a:r>
          <a:endParaRPr lang="zh-CN" altLang="en-US" sz="2000" kern="1200" dirty="0"/>
        </a:p>
      </dsp:txBody>
      <dsp:txXfrm>
        <a:off x="1270537" y="779390"/>
        <a:ext cx="520614" cy="316875"/>
      </dsp:txXfrm>
    </dsp:sp>
    <dsp:sp modelId="{600B61BF-0F19-4F47-8858-0D123EF976CB}">
      <dsp:nvSpPr>
        <dsp:cNvPr id="0" name=""/>
        <dsp:cNvSpPr/>
      </dsp:nvSpPr>
      <dsp:spPr>
        <a:xfrm>
          <a:off x="1270537" y="1155342"/>
          <a:ext cx="520614" cy="69136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R</a:t>
          </a:r>
          <a:endParaRPr lang="zh-CN" altLang="en-US" sz="2000" kern="1200" dirty="0"/>
        </a:p>
      </dsp:txBody>
      <dsp:txXfrm>
        <a:off x="1270537" y="1155342"/>
        <a:ext cx="520614" cy="691364"/>
      </dsp:txXfrm>
    </dsp:sp>
    <dsp:sp modelId="{84A376F7-6F8B-4FAB-B776-982C34CBDE06}">
      <dsp:nvSpPr>
        <dsp:cNvPr id="0" name=""/>
        <dsp:cNvSpPr/>
      </dsp:nvSpPr>
      <dsp:spPr>
        <a:xfrm>
          <a:off x="1885674" y="1154610"/>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u, v</a:t>
          </a:r>
          <a:endParaRPr lang="zh-CN" altLang="en-US" sz="2000" kern="1200" dirty="0"/>
        </a:p>
      </dsp:txBody>
      <dsp:txXfrm>
        <a:off x="1885674" y="1154610"/>
        <a:ext cx="520614" cy="316875"/>
      </dsp:txXfrm>
    </dsp:sp>
    <dsp:sp modelId="{B928EAE5-A6CB-4E6A-BBD6-ED4EBAD723C4}">
      <dsp:nvSpPr>
        <dsp:cNvPr id="0" name=""/>
        <dsp:cNvSpPr/>
      </dsp:nvSpPr>
      <dsp:spPr>
        <a:xfrm>
          <a:off x="1885674" y="1530563"/>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d</a:t>
          </a:r>
          <a:endParaRPr lang="zh-CN" altLang="en-US" sz="2000" kern="1200" dirty="0"/>
        </a:p>
      </dsp:txBody>
      <dsp:txXfrm>
        <a:off x="1885674" y="1530563"/>
        <a:ext cx="520614" cy="316875"/>
      </dsp:txXfrm>
    </dsp:sp>
    <dsp:sp modelId="{018216EE-B446-4AC4-8E76-37B039C8CD5F}">
      <dsp:nvSpPr>
        <dsp:cNvPr id="0" name=""/>
        <dsp:cNvSpPr/>
      </dsp:nvSpPr>
      <dsp:spPr>
        <a:xfrm>
          <a:off x="655399" y="1918723"/>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S</a:t>
          </a:r>
          <a:endParaRPr lang="zh-CN" altLang="en-US" sz="2000" kern="1200" dirty="0"/>
        </a:p>
      </dsp:txBody>
      <dsp:txXfrm>
        <a:off x="655399" y="1918723"/>
        <a:ext cx="520614" cy="316875"/>
      </dsp:txXfrm>
    </dsp:sp>
    <dsp:sp modelId="{EC393624-98A2-4AF9-9CBE-7A83422CA36E}">
      <dsp:nvSpPr>
        <dsp:cNvPr id="0" name=""/>
        <dsp:cNvSpPr/>
      </dsp:nvSpPr>
      <dsp:spPr>
        <a:xfrm>
          <a:off x="1270537" y="1918723"/>
          <a:ext cx="520614" cy="316875"/>
        </a:xfrm>
        <a:prstGeom prst="rect">
          <a:avLst/>
        </a:prstGeom>
        <a:solidFill>
          <a:schemeClr val="accent3"/>
        </a:solidFill>
        <a:ln w="25400" cap="rnd" cmpd="sng" algn="ctr">
          <a:solidFill>
            <a:schemeClr val="lt1"/>
          </a:solidFill>
          <a:prstDash val="solid"/>
        </a:ln>
        <a:effectLst/>
      </dsp:spPr>
      <dsp:style>
        <a:lnRef idx="3">
          <a:schemeClr val="lt1"/>
        </a:lnRef>
        <a:fillRef idx="1">
          <a:schemeClr val="accent3"/>
        </a:fillRef>
        <a:effectRef idx="1">
          <a:schemeClr val="accent3"/>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a:t>
          </a:r>
          <a:r>
            <a:rPr lang="en-US" altLang="zh-CN" sz="2000" kern="1200" dirty="0" err="1"/>
            <a:t>i</a:t>
          </a:r>
          <a:endParaRPr lang="zh-CN" altLang="en-US" sz="2000" kern="1200" dirty="0"/>
        </a:p>
      </dsp:txBody>
      <dsp:txXfrm>
        <a:off x="1270537" y="1918723"/>
        <a:ext cx="520614" cy="3168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9CF928-9FA2-4AB4-9D4B-3061419CBACF}">
      <dsp:nvSpPr>
        <dsp:cNvPr id="0" name=""/>
        <dsp:cNvSpPr/>
      </dsp:nvSpPr>
      <dsp:spPr>
        <a:xfrm>
          <a:off x="1176013" y="2031441"/>
          <a:ext cx="94523" cy="91440"/>
        </a:xfrm>
        <a:custGeom>
          <a:avLst/>
          <a:gdLst/>
          <a:ahLst/>
          <a:cxnLst/>
          <a:rect l="0" t="0" r="0" b="0"/>
          <a:pathLst>
            <a:path>
              <a:moveTo>
                <a:pt x="0" y="45720"/>
              </a:moveTo>
              <a:lnTo>
                <a:pt x="94523" y="4572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9FA3210-45C1-4391-8FD8-83E6606D1CBB}">
      <dsp:nvSpPr>
        <dsp:cNvPr id="0" name=""/>
        <dsp:cNvSpPr/>
      </dsp:nvSpPr>
      <dsp:spPr>
        <a:xfrm>
          <a:off x="560876" y="1125072"/>
          <a:ext cx="94523" cy="952088"/>
        </a:xfrm>
        <a:custGeom>
          <a:avLst/>
          <a:gdLst/>
          <a:ahLst/>
          <a:cxnLst/>
          <a:rect l="0" t="0" r="0" b="0"/>
          <a:pathLst>
            <a:path>
              <a:moveTo>
                <a:pt x="0" y="0"/>
              </a:moveTo>
              <a:lnTo>
                <a:pt x="47261" y="0"/>
              </a:lnTo>
              <a:lnTo>
                <a:pt x="47261" y="952088"/>
              </a:lnTo>
              <a:lnTo>
                <a:pt x="94523" y="95208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528C50-DE38-4099-9EAC-4D454C934301}">
      <dsp:nvSpPr>
        <dsp:cNvPr id="0" name=""/>
        <dsp:cNvSpPr/>
      </dsp:nvSpPr>
      <dsp:spPr>
        <a:xfrm>
          <a:off x="1791151" y="1501025"/>
          <a:ext cx="94523" cy="187976"/>
        </a:xfrm>
        <a:custGeom>
          <a:avLst/>
          <a:gdLst/>
          <a:ahLst/>
          <a:cxnLst/>
          <a:rect l="0" t="0" r="0" b="0"/>
          <a:pathLst>
            <a:path>
              <a:moveTo>
                <a:pt x="0" y="0"/>
              </a:moveTo>
              <a:lnTo>
                <a:pt x="47261" y="0"/>
              </a:lnTo>
              <a:lnTo>
                <a:pt x="47261" y="187976"/>
              </a:lnTo>
              <a:lnTo>
                <a:pt x="94523" y="187976"/>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4DB776-BD48-417E-95FE-4CF2B482D68C}">
      <dsp:nvSpPr>
        <dsp:cNvPr id="0" name=""/>
        <dsp:cNvSpPr/>
      </dsp:nvSpPr>
      <dsp:spPr>
        <a:xfrm>
          <a:off x="1791151" y="1313048"/>
          <a:ext cx="94523" cy="187976"/>
        </a:xfrm>
        <a:custGeom>
          <a:avLst/>
          <a:gdLst/>
          <a:ahLst/>
          <a:cxnLst/>
          <a:rect l="0" t="0" r="0" b="0"/>
          <a:pathLst>
            <a:path>
              <a:moveTo>
                <a:pt x="0" y="187976"/>
              </a:moveTo>
              <a:lnTo>
                <a:pt x="47261" y="18797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CBC433-8AF9-4B5D-8D75-8824B4986B30}">
      <dsp:nvSpPr>
        <dsp:cNvPr id="0" name=""/>
        <dsp:cNvSpPr/>
      </dsp:nvSpPr>
      <dsp:spPr>
        <a:xfrm>
          <a:off x="1176013" y="1125072"/>
          <a:ext cx="94523" cy="375952"/>
        </a:xfrm>
        <a:custGeom>
          <a:avLst/>
          <a:gdLst/>
          <a:ahLst/>
          <a:cxnLst/>
          <a:rect l="0" t="0" r="0" b="0"/>
          <a:pathLst>
            <a:path>
              <a:moveTo>
                <a:pt x="0" y="0"/>
              </a:moveTo>
              <a:lnTo>
                <a:pt x="47261" y="0"/>
              </a:lnTo>
              <a:lnTo>
                <a:pt x="47261" y="375952"/>
              </a:lnTo>
              <a:lnTo>
                <a:pt x="94523" y="375952"/>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D1D1D1-83FA-419C-8D42-2B99B237CD83}">
      <dsp:nvSpPr>
        <dsp:cNvPr id="0" name=""/>
        <dsp:cNvSpPr/>
      </dsp:nvSpPr>
      <dsp:spPr>
        <a:xfrm>
          <a:off x="1176013" y="937828"/>
          <a:ext cx="94523" cy="187244"/>
        </a:xfrm>
        <a:custGeom>
          <a:avLst/>
          <a:gdLst/>
          <a:ahLst/>
          <a:cxnLst/>
          <a:rect l="0" t="0" r="0" b="0"/>
          <a:pathLst>
            <a:path>
              <a:moveTo>
                <a:pt x="0" y="187244"/>
              </a:moveTo>
              <a:lnTo>
                <a:pt x="47261" y="187244"/>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B32374-3183-47F2-A241-D3FBC0CCC237}">
      <dsp:nvSpPr>
        <dsp:cNvPr id="0" name=""/>
        <dsp:cNvSpPr/>
      </dsp:nvSpPr>
      <dsp:spPr>
        <a:xfrm>
          <a:off x="1176013" y="561875"/>
          <a:ext cx="94523" cy="563196"/>
        </a:xfrm>
        <a:custGeom>
          <a:avLst/>
          <a:gdLst/>
          <a:ahLst/>
          <a:cxnLst/>
          <a:rect l="0" t="0" r="0" b="0"/>
          <a:pathLst>
            <a:path>
              <a:moveTo>
                <a:pt x="0" y="563196"/>
              </a:moveTo>
              <a:lnTo>
                <a:pt x="47261" y="563196"/>
              </a:lnTo>
              <a:lnTo>
                <a:pt x="47261" y="0"/>
              </a:lnTo>
              <a:lnTo>
                <a:pt x="94523" y="0"/>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7C9366-75DD-43C5-BDE7-BA2D7CD1AFE8}">
      <dsp:nvSpPr>
        <dsp:cNvPr id="0" name=""/>
        <dsp:cNvSpPr/>
      </dsp:nvSpPr>
      <dsp:spPr>
        <a:xfrm>
          <a:off x="560876" y="1079352"/>
          <a:ext cx="94523" cy="91440"/>
        </a:xfrm>
        <a:custGeom>
          <a:avLst/>
          <a:gdLst/>
          <a:ahLst/>
          <a:cxnLst/>
          <a:rect l="0" t="0" r="0" b="0"/>
          <a:pathLst>
            <a:path>
              <a:moveTo>
                <a:pt x="0" y="45720"/>
              </a:moveTo>
              <a:lnTo>
                <a:pt x="94523" y="4572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37E1BF-2E05-4C6B-AC01-42A8EE4CD08C}">
      <dsp:nvSpPr>
        <dsp:cNvPr id="0" name=""/>
        <dsp:cNvSpPr/>
      </dsp:nvSpPr>
      <dsp:spPr>
        <a:xfrm>
          <a:off x="560876" y="172983"/>
          <a:ext cx="94523" cy="952088"/>
        </a:xfrm>
        <a:custGeom>
          <a:avLst/>
          <a:gdLst/>
          <a:ahLst/>
          <a:cxnLst/>
          <a:rect l="0" t="0" r="0" b="0"/>
          <a:pathLst>
            <a:path>
              <a:moveTo>
                <a:pt x="0" y="952088"/>
              </a:moveTo>
              <a:lnTo>
                <a:pt x="47261" y="952088"/>
              </a:lnTo>
              <a:lnTo>
                <a:pt x="47261" y="0"/>
              </a:lnTo>
              <a:lnTo>
                <a:pt x="94523" y="0"/>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CB430-9FB7-4EE2-88F3-764BC6AC03B4}">
      <dsp:nvSpPr>
        <dsp:cNvPr id="0" name=""/>
        <dsp:cNvSpPr/>
      </dsp:nvSpPr>
      <dsp:spPr>
        <a:xfrm>
          <a:off x="40261" y="1606"/>
          <a:ext cx="520614" cy="2246931"/>
        </a:xfrm>
        <a:prstGeom prst="rect">
          <a:avLst/>
        </a:prstGeom>
        <a:solidFill>
          <a:schemeClr val="accent2"/>
        </a:solidFill>
        <a:ln w="25400" cap="rnd" cmpd="sng" algn="ctr">
          <a:solidFill>
            <a:schemeClr val="lt1"/>
          </a:solidFill>
          <a:prstDash val="solid"/>
        </a:ln>
        <a:effectLst/>
      </dsp:spPr>
      <dsp:style>
        <a:lnRef idx="3">
          <a:schemeClr val="lt1"/>
        </a:lnRef>
        <a:fillRef idx="1">
          <a:schemeClr val="accent2"/>
        </a:fillRef>
        <a:effectRef idx="1">
          <a:schemeClr val="accent2"/>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solidFill>
                <a:schemeClr val="bg1"/>
              </a:solidFill>
            </a:rPr>
            <a:t>P</a:t>
          </a:r>
          <a:endParaRPr lang="zh-CN" altLang="en-US" sz="2000" kern="1200" dirty="0">
            <a:solidFill>
              <a:schemeClr val="bg1"/>
            </a:solidFill>
          </a:endParaRPr>
        </a:p>
      </dsp:txBody>
      <dsp:txXfrm>
        <a:off x="40261" y="1606"/>
        <a:ext cx="520614" cy="2246931"/>
      </dsp:txXfrm>
    </dsp:sp>
    <dsp:sp modelId="{B5EA670C-BC02-46EF-81DA-CCB1410A2777}">
      <dsp:nvSpPr>
        <dsp:cNvPr id="0" name=""/>
        <dsp:cNvSpPr/>
      </dsp:nvSpPr>
      <dsp:spPr>
        <a:xfrm>
          <a:off x="655399" y="14545"/>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a, x</a:t>
          </a:r>
          <a:endParaRPr lang="zh-CN" altLang="en-US" sz="2000" kern="1200" dirty="0"/>
        </a:p>
      </dsp:txBody>
      <dsp:txXfrm>
        <a:off x="655399" y="14545"/>
        <a:ext cx="520614" cy="316875"/>
      </dsp:txXfrm>
    </dsp:sp>
    <dsp:sp modelId="{3A6A72AE-75FC-4204-8F47-4C9B8D2126D1}">
      <dsp:nvSpPr>
        <dsp:cNvPr id="0" name=""/>
        <dsp:cNvSpPr/>
      </dsp:nvSpPr>
      <dsp:spPr>
        <a:xfrm>
          <a:off x="655399" y="390498"/>
          <a:ext cx="520614" cy="1469148"/>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Q</a:t>
          </a:r>
          <a:endParaRPr lang="zh-CN" altLang="en-US" sz="2000" kern="1200" dirty="0"/>
        </a:p>
      </dsp:txBody>
      <dsp:txXfrm>
        <a:off x="655399" y="390498"/>
        <a:ext cx="520614" cy="1469148"/>
      </dsp:txXfrm>
    </dsp:sp>
    <dsp:sp modelId="{237B9E37-BB5D-4D1F-A3E1-382E039123EB}">
      <dsp:nvSpPr>
        <dsp:cNvPr id="0" name=""/>
        <dsp:cNvSpPr/>
      </dsp:nvSpPr>
      <dsp:spPr>
        <a:xfrm>
          <a:off x="1270537" y="403437"/>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b</a:t>
          </a:r>
          <a:endParaRPr lang="zh-CN" altLang="en-US" sz="2000" kern="1200" dirty="0"/>
        </a:p>
      </dsp:txBody>
      <dsp:txXfrm>
        <a:off x="1270537" y="403437"/>
        <a:ext cx="520614" cy="316875"/>
      </dsp:txXfrm>
    </dsp:sp>
    <dsp:sp modelId="{5335E1C5-BE2C-4030-86AC-794100F4765D}">
      <dsp:nvSpPr>
        <dsp:cNvPr id="0" name=""/>
        <dsp:cNvSpPr/>
      </dsp:nvSpPr>
      <dsp:spPr>
        <a:xfrm>
          <a:off x="1270537" y="779390"/>
          <a:ext cx="520614" cy="3168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err="1"/>
            <a:t>i</a:t>
          </a:r>
          <a:endParaRPr lang="zh-CN" altLang="en-US" sz="2000" kern="1200" dirty="0"/>
        </a:p>
      </dsp:txBody>
      <dsp:txXfrm>
        <a:off x="1270537" y="779390"/>
        <a:ext cx="520614" cy="316875"/>
      </dsp:txXfrm>
    </dsp:sp>
    <dsp:sp modelId="{600B61BF-0F19-4F47-8858-0D123EF976CB}">
      <dsp:nvSpPr>
        <dsp:cNvPr id="0" name=""/>
        <dsp:cNvSpPr/>
      </dsp:nvSpPr>
      <dsp:spPr>
        <a:xfrm>
          <a:off x="1270537" y="1155342"/>
          <a:ext cx="520614" cy="69136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R</a:t>
          </a:r>
          <a:endParaRPr lang="zh-CN" altLang="en-US" sz="2000" kern="1200" dirty="0"/>
        </a:p>
      </dsp:txBody>
      <dsp:txXfrm>
        <a:off x="1270537" y="1155342"/>
        <a:ext cx="520614" cy="691364"/>
      </dsp:txXfrm>
    </dsp:sp>
    <dsp:sp modelId="{84A376F7-6F8B-4FAB-B776-982C34CBDE06}">
      <dsp:nvSpPr>
        <dsp:cNvPr id="0" name=""/>
        <dsp:cNvSpPr/>
      </dsp:nvSpPr>
      <dsp:spPr>
        <a:xfrm>
          <a:off x="1885674" y="1154610"/>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u, v</a:t>
          </a:r>
          <a:endParaRPr lang="zh-CN" altLang="en-US" sz="2000" kern="1200" dirty="0"/>
        </a:p>
      </dsp:txBody>
      <dsp:txXfrm>
        <a:off x="1885674" y="1154610"/>
        <a:ext cx="520614" cy="316875"/>
      </dsp:txXfrm>
    </dsp:sp>
    <dsp:sp modelId="{B928EAE5-A6CB-4E6A-BBD6-ED4EBAD723C4}">
      <dsp:nvSpPr>
        <dsp:cNvPr id="0" name=""/>
        <dsp:cNvSpPr/>
      </dsp:nvSpPr>
      <dsp:spPr>
        <a:xfrm>
          <a:off x="1885674" y="1530563"/>
          <a:ext cx="520614" cy="316875"/>
        </a:xfrm>
        <a:prstGeom prst="rect">
          <a:avLst/>
        </a:prstGeom>
        <a:solidFill>
          <a:schemeClr val="accent5"/>
        </a:solidFill>
        <a:ln w="25400" cap="rnd" cmpd="sng" algn="ctr">
          <a:solidFill>
            <a:schemeClr val="lt1"/>
          </a:solidFill>
          <a:prstDash val="solid"/>
        </a:ln>
        <a:effectLst/>
      </dsp:spPr>
      <dsp:style>
        <a:lnRef idx="3">
          <a:schemeClr val="lt1"/>
        </a:lnRef>
        <a:fillRef idx="1">
          <a:schemeClr val="accent5"/>
        </a:fillRef>
        <a:effectRef idx="1">
          <a:schemeClr val="accent5"/>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d</a:t>
          </a:r>
          <a:endParaRPr lang="zh-CN" altLang="en-US" sz="2000" kern="1200" dirty="0"/>
        </a:p>
      </dsp:txBody>
      <dsp:txXfrm>
        <a:off x="1885674" y="1530563"/>
        <a:ext cx="520614" cy="316875"/>
      </dsp:txXfrm>
    </dsp:sp>
    <dsp:sp modelId="{018216EE-B446-4AC4-8E76-37B039C8CD5F}">
      <dsp:nvSpPr>
        <dsp:cNvPr id="0" name=""/>
        <dsp:cNvSpPr/>
      </dsp:nvSpPr>
      <dsp:spPr>
        <a:xfrm>
          <a:off x="655399" y="1918723"/>
          <a:ext cx="520614" cy="316875"/>
        </a:xfrm>
        <a:prstGeom prst="rect">
          <a:avLst/>
        </a:prstGeom>
        <a:solidFill>
          <a:schemeClr val="accent6"/>
        </a:solidFill>
        <a:ln w="25400" cap="rnd" cmpd="sng" algn="ctr">
          <a:solidFill>
            <a:schemeClr val="lt1"/>
          </a:solidFill>
          <a:prstDash val="solid"/>
        </a:ln>
        <a:effectLst/>
      </dsp:spPr>
      <dsp:style>
        <a:lnRef idx="3">
          <a:schemeClr val="lt1"/>
        </a:lnRef>
        <a:fillRef idx="1">
          <a:schemeClr val="accent6"/>
        </a:fillRef>
        <a:effectRef idx="1">
          <a:schemeClr val="accent6"/>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S</a:t>
          </a:r>
          <a:endParaRPr lang="zh-CN" altLang="en-US" sz="2000" kern="1200" dirty="0"/>
        </a:p>
      </dsp:txBody>
      <dsp:txXfrm>
        <a:off x="655399" y="1918723"/>
        <a:ext cx="520614" cy="316875"/>
      </dsp:txXfrm>
    </dsp:sp>
    <dsp:sp modelId="{EC393624-98A2-4AF9-9CBE-7A83422CA36E}">
      <dsp:nvSpPr>
        <dsp:cNvPr id="0" name=""/>
        <dsp:cNvSpPr/>
      </dsp:nvSpPr>
      <dsp:spPr>
        <a:xfrm>
          <a:off x="1270537" y="1918723"/>
          <a:ext cx="520614" cy="316875"/>
        </a:xfrm>
        <a:prstGeom prst="rect">
          <a:avLst/>
        </a:prstGeom>
        <a:solidFill>
          <a:schemeClr val="accent3"/>
        </a:solidFill>
        <a:ln w="25400" cap="rnd" cmpd="sng" algn="ctr">
          <a:solidFill>
            <a:schemeClr val="lt1"/>
          </a:solidFill>
          <a:prstDash val="solid"/>
        </a:ln>
        <a:effectLst/>
      </dsp:spPr>
      <dsp:style>
        <a:lnRef idx="3">
          <a:schemeClr val="lt1"/>
        </a:lnRef>
        <a:fillRef idx="1">
          <a:schemeClr val="accent3"/>
        </a:fillRef>
        <a:effectRef idx="1">
          <a:schemeClr val="accent3"/>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altLang="zh-CN" sz="2000" kern="1200" dirty="0"/>
            <a:t>c, </a:t>
          </a:r>
          <a:r>
            <a:rPr lang="en-US" altLang="zh-CN" sz="2000" kern="1200" dirty="0" err="1"/>
            <a:t>i</a:t>
          </a:r>
          <a:endParaRPr lang="zh-CN" altLang="en-US" sz="2000" kern="1200" dirty="0"/>
        </a:p>
      </dsp:txBody>
      <dsp:txXfrm>
        <a:off x="1270537" y="1918723"/>
        <a:ext cx="520614" cy="316875"/>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E60377-4B1F-4501-AAF6-BB476A345896}" type="datetimeFigureOut">
              <a:rPr lang="zh-CN" altLang="en-US" smtClean="0"/>
              <a:t>2025/9/30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3D0E50-58E2-4B6A-84B9-636DB32B1BD8}" type="slidenum">
              <a:rPr lang="zh-CN" altLang="en-US" smtClean="0"/>
              <a:t>‹#›</a:t>
            </a:fld>
            <a:endParaRPr lang="zh-CN" altLang="en-US"/>
          </a:p>
        </p:txBody>
      </p:sp>
    </p:spTree>
    <p:extLst>
      <p:ext uri="{BB962C8B-B14F-4D97-AF65-F5344CB8AC3E}">
        <p14:creationId xmlns:p14="http://schemas.microsoft.com/office/powerpoint/2010/main" val="1705736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457730" name="Rectangle 2"/>
          <p:cNvSpPr>
            <a:spLocks noGrp="1" noRot="1" noChangeAspect="1" noChangeArrowheads="1"/>
          </p:cNvSpPr>
          <p:nvPr>
            <p:ph type="sldImg" idx="4294967295"/>
          </p:nvPr>
        </p:nvSpPr>
        <p:spPr bwMode="auto">
          <a:xfrm>
            <a:off x="0" y="812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Rectangle 3"/>
          <p:cNvSpPr>
            <a:spLocks noGrp="1" noChangeArrowheads="1"/>
          </p:cNvSpPr>
          <p:nvPr>
            <p:ph type="body" idx="4294967295"/>
          </p:nvPr>
        </p:nvSpPr>
        <p:spPr bwMode="auto">
          <a:xfrm>
            <a:off x="755650" y="5078413"/>
            <a:ext cx="6046788"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endParaRPr lang="en-US" altLang="zh-CN" noProof="0"/>
          </a:p>
        </p:txBody>
      </p:sp>
      <p:sp>
        <p:nvSpPr>
          <p:cNvPr id="3076" name="Rectangle 4"/>
          <p:cNvSpPr>
            <a:spLocks noGrp="1"/>
          </p:cNvSpPr>
          <p:nvPr>
            <p:ph type="hdr"/>
          </p:nvPr>
        </p:nvSpPr>
        <p:spPr>
          <a:xfrm>
            <a:off x="0" y="0"/>
            <a:ext cx="3279775" cy="533400"/>
          </a:xfrm>
          <a:prstGeom prst="rect">
            <a:avLst/>
          </a:prstGeom>
          <a:noFill/>
          <a:ln w="9525">
            <a:noFill/>
            <a:miter/>
          </a:ln>
        </p:spPr>
        <p:txBody>
          <a:bodyPr lIns="0" tIns="0" rIns="0" bIns="0"/>
          <a:lstStyle>
            <a:lvl1pP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7" name="Rectangle 5"/>
          <p:cNvSpPr>
            <a:spLocks noGrp="1"/>
          </p:cNvSpPr>
          <p:nvPr>
            <p:ph type="dt"/>
          </p:nvPr>
        </p:nvSpPr>
        <p:spPr>
          <a:xfrm>
            <a:off x="4278313" y="0"/>
            <a:ext cx="3279775" cy="533400"/>
          </a:xfrm>
          <a:prstGeom prst="rect">
            <a:avLst/>
          </a:prstGeom>
          <a:noFill/>
          <a:ln w="9525">
            <a:noFill/>
            <a:miter/>
          </a:ln>
        </p:spPr>
        <p:txBody>
          <a:bodyPr lIns="0" tIns="0" rIns="0" bIns="0"/>
          <a:lstStyle>
            <a:lvl1pPr algn="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8" name="Rectangle 6"/>
          <p:cNvSpPr>
            <a:spLocks noGrp="1"/>
          </p:cNvSpPr>
          <p:nvPr>
            <p:ph type="ftr"/>
          </p:nvPr>
        </p:nvSpPr>
        <p:spPr>
          <a:xfrm>
            <a:off x="0" y="10156825"/>
            <a:ext cx="3279775" cy="533400"/>
          </a:xfrm>
          <a:prstGeom prst="rect">
            <a:avLst/>
          </a:prstGeom>
          <a:noFill/>
          <a:ln w="9525">
            <a:noFill/>
            <a:miter/>
          </a:ln>
        </p:spPr>
        <p:txBody>
          <a:bodyPr lIns="0" tIns="0" rIns="0" bIns="0" anchor="b"/>
          <a:lstStyle>
            <a:lvl1pP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defRPr>
            </a:lvl1pPr>
          </a:lstStyle>
          <a:p>
            <a:pPr>
              <a:defRPr/>
            </a:pPr>
            <a:endParaRPr lang="en-US" altLang="x-none"/>
          </a:p>
        </p:txBody>
      </p:sp>
      <p:sp>
        <p:nvSpPr>
          <p:cNvPr id="3079" name="Rectangle 7"/>
          <p:cNvSpPr>
            <a:spLocks noGrp="1"/>
          </p:cNvSpPr>
          <p:nvPr>
            <p:ph type="sldNum"/>
          </p:nvPr>
        </p:nvSpPr>
        <p:spPr>
          <a:xfrm>
            <a:off x="4278313" y="10156825"/>
            <a:ext cx="3279775" cy="533400"/>
          </a:xfrm>
          <a:prstGeom prst="rect">
            <a:avLst/>
          </a:prstGeom>
          <a:noFill/>
          <a:ln w="9525">
            <a:noFill/>
            <a:miter/>
          </a:ln>
        </p:spPr>
        <p:txBody>
          <a:bodyPr lIns="0" tIns="0" rIns="0" bIns="0" anchor="b"/>
          <a:lstStyle>
            <a:lvl1pPr algn="r" defTabSz="0" eaLnBrk="1" hangingPunct="1">
              <a:lnSpc>
                <a:spcPct val="93000"/>
              </a:lnSpc>
              <a:buSzPct val="100000"/>
              <a:buFont typeface="Times New Roman" panose="02020603050405020304" pitchFamily="18" charset="0"/>
              <a:buNone/>
              <a:tabLst>
                <a:tab pos="723900" algn="l"/>
                <a:tab pos="1447800" algn="l"/>
                <a:tab pos="2171700" algn="l"/>
                <a:tab pos="2895600" algn="l"/>
              </a:tabLst>
              <a:defRPr sz="1400" noProof="1">
                <a:latin typeface="Times New Roman" panose="02060603050605020204" pitchFamily="2" charset="0"/>
                <a:ea typeface="宋体" panose="02010600030101010101" pitchFamily="2" charset="-122"/>
                <a:cs typeface="+mn-ea"/>
              </a:defRPr>
            </a:lvl1pPr>
          </a:lstStyle>
          <a:p>
            <a:pPr>
              <a:defRPr/>
            </a:pPr>
            <a:fld id="{044E73FF-5FCC-4E3E-8A1A-7CC62352CBD8}" type="slidenum">
              <a:rPr lang="en-GB" altLang="en-US"/>
              <a:pPr>
                <a:defRPr/>
              </a:pPr>
              <a:t>‹#›</a:t>
            </a:fld>
            <a:endParaRPr lang="en-GB" altLang="en-US">
              <a:cs typeface="Droid Sans Fallback"/>
            </a:endParaRPr>
          </a:p>
        </p:txBody>
      </p:sp>
    </p:spTree>
    <p:extLst>
      <p:ext uri="{BB962C8B-B14F-4D97-AF65-F5344CB8AC3E}">
        <p14:creationId xmlns:p14="http://schemas.microsoft.com/office/powerpoint/2010/main" val="1546188420"/>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1pPr>
    <a:lvl2pPr marL="742950" lvl="1" indent="-28575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2pPr>
    <a:lvl3pPr marL="1143000" lvl="2"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3pPr>
    <a:lvl4pPr marL="1600200" lvl="3"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4pPr>
    <a:lvl5pPr marL="2057400" lvl="4" indent="-228600" algn="l" defTabSz="449263" rtl="0" eaLnBrk="0" fontAlgn="base" hangingPunct="0">
      <a:spcBef>
        <a:spcPct val="30000"/>
      </a:spcBef>
      <a:spcAft>
        <a:spcPct val="0"/>
      </a:spcAft>
      <a:buSzPct val="100000"/>
      <a:buFont typeface="Times New Roman" panose="02020603050405020304" pitchFamily="18" charset="0"/>
      <a:defRPr sz="1200" kern="1200">
        <a:solidFill>
          <a:srgbClr val="000000"/>
        </a:solidFill>
        <a:latin typeface="+mn-lt"/>
        <a:ea typeface="+mn-ea"/>
        <a:cs typeface="+mn-cs"/>
      </a:defRPr>
    </a:lvl5pPr>
    <a:lvl6pPr marL="2286000" lvl="5"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6pPr>
    <a:lvl7pPr marL="2743200" lvl="6"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7pPr>
    <a:lvl8pPr marL="3200400" lvl="7"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8pPr>
    <a:lvl9pPr marL="3657600" lvl="8" indent="-228600" algn="l" defTabSz="449580" eaLnBrk="0" fontAlgn="base" latinLnBrk="0" hangingPunct="0">
      <a:lnSpc>
        <a:spcPct val="100000"/>
      </a:lnSpc>
      <a:spcBef>
        <a:spcPct val="30000"/>
      </a:spcBef>
      <a:spcAft>
        <a:spcPct val="0"/>
      </a:spcAft>
      <a:buSzPct val="100000"/>
      <a:buFont typeface="Times New Roman" panose="02060603050605020204" pitchFamily="2" charset="0"/>
      <a:buNone/>
      <a:defRPr sz="1200" b="0" i="0" u="none" kern="1200" baseline="0">
        <a:solidFill>
          <a:srgbClr val="000000"/>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幻灯片图像占位符 1"/>
          <p:cNvSpPr>
            <a:spLocks noGrp="1" noRot="1" noChangeAspect="1" noTextEdit="1"/>
          </p:cNvSpPr>
          <p:nvPr>
            <p:ph type="sldImg"/>
          </p:nvPr>
        </p:nvSpPr>
        <p:spPr/>
      </p:sp>
      <p:sp>
        <p:nvSpPr>
          <p:cNvPr id="462851" name="备注占位符 2"/>
          <p:cNvSpPr>
            <a:spLocks noGrp="1"/>
          </p:cNvSpPr>
          <p:nvPr>
            <p:ph type="body" idx="1"/>
          </p:nvPr>
        </p:nvSpPr>
        <p:spPr>
          <a:noFill/>
        </p:spPr>
        <p:txBody>
          <a:bodyPr/>
          <a:lstStyle/>
          <a:p>
            <a:endParaRPr lang="zh-CN" altLang="en-US"/>
          </a:p>
        </p:txBody>
      </p:sp>
      <p:sp>
        <p:nvSpPr>
          <p:cNvPr id="1229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ED284CA5-C916-4A51-93CD-C80C2706E496}" type="slidenum">
              <a:rPr lang="zh-CN" altLang="en-US" sz="1100" noProof="0" smtClean="0">
                <a:solidFill>
                  <a:prstClr val="black"/>
                </a:solidFill>
                <a:latin typeface="Times New Roman" panose="02020603050405020304" pitchFamily="18" charset="0"/>
              </a:rPr>
              <a:pPr defTabSz="457200" fontAlgn="auto">
                <a:lnSpc>
                  <a:spcPct val="100000"/>
                </a:lnSpc>
                <a:spcBef>
                  <a:spcPts val="0"/>
                </a:spcBef>
                <a:spcAft>
                  <a:spcPts val="0"/>
                </a:spcAft>
                <a:buSzTx/>
                <a:buFontTx/>
                <a:buNone/>
                <a:tabLst/>
                <a:defRPr/>
              </a:pPr>
              <a:t>2</a:t>
            </a:fld>
            <a:endParaRPr lang="en-US" altLang="zh-CN" sz="1100" noProof="0">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584342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幻灯片图像占位符 1"/>
          <p:cNvSpPr>
            <a:spLocks noGrp="1" noRot="1" noChangeAspect="1" noTextEdit="1"/>
          </p:cNvSpPr>
          <p:nvPr>
            <p:ph type="sldImg"/>
          </p:nvPr>
        </p:nvSpPr>
        <p:spPr/>
      </p:sp>
      <p:sp>
        <p:nvSpPr>
          <p:cNvPr id="460803" name="备注占位符 2"/>
          <p:cNvSpPr>
            <a:spLocks noGrp="1"/>
          </p:cNvSpPr>
          <p:nvPr>
            <p:ph type="body" idx="1"/>
          </p:nvPr>
        </p:nvSpPr>
        <p:spPr>
          <a:noFill/>
        </p:spPr>
        <p:txBody>
          <a:bodyPr/>
          <a:lstStyle/>
          <a:p>
            <a:endParaRPr lang="zh-CN" altLang="en-US"/>
          </a:p>
        </p:txBody>
      </p:sp>
      <p:sp>
        <p:nvSpPr>
          <p:cNvPr id="1843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351D5AAB-C0B6-4278-A23D-6BCC975CBEE3}"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189126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幻灯片图像占位符 1"/>
          <p:cNvSpPr>
            <a:spLocks noGrp="1" noRot="1" noChangeAspect="1" noTextEdit="1"/>
          </p:cNvSpPr>
          <p:nvPr>
            <p:ph type="sldImg"/>
          </p:nvPr>
        </p:nvSpPr>
        <p:spPr/>
      </p:sp>
      <p:sp>
        <p:nvSpPr>
          <p:cNvPr id="462851" name="备注占位符 2"/>
          <p:cNvSpPr>
            <a:spLocks noGrp="1"/>
          </p:cNvSpPr>
          <p:nvPr>
            <p:ph type="body" idx="1"/>
          </p:nvPr>
        </p:nvSpPr>
        <p:spPr>
          <a:noFill/>
        </p:spPr>
        <p:txBody>
          <a:bodyPr/>
          <a:lstStyle/>
          <a:p>
            <a:endParaRPr lang="zh-CN" altLang="en-US"/>
          </a:p>
        </p:txBody>
      </p:sp>
      <p:sp>
        <p:nvSpPr>
          <p:cNvPr id="1229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ED284CA5-C916-4A51-93CD-C80C2706E496}"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4</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4005350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幻灯片图像占位符 1"/>
          <p:cNvSpPr>
            <a:spLocks noGrp="1" noRot="1" noChangeAspect="1" noTextEdit="1"/>
          </p:cNvSpPr>
          <p:nvPr>
            <p:ph type="sldImg"/>
          </p:nvPr>
        </p:nvSpPr>
        <p:spPr/>
      </p:sp>
      <p:sp>
        <p:nvSpPr>
          <p:cNvPr id="464899" name="备注占位符 2"/>
          <p:cNvSpPr>
            <a:spLocks noGrp="1"/>
          </p:cNvSpPr>
          <p:nvPr>
            <p:ph type="body" idx="1"/>
          </p:nvPr>
        </p:nvSpPr>
        <p:spPr>
          <a:noFill/>
        </p:spPr>
        <p:txBody>
          <a:bodyPr/>
          <a:lstStyle/>
          <a:p>
            <a:r>
              <a:rPr lang="en-US" altLang="zh-CN"/>
              <a:t>Z</a:t>
            </a:r>
            <a:r>
              <a:rPr lang="zh-CN" altLang="en-US"/>
              <a:t>是变量参数，变量参数是使用传地址的方式</a:t>
            </a:r>
          </a:p>
        </p:txBody>
      </p:sp>
      <p:sp>
        <p:nvSpPr>
          <p:cNvPr id="1843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2F776C69-543B-4AB2-A6E7-AF33D479A377}"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5</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1333046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幻灯片图像占位符 1"/>
          <p:cNvSpPr>
            <a:spLocks noGrp="1" noRot="1" noChangeAspect="1" noTextEdit="1"/>
          </p:cNvSpPr>
          <p:nvPr>
            <p:ph type="sldImg"/>
          </p:nvPr>
        </p:nvSpPr>
        <p:spPr/>
      </p:sp>
      <p:sp>
        <p:nvSpPr>
          <p:cNvPr id="466947" name="备注占位符 2"/>
          <p:cNvSpPr>
            <a:spLocks noGrp="1"/>
          </p:cNvSpPr>
          <p:nvPr>
            <p:ph type="body" idx="1"/>
          </p:nvPr>
        </p:nvSpPr>
        <p:spPr>
          <a:noFill/>
        </p:spPr>
        <p:txBody>
          <a:bodyPr/>
          <a:lstStyle/>
          <a:p>
            <a:endParaRPr lang="zh-CN" altLang="en-US"/>
          </a:p>
        </p:txBody>
      </p:sp>
      <p:sp>
        <p:nvSpPr>
          <p:cNvPr id="2048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8FE5B6D0-7593-4C82-A161-AF34DD647813}"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6</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299455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幻灯片图像占位符 1"/>
          <p:cNvSpPr>
            <a:spLocks noGrp="1" noRot="1" noChangeAspect="1" noTextEdit="1"/>
          </p:cNvSpPr>
          <p:nvPr>
            <p:ph type="sldImg"/>
          </p:nvPr>
        </p:nvSpPr>
        <p:spPr/>
      </p:sp>
      <p:sp>
        <p:nvSpPr>
          <p:cNvPr id="468995" name="备注占位符 2"/>
          <p:cNvSpPr>
            <a:spLocks noGrp="1"/>
          </p:cNvSpPr>
          <p:nvPr>
            <p:ph type="body" idx="1"/>
          </p:nvPr>
        </p:nvSpPr>
        <p:spPr>
          <a:noFill/>
        </p:spPr>
        <p:txBody>
          <a:bodyPr/>
          <a:lstStyle/>
          <a:p>
            <a:r>
              <a:rPr lang="zh-CN" altLang="en-US"/>
              <a:t>对 形式参数取值或者修改的时候，并不是直接访问这个形式单元，而是把形式参数所指的那个单元（地址）做间接访问</a:t>
            </a:r>
          </a:p>
        </p:txBody>
      </p:sp>
      <p:sp>
        <p:nvSpPr>
          <p:cNvPr id="2253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FCAFD428-7EA5-4689-8840-74A9F5FAC865}"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7</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4437965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幻灯片图像占位符 1"/>
          <p:cNvSpPr>
            <a:spLocks noGrp="1" noRot="1" noChangeAspect="1" noTextEdit="1"/>
          </p:cNvSpPr>
          <p:nvPr>
            <p:ph type="sldImg"/>
          </p:nvPr>
        </p:nvSpPr>
        <p:spPr/>
      </p:sp>
      <p:sp>
        <p:nvSpPr>
          <p:cNvPr id="471043" name="备注占位符 2"/>
          <p:cNvSpPr>
            <a:spLocks noGrp="1"/>
          </p:cNvSpPr>
          <p:nvPr>
            <p:ph type="body" idx="1"/>
          </p:nvPr>
        </p:nvSpPr>
        <p:spPr>
          <a:noFill/>
        </p:spPr>
        <p:txBody>
          <a:bodyPr/>
          <a:lstStyle/>
          <a:p>
            <a:pPr>
              <a:lnSpc>
                <a:spcPct val="90000"/>
              </a:lnSpc>
              <a:spcBef>
                <a:spcPct val="0"/>
              </a:spcBef>
              <a:buSzTx/>
              <a:buFont typeface="Symbol" panose="05050102010706020507" pitchFamily="18" charset="2"/>
              <a:buNone/>
            </a:pPr>
            <a:r>
              <a:rPr lang="zh-CN" altLang="en-US" sz="1100"/>
              <a:t>对形式参数的访问一定要翻译成对形式参数的间接访问</a:t>
            </a:r>
            <a:endParaRPr lang="en-US" altLang="zh-CN" sz="1100"/>
          </a:p>
        </p:txBody>
      </p:sp>
      <p:sp>
        <p:nvSpPr>
          <p:cNvPr id="2458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2E9D9C0E-6A57-4FE7-90E0-39C30551B22D}"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8</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646653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幻灯片图像占位符 1"/>
          <p:cNvSpPr>
            <a:spLocks noGrp="1" noRot="1" noChangeAspect="1" noTextEdit="1"/>
          </p:cNvSpPr>
          <p:nvPr>
            <p:ph type="sldImg"/>
          </p:nvPr>
        </p:nvSpPr>
        <p:spPr/>
      </p:sp>
      <p:sp>
        <p:nvSpPr>
          <p:cNvPr id="473091" name="备注占位符 2"/>
          <p:cNvSpPr>
            <a:spLocks noGrp="1"/>
          </p:cNvSpPr>
          <p:nvPr>
            <p:ph type="body" idx="1"/>
          </p:nvPr>
        </p:nvSpPr>
        <p:spPr>
          <a:noFill/>
        </p:spPr>
        <p:txBody>
          <a:bodyPr/>
          <a:lstStyle/>
          <a:p>
            <a:endParaRPr lang="zh-CN" altLang="en-US" sz="1100"/>
          </a:p>
        </p:txBody>
      </p:sp>
      <p:sp>
        <p:nvSpPr>
          <p:cNvPr id="5325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60347C42-144E-48A6-A5DC-E23CF952FF3A}"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9</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921203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幻灯片图像占位符 1"/>
          <p:cNvSpPr>
            <a:spLocks noGrp="1" noRot="1" noChangeAspect="1" noTextEdit="1"/>
          </p:cNvSpPr>
          <p:nvPr>
            <p:ph type="sldImg"/>
          </p:nvPr>
        </p:nvSpPr>
        <p:spPr/>
      </p:sp>
      <p:sp>
        <p:nvSpPr>
          <p:cNvPr id="475139" name="备注占位符 2"/>
          <p:cNvSpPr>
            <a:spLocks noGrp="1"/>
          </p:cNvSpPr>
          <p:nvPr>
            <p:ph type="body" idx="1"/>
          </p:nvPr>
        </p:nvSpPr>
        <p:spPr>
          <a:noFill/>
        </p:spPr>
        <p:txBody>
          <a:bodyPr/>
          <a:lstStyle/>
          <a:p>
            <a:endParaRPr lang="zh-CN" altLang="en-US"/>
          </a:p>
        </p:txBody>
      </p:sp>
      <p:sp>
        <p:nvSpPr>
          <p:cNvPr id="2867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9408BC96-66B1-4D09-BF47-E48591C5DD12}"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10</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551287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幻灯片图像占位符 1"/>
          <p:cNvSpPr>
            <a:spLocks noGrp="1" noRot="1" noChangeAspect="1" noTextEdit="1"/>
          </p:cNvSpPr>
          <p:nvPr>
            <p:ph type="sldImg"/>
          </p:nvPr>
        </p:nvSpPr>
        <p:spPr/>
      </p:sp>
      <p:sp>
        <p:nvSpPr>
          <p:cNvPr id="477187" name="备注占位符 2"/>
          <p:cNvSpPr>
            <a:spLocks noGrp="1"/>
          </p:cNvSpPr>
          <p:nvPr>
            <p:ph type="body" idx="1"/>
          </p:nvPr>
        </p:nvSpPr>
        <p:spPr>
          <a:noFill/>
        </p:spPr>
        <p:txBody>
          <a:bodyPr/>
          <a:lstStyle/>
          <a:p>
            <a:endParaRPr lang="zh-CN" altLang="en-US"/>
          </a:p>
        </p:txBody>
      </p:sp>
      <p:sp>
        <p:nvSpPr>
          <p:cNvPr id="4710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1A90FC78-99E5-43DF-9788-68A896B3B12C}"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11</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6511230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幻灯片图像占位符 1"/>
          <p:cNvSpPr>
            <a:spLocks noGrp="1" noRot="1" noChangeAspect="1" noTextEdit="1"/>
          </p:cNvSpPr>
          <p:nvPr>
            <p:ph type="sldImg"/>
          </p:nvPr>
        </p:nvSpPr>
        <p:spPr/>
      </p:sp>
      <p:sp>
        <p:nvSpPr>
          <p:cNvPr id="26627" name="备注占位符 2"/>
          <p:cNvSpPr>
            <a:spLocks noGrp="1"/>
          </p:cNvSpPr>
          <p:nvPr>
            <p:ph type="body" idx="1"/>
          </p:nvPr>
        </p:nvSpPr>
        <p:spPr>
          <a:ln/>
        </p:spPr>
        <p:txBody>
          <a:bodyPr/>
          <a:lstStyle/>
          <a:p>
            <a:pPr>
              <a:defRPr/>
            </a:pPr>
            <a:endParaRPr lang="zh-CN" altLang="en-US" sz="1500" dirty="0">
              <a:solidFill>
                <a:srgbClr val="0070C0"/>
              </a:solidFill>
              <a:latin typeface="+mj-ea"/>
            </a:endParaRPr>
          </a:p>
        </p:txBody>
      </p:sp>
      <p:sp>
        <p:nvSpPr>
          <p:cNvPr id="2662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8AA4A265-8F13-4378-A629-818966A1D1C8}"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12</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1289149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幻灯片图像占位符 1"/>
          <p:cNvSpPr>
            <a:spLocks noGrp="1" noRot="1" noChangeAspect="1" noTextEdit="1"/>
          </p:cNvSpPr>
          <p:nvPr>
            <p:ph type="sldImg"/>
          </p:nvPr>
        </p:nvSpPr>
        <p:spPr/>
      </p:sp>
      <p:sp>
        <p:nvSpPr>
          <p:cNvPr id="481283" name="备注占位符 2"/>
          <p:cNvSpPr>
            <a:spLocks noGrp="1"/>
          </p:cNvSpPr>
          <p:nvPr>
            <p:ph type="body" idx="1"/>
          </p:nvPr>
        </p:nvSpPr>
        <p:spPr>
          <a:noFill/>
        </p:spPr>
        <p:txBody>
          <a:bodyPr/>
          <a:lstStyle/>
          <a:p>
            <a:endParaRPr lang="zh-CN" altLang="en-US" sz="1100"/>
          </a:p>
        </p:txBody>
      </p:sp>
      <p:sp>
        <p:nvSpPr>
          <p:cNvPr id="5939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E2232C1B-4E89-495B-B2F0-1F11D36AAA04}"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13</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747433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幻灯片图像占位符 1"/>
          <p:cNvSpPr>
            <a:spLocks noGrp="1" noRot="1" noChangeAspect="1" noTextEdit="1"/>
          </p:cNvSpPr>
          <p:nvPr>
            <p:ph type="sldImg"/>
          </p:nvPr>
        </p:nvSpPr>
        <p:spPr/>
      </p:sp>
      <p:sp>
        <p:nvSpPr>
          <p:cNvPr id="483331" name="备注占位符 2"/>
          <p:cNvSpPr>
            <a:spLocks noGrp="1"/>
          </p:cNvSpPr>
          <p:nvPr>
            <p:ph type="body" idx="1"/>
          </p:nvPr>
        </p:nvSpPr>
        <p:spPr>
          <a:noFill/>
        </p:spPr>
        <p:txBody>
          <a:bodyPr/>
          <a:lstStyle/>
          <a:p>
            <a:endParaRPr lang="zh-CN" altLang="en-US" b="1"/>
          </a:p>
        </p:txBody>
      </p:sp>
      <p:sp>
        <p:nvSpPr>
          <p:cNvPr id="3072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8FBE5BC9-44AF-49CF-9114-18B9ADC209A7}"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14</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092815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幻灯片图像占位符 1"/>
          <p:cNvSpPr>
            <a:spLocks noGrp="1" noRot="1" noChangeAspect="1" noTextEdit="1"/>
          </p:cNvSpPr>
          <p:nvPr>
            <p:ph type="sldImg"/>
          </p:nvPr>
        </p:nvSpPr>
        <p:spPr/>
      </p:sp>
      <p:sp>
        <p:nvSpPr>
          <p:cNvPr id="485379" name="备注占位符 2"/>
          <p:cNvSpPr>
            <a:spLocks noGrp="1"/>
          </p:cNvSpPr>
          <p:nvPr>
            <p:ph type="body" idx="1"/>
          </p:nvPr>
        </p:nvSpPr>
        <p:spPr>
          <a:noFill/>
        </p:spPr>
        <p:txBody>
          <a:bodyPr/>
          <a:lstStyle/>
          <a:p>
            <a:endParaRPr lang="zh-CN" altLang="en-US"/>
          </a:p>
        </p:txBody>
      </p:sp>
      <p:sp>
        <p:nvSpPr>
          <p:cNvPr id="3277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0AE3962B-9927-455D-878A-F9E0BF6C52DB}"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15</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026209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幻灯片图像占位符 1"/>
          <p:cNvSpPr>
            <a:spLocks noGrp="1" noRot="1" noChangeAspect="1" noTextEdit="1"/>
          </p:cNvSpPr>
          <p:nvPr>
            <p:ph type="sldImg"/>
          </p:nvPr>
        </p:nvSpPr>
        <p:spPr/>
      </p:sp>
      <p:sp>
        <p:nvSpPr>
          <p:cNvPr id="487427" name="备注占位符 2"/>
          <p:cNvSpPr>
            <a:spLocks noGrp="1"/>
          </p:cNvSpPr>
          <p:nvPr>
            <p:ph type="body" idx="1"/>
          </p:nvPr>
        </p:nvSpPr>
        <p:spPr>
          <a:noFill/>
        </p:spPr>
        <p:txBody>
          <a:bodyPr/>
          <a:lstStyle/>
          <a:p>
            <a:endParaRPr lang="zh-CN" altLang="en-US"/>
          </a:p>
        </p:txBody>
      </p:sp>
      <p:sp>
        <p:nvSpPr>
          <p:cNvPr id="6554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48EB3631-108E-4223-A09C-3037D40B84C8}"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16</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42429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sz="1100" dirty="0">
              <a:solidFill>
                <a:srgbClr val="0070C0"/>
              </a:solidFill>
            </a:endParaRPr>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476CEC-762F-4C9C-B702-9E143F6CDA2E}" type="slidenum">
              <a:rPr lang="zh-CN" altLang="en-US" smtClean="0">
                <a:latin typeface="Times New Roman" panose="02020603050405020304" pitchFamily="18" charset="0"/>
              </a:rPr>
              <a:pPr/>
              <a:t>19</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22281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862112">
              <a:defRPr/>
            </a:pPr>
            <a:endParaRPr lang="zh-CN" altLang="en-US" sz="1100" dirty="0"/>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2A5B4A-372E-4FB9-858D-DE6DC9871051}" type="slidenum">
              <a:rPr lang="zh-CN" altLang="en-US" smtClean="0">
                <a:latin typeface="Times New Roman" panose="02020603050405020304" pitchFamily="18" charset="0"/>
              </a:rPr>
              <a:pPr/>
              <a:t>20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8753454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ln/>
        </p:spPr>
      </p:sp>
      <p:sp>
        <p:nvSpPr>
          <p:cNvPr id="122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22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9FA528-D15A-4A5E-A2C0-CB2935E2E517}" type="slidenum">
              <a:rPr lang="zh-CN" altLang="en-US" smtClean="0">
                <a:latin typeface="Times New Roman" panose="02020603050405020304" pitchFamily="18" charset="0"/>
              </a:rPr>
              <a:pPr/>
              <a:t>21</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7486721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798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7E74D46-CA7F-4F88-9468-A4EC5895ABC1}" type="slidenum">
              <a:rPr lang="zh-CN" altLang="en-US" smtClean="0">
                <a:latin typeface="Times New Roman" panose="02020603050405020304" pitchFamily="18" charset="0"/>
              </a:rPr>
              <a:pPr/>
              <a:t>22</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311679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幻灯片图像占位符 1"/>
          <p:cNvSpPr>
            <a:spLocks noGrp="1" noRot="1" noChangeAspect="1" noTextEdit="1"/>
          </p:cNvSpPr>
          <p:nvPr>
            <p:ph type="sldImg"/>
          </p:nvPr>
        </p:nvSpPr>
        <p:spPr/>
      </p:sp>
      <p:sp>
        <p:nvSpPr>
          <p:cNvPr id="491523" name="备注占位符 2"/>
          <p:cNvSpPr>
            <a:spLocks noGrp="1"/>
          </p:cNvSpPr>
          <p:nvPr>
            <p:ph type="body" idx="1"/>
          </p:nvPr>
        </p:nvSpPr>
        <p:spPr>
          <a:noFill/>
        </p:spPr>
        <p:txBody>
          <a:bodyPr/>
          <a:lstStyle/>
          <a:p>
            <a:endParaRPr lang="zh-CN" altLang="en-US"/>
          </a:p>
        </p:txBody>
      </p:sp>
      <p:sp>
        <p:nvSpPr>
          <p:cNvPr id="9626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70970F77-7235-4962-B1E3-9048600A3C74}"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23</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6255752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幻灯片图像占位符 1"/>
          <p:cNvSpPr>
            <a:spLocks noGrp="1" noRot="1" noChangeAspect="1" noTextEdit="1"/>
          </p:cNvSpPr>
          <p:nvPr>
            <p:ph type="sldImg"/>
          </p:nvPr>
        </p:nvSpPr>
        <p:spPr/>
      </p:sp>
      <p:sp>
        <p:nvSpPr>
          <p:cNvPr id="493571" name="备注占位符 2"/>
          <p:cNvSpPr>
            <a:spLocks noGrp="1"/>
          </p:cNvSpPr>
          <p:nvPr>
            <p:ph type="body" idx="1"/>
          </p:nvPr>
        </p:nvSpPr>
        <p:spPr>
          <a:noFill/>
        </p:spPr>
        <p:txBody>
          <a:bodyPr/>
          <a:lstStyle/>
          <a:p>
            <a:r>
              <a:rPr lang="zh-CN" altLang="en-US"/>
              <a:t>针对可以递归的程序而言的，先进后出</a:t>
            </a:r>
            <a:endParaRPr lang="en-US" altLang="zh-CN"/>
          </a:p>
          <a:p>
            <a:r>
              <a:rPr lang="zh-CN" altLang="en-US"/>
              <a:t>自我调用，</a:t>
            </a:r>
            <a:r>
              <a:rPr lang="en-US" altLang="zh-CN"/>
              <a:t>a</a:t>
            </a:r>
            <a:r>
              <a:rPr lang="zh-CN" altLang="en-US"/>
              <a:t>可以调用</a:t>
            </a:r>
            <a:r>
              <a:rPr lang="en-US" altLang="zh-CN"/>
              <a:t>a</a:t>
            </a:r>
            <a:r>
              <a:rPr lang="zh-CN" altLang="en-US"/>
              <a:t>，</a:t>
            </a:r>
            <a:r>
              <a:rPr lang="en-US" altLang="zh-CN"/>
              <a:t>a</a:t>
            </a:r>
            <a:r>
              <a:rPr lang="zh-CN" altLang="en-US"/>
              <a:t>又可以调用</a:t>
            </a:r>
            <a:r>
              <a:rPr lang="en-US" altLang="zh-CN"/>
              <a:t>a</a:t>
            </a:r>
            <a:r>
              <a:rPr lang="zh-CN" altLang="en-US"/>
              <a:t>，</a:t>
            </a:r>
            <a:r>
              <a:rPr lang="en-US" altLang="zh-CN"/>
              <a:t>a</a:t>
            </a:r>
            <a:r>
              <a:rPr lang="zh-CN" altLang="en-US"/>
              <a:t>这个过程可能有多个活动正在进行，多个活动也是按照先进后出的顺序</a:t>
            </a:r>
            <a:endParaRPr lang="en-US" altLang="zh-CN"/>
          </a:p>
          <a:p>
            <a:endParaRPr lang="en-US" altLang="zh-CN"/>
          </a:p>
          <a:p>
            <a:r>
              <a:rPr lang="zh-CN" altLang="en-US"/>
              <a:t>程序员申请和释放内存，因为程序员申请和释放内容不一定遵守先进后出的原则</a:t>
            </a:r>
            <a:endParaRPr lang="en-US" altLang="zh-CN"/>
          </a:p>
          <a:p>
            <a:r>
              <a:rPr lang="zh-CN" altLang="en-US"/>
              <a:t>完成</a:t>
            </a:r>
            <a:r>
              <a:rPr lang="en-US" altLang="zh-CN"/>
              <a:t>malloc free</a:t>
            </a:r>
            <a:r>
              <a:rPr lang="zh-CN" altLang="en-US"/>
              <a:t>这些</a:t>
            </a:r>
          </a:p>
        </p:txBody>
      </p:sp>
      <p:sp>
        <p:nvSpPr>
          <p:cNvPr id="9830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2034C158-AA27-4E25-AD09-CC5025427521}"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24</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862258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幻灯片图像占位符 1"/>
          <p:cNvSpPr>
            <a:spLocks noGrp="1" noRot="1" noChangeAspect="1" noTextEdit="1"/>
          </p:cNvSpPr>
          <p:nvPr>
            <p:ph type="sldImg"/>
          </p:nvPr>
        </p:nvSpPr>
        <p:spPr/>
      </p:sp>
      <p:sp>
        <p:nvSpPr>
          <p:cNvPr id="495619" name="备注占位符 2"/>
          <p:cNvSpPr>
            <a:spLocks noGrp="1"/>
          </p:cNvSpPr>
          <p:nvPr>
            <p:ph type="body" idx="1"/>
          </p:nvPr>
        </p:nvSpPr>
        <p:spPr>
          <a:noFill/>
        </p:spPr>
        <p:txBody>
          <a:bodyPr/>
          <a:lstStyle/>
          <a:p>
            <a:pPr defTabSz="862013"/>
            <a:endParaRPr lang="en-US" altLang="zh-CN">
              <a:solidFill>
                <a:srgbClr val="CC0000"/>
              </a:solidFill>
            </a:endParaRPr>
          </a:p>
        </p:txBody>
      </p:sp>
      <p:sp>
        <p:nvSpPr>
          <p:cNvPr id="1229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8221056F-2B3E-4003-84A0-B5067DF43C81}"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25</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39682967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0CBEB6-340F-468F-96D8-C0CCC29EFE16}" type="slidenum">
              <a:rPr lang="zh-CN" altLang="en-US" smtClean="0">
                <a:latin typeface="Times New Roman" panose="02020603050405020304" pitchFamily="18" charset="0"/>
              </a:rPr>
              <a:pPr/>
              <a:t>26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7144296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0CBEB6-340F-468F-96D8-C0CCC29EFE16}" type="slidenum">
              <a:rPr lang="zh-CN" altLang="en-US" smtClean="0">
                <a:latin typeface="Times New Roman" panose="02020603050405020304" pitchFamily="18" charset="0"/>
              </a:rPr>
              <a:pPr/>
              <a:t>27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3382805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幻灯片图像占位符 1"/>
          <p:cNvSpPr>
            <a:spLocks noGrp="1" noRot="1" noChangeAspect="1" noTextEdit="1"/>
          </p:cNvSpPr>
          <p:nvPr>
            <p:ph type="sldImg"/>
          </p:nvPr>
        </p:nvSpPr>
        <p:spPr/>
      </p:sp>
      <p:sp>
        <p:nvSpPr>
          <p:cNvPr id="499715" name="备注占位符 2"/>
          <p:cNvSpPr>
            <a:spLocks noGrp="1"/>
          </p:cNvSpPr>
          <p:nvPr>
            <p:ph type="body" idx="1"/>
          </p:nvPr>
        </p:nvSpPr>
        <p:spPr>
          <a:noFill/>
        </p:spPr>
        <p:txBody>
          <a:bodyPr/>
          <a:lstStyle/>
          <a:p>
            <a:r>
              <a:rPr lang="zh-CN" altLang="en-US" dirty="0"/>
              <a:t>帕斯卡语言过程的嵌套定义</a:t>
            </a:r>
            <a:endParaRPr lang="en-US" altLang="zh-CN" dirty="0"/>
          </a:p>
          <a:p>
            <a:r>
              <a:rPr lang="en-US" altLang="zh-CN" dirty="0"/>
              <a:t>https://zhuanlan.zhihu.com/p/394546931</a:t>
            </a:r>
            <a:endParaRPr lang="zh-CN" altLang="en-US" dirty="0"/>
          </a:p>
        </p:txBody>
      </p:sp>
      <p:sp>
        <p:nvSpPr>
          <p:cNvPr id="10035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10A5F3B3-1E14-4EEF-891D-97867FBFEDB3}"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29</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18257246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幻灯片图像占位符 1"/>
          <p:cNvSpPr>
            <a:spLocks noGrp="1" noRot="1" noChangeAspect="1" noTextEdit="1"/>
          </p:cNvSpPr>
          <p:nvPr>
            <p:ph type="sldImg"/>
          </p:nvPr>
        </p:nvSpPr>
        <p:spPr/>
      </p:sp>
      <p:sp>
        <p:nvSpPr>
          <p:cNvPr id="501763" name="备注占位符 2"/>
          <p:cNvSpPr>
            <a:spLocks noGrp="1"/>
          </p:cNvSpPr>
          <p:nvPr>
            <p:ph type="body" idx="1"/>
          </p:nvPr>
        </p:nvSpPr>
        <p:spPr>
          <a:noFill/>
        </p:spPr>
        <p:txBody>
          <a:bodyPr/>
          <a:lstStyle/>
          <a:p>
            <a:r>
              <a:rPr lang="zh-CN" altLang="en-US"/>
              <a:t>活动记录起始地址记为</a:t>
            </a:r>
            <a:r>
              <a:rPr lang="en-US" altLang="zh-CN"/>
              <a:t>0</a:t>
            </a:r>
            <a:r>
              <a:rPr lang="zh-CN" altLang="en-US"/>
              <a:t>，以模块为单位进行编译，每一个数据对象的地址分配都以本模块为起点，然后计算偏移量，</a:t>
            </a:r>
            <a:r>
              <a:rPr lang="en-US" altLang="zh-CN"/>
              <a:t>SP</a:t>
            </a:r>
            <a:r>
              <a:rPr lang="zh-CN" altLang="en-US"/>
              <a:t>指针指向活动记录的起始单元，偏移量为</a:t>
            </a:r>
            <a:r>
              <a:rPr lang="en-US" altLang="zh-CN"/>
              <a:t>0</a:t>
            </a:r>
          </a:p>
          <a:p>
            <a:r>
              <a:rPr lang="zh-CN" altLang="en-US"/>
              <a:t>老</a:t>
            </a:r>
            <a:r>
              <a:rPr lang="en-US" altLang="zh-CN"/>
              <a:t>SP</a:t>
            </a:r>
            <a:r>
              <a:rPr lang="zh-CN" altLang="en-US"/>
              <a:t>：指向正在执行的过程的活动记录的起始单元，这个过程的执行一定是有另外一个过程调用他，调用过程活动记录的起始地址要放在被调用过程活动记录的第一个单元里面，从被调用过程回到调用过程时，拿到调用过程活动记录起始地址，然后把内容送到</a:t>
            </a:r>
            <a:r>
              <a:rPr lang="en-US" altLang="zh-CN"/>
              <a:t>SP</a:t>
            </a:r>
            <a:r>
              <a:rPr lang="zh-CN" altLang="en-US"/>
              <a:t>指针中，指针能够回到调用过程的活动记录</a:t>
            </a:r>
            <a:endParaRPr lang="en-US" altLang="zh-CN"/>
          </a:p>
          <a:p>
            <a:endParaRPr lang="en-US" altLang="zh-CN"/>
          </a:p>
          <a:p>
            <a:r>
              <a:rPr lang="zh-CN" altLang="en-US"/>
              <a:t>返回地址：调用语句的后继语句，与老</a:t>
            </a:r>
            <a:r>
              <a:rPr lang="en-US" altLang="zh-CN"/>
              <a:t>SP</a:t>
            </a:r>
            <a:r>
              <a:rPr lang="zh-CN" altLang="en-US"/>
              <a:t>不同（动态链和控制链），那个是调用过程活动记录的起始地址，这个是调语句的的后继语句，程序返回之后，把返回地址送到程序计数器里面去，就返回到调用过程继续执行</a:t>
            </a:r>
            <a:endParaRPr lang="en-US" altLang="zh-CN"/>
          </a:p>
          <a:p>
            <a:endParaRPr lang="en-US" altLang="zh-CN"/>
          </a:p>
          <a:p>
            <a:r>
              <a:rPr lang="zh-CN" altLang="en-US"/>
              <a:t>参数个数：被调用过程的参数个数，有几个参数，就是函数有几个参数</a:t>
            </a:r>
            <a:endParaRPr lang="en-US" altLang="zh-CN"/>
          </a:p>
          <a:p>
            <a:endParaRPr lang="en-US" altLang="zh-CN"/>
          </a:p>
          <a:p>
            <a:r>
              <a:rPr lang="zh-CN" altLang="en-US"/>
              <a:t>形式单元：有几个参数，每个参数类型是什么，</a:t>
            </a:r>
            <a:r>
              <a:rPr lang="en-US" altLang="zh-CN"/>
              <a:t>4</a:t>
            </a:r>
            <a:r>
              <a:rPr lang="zh-CN" altLang="en-US"/>
              <a:t>个参数，</a:t>
            </a:r>
            <a:r>
              <a:rPr lang="en-US" altLang="zh-CN"/>
              <a:t>2</a:t>
            </a:r>
            <a:r>
              <a:rPr lang="zh-CN" altLang="en-US"/>
              <a:t>个整形，</a:t>
            </a:r>
            <a:r>
              <a:rPr lang="en-US" altLang="zh-CN"/>
              <a:t>2</a:t>
            </a:r>
            <a:r>
              <a:rPr lang="zh-CN" altLang="en-US"/>
              <a:t>个浮点型，就会预留出</a:t>
            </a:r>
            <a:r>
              <a:rPr lang="en-US" altLang="zh-CN"/>
              <a:t>4</a:t>
            </a:r>
            <a:r>
              <a:rPr lang="zh-CN" altLang="en-US"/>
              <a:t>个参数的存储单元，将来就把实参送到对应的形参里面即可</a:t>
            </a:r>
            <a:endParaRPr lang="en-US" altLang="zh-CN"/>
          </a:p>
          <a:p>
            <a:endParaRPr lang="en-US" altLang="zh-CN"/>
          </a:p>
          <a:p>
            <a:r>
              <a:rPr lang="zh-CN" altLang="en-US"/>
              <a:t>局部变量：就是程序员声明的</a:t>
            </a:r>
            <a:r>
              <a:rPr lang="en-US" altLang="zh-CN"/>
              <a:t>int float double</a:t>
            </a:r>
            <a:r>
              <a:rPr lang="zh-CN" altLang="en-US"/>
              <a:t>的局部变量，对原程序进行扫描就能够确定数目，类型，存储单元的大小，按照顺序进行分配</a:t>
            </a:r>
            <a:endParaRPr lang="en-US" altLang="zh-CN"/>
          </a:p>
          <a:p>
            <a:endParaRPr lang="en-US" altLang="zh-CN"/>
          </a:p>
          <a:p>
            <a:r>
              <a:rPr lang="zh-CN" altLang="en-US"/>
              <a:t>内情向量：数组类型，维数，各维的上下界，各维的长度，数组的首地址等等</a:t>
            </a:r>
            <a:endParaRPr lang="en-US" altLang="zh-CN"/>
          </a:p>
          <a:p>
            <a:endParaRPr lang="en-US" altLang="zh-CN"/>
          </a:p>
          <a:p>
            <a:r>
              <a:rPr lang="zh-CN" altLang="en-US"/>
              <a:t>临时单元：就是翻译表达式语句过程中，</a:t>
            </a:r>
            <a:r>
              <a:rPr lang="en-US" altLang="zh-CN"/>
              <a:t>newtemp</a:t>
            </a:r>
            <a:r>
              <a:rPr lang="zh-CN" altLang="en-US"/>
              <a:t>这些形式单元，直接在临时单元进行分配</a:t>
            </a:r>
          </a:p>
          <a:p>
            <a:endParaRPr lang="zh-CN" altLang="en-US"/>
          </a:p>
        </p:txBody>
      </p:sp>
      <p:sp>
        <p:nvSpPr>
          <p:cNvPr id="10650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5D0ED8F1-07F3-4952-8365-562F149FC38C}"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30</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414156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幻灯片图像占位符 1"/>
          <p:cNvSpPr>
            <a:spLocks noGrp="1" noRot="1" noChangeAspect="1" noTextEdit="1"/>
          </p:cNvSpPr>
          <p:nvPr>
            <p:ph type="sldImg"/>
          </p:nvPr>
        </p:nvSpPr>
        <p:spPr/>
      </p:sp>
      <p:sp>
        <p:nvSpPr>
          <p:cNvPr id="503811" name="备注占位符 2"/>
          <p:cNvSpPr>
            <a:spLocks noGrp="1"/>
          </p:cNvSpPr>
          <p:nvPr>
            <p:ph type="body" idx="1"/>
          </p:nvPr>
        </p:nvSpPr>
        <p:spPr>
          <a:noFill/>
        </p:spPr>
        <p:txBody>
          <a:bodyPr/>
          <a:lstStyle/>
          <a:p>
            <a:r>
              <a:rPr lang="zh-CN" altLang="en-US" dirty="0"/>
              <a:t>全局变量分配</a:t>
            </a:r>
            <a:endParaRPr lang="en-US" altLang="zh-CN" dirty="0"/>
          </a:p>
          <a:p>
            <a:endParaRPr lang="en-US" altLang="zh-CN" dirty="0"/>
          </a:p>
          <a:p>
            <a:r>
              <a:rPr lang="zh-CN" altLang="en-US" dirty="0"/>
              <a:t>需要有返回的过程，倒过来再播放</a:t>
            </a:r>
          </a:p>
        </p:txBody>
      </p:sp>
      <p:sp>
        <p:nvSpPr>
          <p:cNvPr id="11674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A5B0B484-57FB-4562-BB98-BC1646B20CCF}"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31</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1108410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幻灯片图像占位符 1"/>
          <p:cNvSpPr>
            <a:spLocks noGrp="1" noRot="1" noChangeAspect="1" noTextEdit="1"/>
          </p:cNvSpPr>
          <p:nvPr>
            <p:ph type="sldImg"/>
          </p:nvPr>
        </p:nvSpPr>
        <p:spPr/>
      </p:sp>
      <p:sp>
        <p:nvSpPr>
          <p:cNvPr id="505859" name="备注占位符 2"/>
          <p:cNvSpPr>
            <a:spLocks noGrp="1"/>
          </p:cNvSpPr>
          <p:nvPr>
            <p:ph type="body" idx="1"/>
          </p:nvPr>
        </p:nvSpPr>
        <p:spPr>
          <a:noFill/>
        </p:spPr>
        <p:txBody>
          <a:bodyPr/>
          <a:lstStyle/>
          <a:p>
            <a:endParaRPr lang="zh-CN" altLang="en-US"/>
          </a:p>
        </p:txBody>
      </p:sp>
      <p:sp>
        <p:nvSpPr>
          <p:cNvPr id="10650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67427B86-CE4D-4EFC-90B2-A1237293E644}"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32</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045608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幻灯片图像占位符 1"/>
          <p:cNvSpPr>
            <a:spLocks noGrp="1" noRot="1" noChangeAspect="1" noTextEdit="1"/>
          </p:cNvSpPr>
          <p:nvPr>
            <p:ph type="sldImg"/>
          </p:nvPr>
        </p:nvSpPr>
        <p:spPr/>
      </p:sp>
      <p:sp>
        <p:nvSpPr>
          <p:cNvPr id="507907" name="备注占位符 2"/>
          <p:cNvSpPr>
            <a:spLocks noGrp="1"/>
          </p:cNvSpPr>
          <p:nvPr>
            <p:ph type="body" idx="1"/>
          </p:nvPr>
        </p:nvSpPr>
        <p:spPr>
          <a:noFill/>
        </p:spPr>
        <p:txBody>
          <a:bodyPr/>
          <a:lstStyle/>
          <a:p>
            <a:endParaRPr lang="zh-CN" altLang="en-US"/>
          </a:p>
        </p:txBody>
      </p:sp>
      <p:sp>
        <p:nvSpPr>
          <p:cNvPr id="12083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DA1119A3-60C6-4034-BCD9-24ECCA918FFD}"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33</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2317504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幻灯片图像占位符 1"/>
          <p:cNvSpPr>
            <a:spLocks noGrp="1" noRot="1" noChangeAspect="1" noTextEdit="1"/>
          </p:cNvSpPr>
          <p:nvPr>
            <p:ph type="sldImg"/>
          </p:nvPr>
        </p:nvSpPr>
        <p:spPr/>
      </p:sp>
      <p:sp>
        <p:nvSpPr>
          <p:cNvPr id="509955" name="备注占位符 2"/>
          <p:cNvSpPr>
            <a:spLocks noGrp="1"/>
          </p:cNvSpPr>
          <p:nvPr>
            <p:ph type="body" idx="1"/>
          </p:nvPr>
        </p:nvSpPr>
        <p:spPr>
          <a:noFill/>
        </p:spPr>
        <p:txBody>
          <a:bodyPr/>
          <a:lstStyle/>
          <a:p>
            <a:r>
              <a:rPr lang="en-US" altLang="zh-CN"/>
              <a:t>P</a:t>
            </a:r>
            <a:r>
              <a:rPr lang="zh-CN" altLang="en-US"/>
              <a:t>是被调用函数的名字</a:t>
            </a:r>
            <a:endParaRPr lang="en-US" altLang="zh-CN"/>
          </a:p>
          <a:p>
            <a:r>
              <a:rPr lang="en-US" altLang="zh-CN"/>
              <a:t>N</a:t>
            </a:r>
            <a:r>
              <a:rPr lang="zh-CN" altLang="en-US"/>
              <a:t>是参数的个数</a:t>
            </a:r>
          </a:p>
        </p:txBody>
      </p:sp>
      <p:sp>
        <p:nvSpPr>
          <p:cNvPr id="4" name="灯片编号占位符 3"/>
          <p:cNvSpPr>
            <a:spLocks noGrp="1"/>
          </p:cNvSpPr>
          <p:nvPr>
            <p:ph type="sldNum" sz="quarter"/>
          </p:nvPr>
        </p:nvSpPr>
        <p:spPr/>
        <p:txBody>
          <a:bodyPr/>
          <a:lstStyle/>
          <a:p>
            <a:pPr defTabSz="457200" fontAlgn="auto">
              <a:lnSpc>
                <a:spcPct val="100000"/>
              </a:lnSpc>
              <a:spcBef>
                <a:spcPts val="0"/>
              </a:spcBef>
              <a:spcAft>
                <a:spcPts val="0"/>
              </a:spcAft>
              <a:buSzTx/>
              <a:buFontTx/>
              <a:buNone/>
              <a:tabLst/>
              <a:defRPr/>
            </a:pPr>
            <a:fld id="{FE8058A9-8CF7-4E9F-9F98-EE30A1725081}" type="slidenum">
              <a:rPr lang="zh-CN" altLang="en-US" sz="1100" noProof="0" smtClean="0">
                <a:solidFill>
                  <a:prstClr val="black"/>
                </a:solidFill>
                <a:latin typeface="Calibri" panose="020F0502020204030204"/>
                <a:cs typeface="+mn-cs"/>
              </a:rPr>
              <a:pPr defTabSz="457200" fontAlgn="auto">
                <a:lnSpc>
                  <a:spcPct val="100000"/>
                </a:lnSpc>
                <a:spcBef>
                  <a:spcPts val="0"/>
                </a:spcBef>
                <a:spcAft>
                  <a:spcPts val="0"/>
                </a:spcAft>
                <a:buSzTx/>
                <a:buFontTx/>
                <a:buNone/>
                <a:tabLst/>
                <a:defRPr/>
              </a:pPr>
              <a:t>34</a:t>
            </a:fld>
            <a:endParaRPr lang="zh-CN" altLang="en-US" sz="1100" noProof="0">
              <a:solidFill>
                <a:prstClr val="black"/>
              </a:solidFill>
              <a:latin typeface="Calibri" panose="020F0502020204030204"/>
              <a:cs typeface="+mn-cs"/>
            </a:endParaRPr>
          </a:p>
        </p:txBody>
      </p:sp>
    </p:spTree>
    <p:extLst>
      <p:ext uri="{BB962C8B-B14F-4D97-AF65-F5344CB8AC3E}">
        <p14:creationId xmlns:p14="http://schemas.microsoft.com/office/powerpoint/2010/main" val="1551985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幻灯片图像占位符 1"/>
          <p:cNvSpPr>
            <a:spLocks noGrp="1" noRot="1" noChangeAspect="1" noTextEdit="1"/>
          </p:cNvSpPr>
          <p:nvPr>
            <p:ph type="sldImg"/>
          </p:nvPr>
        </p:nvSpPr>
        <p:spPr/>
      </p:sp>
      <p:sp>
        <p:nvSpPr>
          <p:cNvPr id="512003" name="备注占位符 2"/>
          <p:cNvSpPr>
            <a:spLocks noGrp="1"/>
          </p:cNvSpPr>
          <p:nvPr>
            <p:ph type="body" idx="1"/>
          </p:nvPr>
        </p:nvSpPr>
        <p:spPr>
          <a:noFill/>
        </p:spPr>
        <p:txBody>
          <a:bodyPr/>
          <a:lstStyle/>
          <a:p>
            <a:endParaRPr lang="zh-CN" altLang="en-US" dirty="0"/>
          </a:p>
        </p:txBody>
      </p:sp>
      <p:sp>
        <p:nvSpPr>
          <p:cNvPr id="4" name="灯片编号占位符 3"/>
          <p:cNvSpPr>
            <a:spLocks noGrp="1"/>
          </p:cNvSpPr>
          <p:nvPr>
            <p:ph type="sldNum" sz="quarter"/>
          </p:nvPr>
        </p:nvSpPr>
        <p:spPr/>
        <p:txBody>
          <a:bodyPr/>
          <a:lstStyle/>
          <a:p>
            <a:pPr defTabSz="457200" fontAlgn="auto">
              <a:lnSpc>
                <a:spcPct val="100000"/>
              </a:lnSpc>
              <a:spcBef>
                <a:spcPts val="0"/>
              </a:spcBef>
              <a:spcAft>
                <a:spcPts val="0"/>
              </a:spcAft>
              <a:buSzTx/>
              <a:buFontTx/>
              <a:buNone/>
              <a:tabLst/>
              <a:defRPr/>
            </a:pPr>
            <a:fld id="{F7D52C5D-EAB9-43E1-942C-0D14E7829938}" type="slidenum">
              <a:rPr lang="zh-CN" altLang="en-US" sz="1100" noProof="0" smtClean="0">
                <a:solidFill>
                  <a:prstClr val="black"/>
                </a:solidFill>
                <a:latin typeface="Calibri" panose="020F0502020204030204"/>
                <a:cs typeface="+mn-cs"/>
              </a:rPr>
              <a:pPr defTabSz="457200" fontAlgn="auto">
                <a:lnSpc>
                  <a:spcPct val="100000"/>
                </a:lnSpc>
                <a:spcBef>
                  <a:spcPts val="0"/>
                </a:spcBef>
                <a:spcAft>
                  <a:spcPts val="0"/>
                </a:spcAft>
                <a:buSzTx/>
                <a:buFontTx/>
                <a:buNone/>
                <a:tabLst/>
                <a:defRPr/>
              </a:pPr>
              <a:t>35</a:t>
            </a:fld>
            <a:endParaRPr lang="zh-CN" altLang="en-US" sz="1100" noProof="0">
              <a:solidFill>
                <a:prstClr val="black"/>
              </a:solidFill>
              <a:latin typeface="Calibri" panose="020F0502020204030204"/>
              <a:cs typeface="+mn-cs"/>
            </a:endParaRPr>
          </a:p>
        </p:txBody>
      </p:sp>
    </p:spTree>
    <p:extLst>
      <p:ext uri="{BB962C8B-B14F-4D97-AF65-F5344CB8AC3E}">
        <p14:creationId xmlns:p14="http://schemas.microsoft.com/office/powerpoint/2010/main" val="27347924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幻灯片图像占位符 1"/>
          <p:cNvSpPr>
            <a:spLocks noGrp="1" noRot="1" noChangeAspect="1" noTextEdit="1"/>
          </p:cNvSpPr>
          <p:nvPr>
            <p:ph type="sldImg"/>
          </p:nvPr>
        </p:nvSpPr>
        <p:spPr/>
      </p:sp>
      <p:sp>
        <p:nvSpPr>
          <p:cNvPr id="514051" name="备注占位符 2"/>
          <p:cNvSpPr>
            <a:spLocks noGrp="1"/>
          </p:cNvSpPr>
          <p:nvPr>
            <p:ph type="body" idx="1"/>
          </p:nvPr>
        </p:nvSpPr>
        <p:spPr>
          <a:noFill/>
        </p:spPr>
        <p:txBody>
          <a:bodyPr/>
          <a:lstStyle/>
          <a:p>
            <a:r>
              <a:rPr lang="en-US" altLang="zh-CN"/>
              <a:t>[]</a:t>
            </a:r>
            <a:r>
              <a:rPr lang="zh-CN" altLang="en-US"/>
              <a:t>表示取出内容</a:t>
            </a:r>
          </a:p>
        </p:txBody>
      </p:sp>
      <p:sp>
        <p:nvSpPr>
          <p:cNvPr id="4" name="灯片编号占位符 3"/>
          <p:cNvSpPr>
            <a:spLocks noGrp="1"/>
          </p:cNvSpPr>
          <p:nvPr>
            <p:ph type="sldNum" sz="quarter"/>
          </p:nvPr>
        </p:nvSpPr>
        <p:spPr/>
        <p:txBody>
          <a:bodyPr/>
          <a:lstStyle/>
          <a:p>
            <a:pPr defTabSz="457200" fontAlgn="auto">
              <a:lnSpc>
                <a:spcPct val="100000"/>
              </a:lnSpc>
              <a:spcBef>
                <a:spcPts val="0"/>
              </a:spcBef>
              <a:spcAft>
                <a:spcPts val="0"/>
              </a:spcAft>
              <a:buSzTx/>
              <a:buFontTx/>
              <a:buNone/>
              <a:tabLst/>
              <a:defRPr/>
            </a:pPr>
            <a:fld id="{5243A258-ECA9-4419-9278-A9D9AE261931}" type="slidenum">
              <a:rPr lang="zh-CN" altLang="en-US" sz="1100" noProof="0" smtClean="0">
                <a:solidFill>
                  <a:prstClr val="black"/>
                </a:solidFill>
                <a:latin typeface="Calibri" panose="020F0502020204030204"/>
                <a:cs typeface="+mn-cs"/>
              </a:rPr>
              <a:pPr defTabSz="457200" fontAlgn="auto">
                <a:lnSpc>
                  <a:spcPct val="100000"/>
                </a:lnSpc>
                <a:spcBef>
                  <a:spcPts val="0"/>
                </a:spcBef>
                <a:spcAft>
                  <a:spcPts val="0"/>
                </a:spcAft>
                <a:buSzTx/>
                <a:buFontTx/>
                <a:buNone/>
                <a:tabLst/>
                <a:defRPr/>
              </a:pPr>
              <a:t>36</a:t>
            </a:fld>
            <a:endParaRPr lang="zh-CN" altLang="en-US" sz="1100" noProof="0">
              <a:solidFill>
                <a:prstClr val="black"/>
              </a:solidFill>
              <a:latin typeface="Calibri" panose="020F0502020204030204"/>
              <a:cs typeface="+mn-cs"/>
            </a:endParaRPr>
          </a:p>
        </p:txBody>
      </p:sp>
    </p:spTree>
    <p:extLst>
      <p:ext uri="{BB962C8B-B14F-4D97-AF65-F5344CB8AC3E}">
        <p14:creationId xmlns:p14="http://schemas.microsoft.com/office/powerpoint/2010/main" val="1617975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幻灯片图像占位符 1"/>
          <p:cNvSpPr>
            <a:spLocks noGrp="1" noRot="1" noChangeAspect="1" noTextEdit="1"/>
          </p:cNvSpPr>
          <p:nvPr>
            <p:ph type="sldImg"/>
          </p:nvPr>
        </p:nvSpPr>
        <p:spPr/>
      </p:sp>
      <p:sp>
        <p:nvSpPr>
          <p:cNvPr id="516099"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p:txBody>
          <a:bodyPr/>
          <a:lstStyle/>
          <a:p>
            <a:pPr>
              <a:defRPr/>
            </a:pPr>
            <a:fld id="{49DBC22D-DB0B-4664-AC8A-B338FEB53984}" type="slidenum">
              <a:rPr lang="en-GB" altLang="en-US" smtClean="0"/>
              <a:pPr>
                <a:defRPr/>
              </a:pPr>
              <a:t>37</a:t>
            </a:fld>
            <a:endParaRPr lang="en-GB" altLang="en-US">
              <a:cs typeface="Droid Sans Fallback"/>
            </a:endParaRPr>
          </a:p>
        </p:txBody>
      </p:sp>
    </p:spTree>
    <p:extLst>
      <p:ext uri="{BB962C8B-B14F-4D97-AF65-F5344CB8AC3E}">
        <p14:creationId xmlns:p14="http://schemas.microsoft.com/office/powerpoint/2010/main" val="838769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幻灯片图像占位符 1"/>
          <p:cNvSpPr>
            <a:spLocks noGrp="1" noRot="1" noChangeAspect="1" noTextEdit="1"/>
          </p:cNvSpPr>
          <p:nvPr>
            <p:ph type="sldImg"/>
          </p:nvPr>
        </p:nvSpPr>
        <p:spPr/>
      </p:sp>
      <p:sp>
        <p:nvSpPr>
          <p:cNvPr id="518147" name="备注占位符 2"/>
          <p:cNvSpPr>
            <a:spLocks noGrp="1"/>
          </p:cNvSpPr>
          <p:nvPr>
            <p:ph type="body" idx="1"/>
          </p:nvPr>
        </p:nvSpPr>
        <p:spPr>
          <a:noFill/>
        </p:spPr>
        <p:txBody>
          <a:bodyPr/>
          <a:lstStyle/>
          <a:p>
            <a:pPr marL="0" lvl="1" defTabSz="646113"/>
            <a:r>
              <a:rPr lang="zh-CN" altLang="en-US" sz="1100">
                <a:solidFill>
                  <a:srgbClr val="C00000"/>
                </a:solidFill>
                <a:latin typeface="微软雅黑" panose="020B0503020204020204" pitchFamily="34" charset="-122"/>
                <a:ea typeface="微软雅黑" panose="020B0503020204020204" pitchFamily="34" charset="-122"/>
              </a:rPr>
              <a:t>允许内层过程访问非局部名，内层程序可以访问外层定义的名字</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过程</a:t>
            </a:r>
            <a:r>
              <a:rPr lang="en-US" altLang="zh-CN" sz="1100">
                <a:solidFill>
                  <a:srgbClr val="C00000"/>
                </a:solidFill>
                <a:latin typeface="微软雅黑" panose="020B0503020204020204" pitchFamily="34" charset="-122"/>
                <a:ea typeface="微软雅黑" panose="020B0503020204020204" pitchFamily="34" charset="-122"/>
              </a:rPr>
              <a:t>B2</a:t>
            </a:r>
            <a:r>
              <a:rPr lang="zh-CN" altLang="en-US" sz="1100">
                <a:solidFill>
                  <a:srgbClr val="C00000"/>
                </a:solidFill>
                <a:latin typeface="微软雅黑" panose="020B0503020204020204" pitchFamily="34" charset="-122"/>
                <a:ea typeface="微软雅黑" panose="020B0503020204020204" pitchFamily="34" charset="-122"/>
              </a:rPr>
              <a:t>在执行时，如果要访问外层过程</a:t>
            </a:r>
            <a:r>
              <a:rPr lang="en-US" altLang="zh-CN" sz="1100">
                <a:solidFill>
                  <a:srgbClr val="C00000"/>
                </a:solidFill>
                <a:latin typeface="微软雅黑" panose="020B0503020204020204" pitchFamily="34" charset="-122"/>
                <a:ea typeface="微软雅黑" panose="020B0503020204020204" pitchFamily="34" charset="-122"/>
              </a:rPr>
              <a:t>B1</a:t>
            </a:r>
            <a:r>
              <a:rPr lang="zh-CN" altLang="en-US" sz="1100">
                <a:solidFill>
                  <a:srgbClr val="C00000"/>
                </a:solidFill>
                <a:latin typeface="微软雅黑" panose="020B0503020204020204" pitchFamily="34" charset="-122"/>
                <a:ea typeface="微软雅黑" panose="020B0503020204020204" pitchFamily="34" charset="-122"/>
              </a:rPr>
              <a:t>定义的变量</a:t>
            </a:r>
            <a:r>
              <a:rPr lang="en-US" altLang="zh-CN" sz="1100">
                <a:solidFill>
                  <a:srgbClr val="C00000"/>
                </a:solidFill>
                <a:latin typeface="微软雅黑" panose="020B0503020204020204" pitchFamily="34" charset="-122"/>
                <a:ea typeface="微软雅黑" panose="020B0503020204020204" pitchFamily="34" charset="-122"/>
              </a:rPr>
              <a:t>Y</a:t>
            </a:r>
          </a:p>
          <a:p>
            <a:pPr marL="0" lvl="1" defTabSz="646113"/>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外层变量存放在外层过程在栈中活动记录里面的变量</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帮助内层过程找到外层过程的活动记录，在什么地方，才能够找到外层</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过程的活动记录，然后在外层过程的局部变量的位置找到内层过程想要访问的变量</a:t>
            </a:r>
          </a:p>
        </p:txBody>
      </p:sp>
      <p:sp>
        <p:nvSpPr>
          <p:cNvPr id="14336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C5F52BD8-1073-49C0-B2A5-AD17B7636707}"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38</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0629119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幻灯片图像占位符 1"/>
          <p:cNvSpPr>
            <a:spLocks noGrp="1" noRot="1" noChangeAspect="1" noTextEdit="1"/>
          </p:cNvSpPr>
          <p:nvPr>
            <p:ph type="sldImg"/>
          </p:nvPr>
        </p:nvSpPr>
        <p:spPr/>
      </p:sp>
      <p:sp>
        <p:nvSpPr>
          <p:cNvPr id="518147" name="备注占位符 2"/>
          <p:cNvSpPr>
            <a:spLocks noGrp="1"/>
          </p:cNvSpPr>
          <p:nvPr>
            <p:ph type="body" idx="1"/>
          </p:nvPr>
        </p:nvSpPr>
        <p:spPr>
          <a:noFill/>
        </p:spPr>
        <p:txBody>
          <a:bodyPr/>
          <a:lstStyle/>
          <a:p>
            <a:pPr marL="0" lvl="1" defTabSz="646113"/>
            <a:r>
              <a:rPr lang="zh-CN" altLang="en-US" sz="1100">
                <a:solidFill>
                  <a:srgbClr val="C00000"/>
                </a:solidFill>
                <a:latin typeface="微软雅黑" panose="020B0503020204020204" pitchFamily="34" charset="-122"/>
                <a:ea typeface="微软雅黑" panose="020B0503020204020204" pitchFamily="34" charset="-122"/>
              </a:rPr>
              <a:t>允许内层过程访问非局部名，内层程序可以访问外层定义的名字</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过程</a:t>
            </a:r>
            <a:r>
              <a:rPr lang="en-US" altLang="zh-CN" sz="1100">
                <a:solidFill>
                  <a:srgbClr val="C00000"/>
                </a:solidFill>
                <a:latin typeface="微软雅黑" panose="020B0503020204020204" pitchFamily="34" charset="-122"/>
                <a:ea typeface="微软雅黑" panose="020B0503020204020204" pitchFamily="34" charset="-122"/>
              </a:rPr>
              <a:t>B2</a:t>
            </a:r>
            <a:r>
              <a:rPr lang="zh-CN" altLang="en-US" sz="1100">
                <a:solidFill>
                  <a:srgbClr val="C00000"/>
                </a:solidFill>
                <a:latin typeface="微软雅黑" panose="020B0503020204020204" pitchFamily="34" charset="-122"/>
                <a:ea typeface="微软雅黑" panose="020B0503020204020204" pitchFamily="34" charset="-122"/>
              </a:rPr>
              <a:t>在执行时，如果要访问外层过程</a:t>
            </a:r>
            <a:r>
              <a:rPr lang="en-US" altLang="zh-CN" sz="1100">
                <a:solidFill>
                  <a:srgbClr val="C00000"/>
                </a:solidFill>
                <a:latin typeface="微软雅黑" panose="020B0503020204020204" pitchFamily="34" charset="-122"/>
                <a:ea typeface="微软雅黑" panose="020B0503020204020204" pitchFamily="34" charset="-122"/>
              </a:rPr>
              <a:t>B1</a:t>
            </a:r>
            <a:r>
              <a:rPr lang="zh-CN" altLang="en-US" sz="1100">
                <a:solidFill>
                  <a:srgbClr val="C00000"/>
                </a:solidFill>
                <a:latin typeface="微软雅黑" panose="020B0503020204020204" pitchFamily="34" charset="-122"/>
                <a:ea typeface="微软雅黑" panose="020B0503020204020204" pitchFamily="34" charset="-122"/>
              </a:rPr>
              <a:t>定义的变量</a:t>
            </a:r>
            <a:r>
              <a:rPr lang="en-US" altLang="zh-CN" sz="1100">
                <a:solidFill>
                  <a:srgbClr val="C00000"/>
                </a:solidFill>
                <a:latin typeface="微软雅黑" panose="020B0503020204020204" pitchFamily="34" charset="-122"/>
                <a:ea typeface="微软雅黑" panose="020B0503020204020204" pitchFamily="34" charset="-122"/>
              </a:rPr>
              <a:t>Y</a:t>
            </a:r>
          </a:p>
          <a:p>
            <a:pPr marL="0" lvl="1" defTabSz="646113"/>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外层变量存放在外层过程在栈中活动记录里面的变量</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帮助内层过程找到外层过程的活动记录，在什么地方，才能够找到外层</a:t>
            </a:r>
            <a:endParaRPr lang="en-US" altLang="zh-CN" sz="1100">
              <a:solidFill>
                <a:srgbClr val="C00000"/>
              </a:solidFill>
              <a:latin typeface="微软雅黑" panose="020B0503020204020204" pitchFamily="34" charset="-122"/>
              <a:ea typeface="微软雅黑" panose="020B0503020204020204" pitchFamily="34" charset="-122"/>
            </a:endParaRPr>
          </a:p>
          <a:p>
            <a:pPr marL="0" lvl="1" defTabSz="646113"/>
            <a:r>
              <a:rPr lang="zh-CN" altLang="en-US" sz="1100">
                <a:solidFill>
                  <a:srgbClr val="C00000"/>
                </a:solidFill>
                <a:latin typeface="微软雅黑" panose="020B0503020204020204" pitchFamily="34" charset="-122"/>
                <a:ea typeface="微软雅黑" panose="020B0503020204020204" pitchFamily="34" charset="-122"/>
              </a:rPr>
              <a:t>过程的活动记录，然后在外层过程的局部变量的位置找到内层过程想要访问的变量</a:t>
            </a:r>
          </a:p>
        </p:txBody>
      </p:sp>
      <p:sp>
        <p:nvSpPr>
          <p:cNvPr id="14336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C5F52BD8-1073-49C0-B2A5-AD17B7636707}"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39</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8609242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幻灯片图像占位符 1"/>
          <p:cNvSpPr>
            <a:spLocks noGrp="1" noRot="1" noChangeAspect="1" noTextEdit="1"/>
          </p:cNvSpPr>
          <p:nvPr>
            <p:ph type="sldImg"/>
          </p:nvPr>
        </p:nvSpPr>
        <p:spPr/>
      </p:sp>
      <p:sp>
        <p:nvSpPr>
          <p:cNvPr id="520195" name="备注占位符 2"/>
          <p:cNvSpPr>
            <a:spLocks noGrp="1"/>
          </p:cNvSpPr>
          <p:nvPr>
            <p:ph type="body" idx="1"/>
          </p:nvPr>
        </p:nvSpPr>
        <p:spPr>
          <a:noFill/>
        </p:spPr>
        <p:txBody>
          <a:bodyPr/>
          <a:lstStyle/>
          <a:p>
            <a:pPr marL="0" lvl="1" defTabSz="646113"/>
            <a:endParaRPr lang="zh-CN" altLang="zh-CN" sz="2300" noProof="1">
              <a:solidFill>
                <a:srgbClr val="0070C0"/>
              </a:solidFill>
              <a:latin typeface="微软雅黑" panose="020B0503020204020204" pitchFamily="34" charset="-122"/>
              <a:ea typeface="微软雅黑" panose="020B0503020204020204" pitchFamily="34" charset="-122"/>
            </a:endParaRPr>
          </a:p>
        </p:txBody>
      </p:sp>
      <p:sp>
        <p:nvSpPr>
          <p:cNvPr id="14336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fontAlgn="auto">
              <a:lnSpc>
                <a:spcPct val="100000"/>
              </a:lnSpc>
              <a:spcBef>
                <a:spcPts val="0"/>
              </a:spcBef>
              <a:spcAft>
                <a:spcPts val="0"/>
              </a:spcAft>
              <a:buSzTx/>
              <a:buFontTx/>
              <a:buNone/>
              <a:tabLst/>
              <a:defRPr/>
            </a:pPr>
            <a:fld id="{E1086B4A-5085-4302-BDA9-11BC309D7E58}" type="slidenum">
              <a:rPr lang="zh-CN" altLang="en-US" sz="1100" noProof="0" smtClean="0">
                <a:solidFill>
                  <a:prstClr val="black"/>
                </a:solidFill>
                <a:latin typeface="Times New Roman" panose="02020603050405020304" pitchFamily="18" charset="0"/>
                <a:cs typeface="+mn-cs"/>
              </a:rPr>
              <a:pPr defTabSz="457200" fontAlgn="auto">
                <a:lnSpc>
                  <a:spcPct val="100000"/>
                </a:lnSpc>
                <a:spcBef>
                  <a:spcPts val="0"/>
                </a:spcBef>
                <a:spcAft>
                  <a:spcPts val="0"/>
                </a:spcAft>
                <a:buSzTx/>
                <a:buFontTx/>
                <a:buNone/>
                <a:tabLst/>
                <a:defRPr/>
              </a:pPr>
              <a:t>40</a:t>
            </a:fld>
            <a:endParaRPr lang="en-US" altLang="zh-CN" sz="1100" noProof="0">
              <a:solidFill>
                <a:prstClr val="black"/>
              </a:solidFill>
              <a:latin typeface="Times New Roman" panose="02020603050405020304" pitchFamily="18" charset="0"/>
              <a:cs typeface="+mn-cs"/>
            </a:endParaRPr>
          </a:p>
        </p:txBody>
      </p:sp>
    </p:spTree>
    <p:extLst>
      <p:ext uri="{BB962C8B-B14F-4D97-AF65-F5344CB8AC3E}">
        <p14:creationId xmlns:p14="http://schemas.microsoft.com/office/powerpoint/2010/main" val="24864385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幻灯片图像占位符 1"/>
          <p:cNvSpPr>
            <a:spLocks noGrp="1" noRot="1" noChangeAspect="1" noTextEdit="1"/>
          </p:cNvSpPr>
          <p:nvPr>
            <p:ph type="sldImg"/>
          </p:nvPr>
        </p:nvSpPr>
        <p:spPr/>
      </p:sp>
      <p:sp>
        <p:nvSpPr>
          <p:cNvPr id="522243"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p:nvPr>
        </p:nvSpPr>
        <p:spPr/>
        <p:txBody>
          <a:bodyPr/>
          <a:lstStyle/>
          <a:p>
            <a:pPr>
              <a:defRPr/>
            </a:pPr>
            <a:fld id="{4BC7FB5D-A2A7-45AF-AB8F-BE23FA5E4FC1}" type="slidenum">
              <a:rPr lang="en-GB" altLang="en-US" smtClean="0"/>
              <a:pPr>
                <a:defRPr/>
              </a:pPr>
              <a:t>41</a:t>
            </a:fld>
            <a:endParaRPr lang="en-GB" altLang="en-US">
              <a:cs typeface="Droid Sans Fallback"/>
            </a:endParaRPr>
          </a:p>
        </p:txBody>
      </p:sp>
    </p:spTree>
    <p:extLst>
      <p:ext uri="{BB962C8B-B14F-4D97-AF65-F5344CB8AC3E}">
        <p14:creationId xmlns:p14="http://schemas.microsoft.com/office/powerpoint/2010/main" val="2452104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defTabSz="457200" fontAlgn="auto">
              <a:lnSpc>
                <a:spcPct val="100000"/>
              </a:lnSpc>
              <a:spcBef>
                <a:spcPct val="0"/>
              </a:spcBef>
              <a:spcAft>
                <a:spcPts val="0"/>
              </a:spcAft>
              <a:buSzTx/>
              <a:buFontTx/>
              <a:buNone/>
              <a:tabLst/>
              <a:defRPr/>
            </a:pPr>
            <a:fld id="{3D4D2DC9-7EE9-415C-BD07-FE78CC4F1429}" type="slidenum">
              <a:rPr lang="zh-CN" altLang="en-US" noProof="0" smtClean="0">
                <a:solidFill>
                  <a:prstClr val="black"/>
                </a:solidFill>
                <a:cs typeface="+mn-cs"/>
              </a:rPr>
              <a:pPr defTabSz="457200" fontAlgn="auto">
                <a:lnSpc>
                  <a:spcPct val="100000"/>
                </a:lnSpc>
                <a:spcBef>
                  <a:spcPct val="0"/>
                </a:spcBef>
                <a:spcAft>
                  <a:spcPts val="0"/>
                </a:spcAft>
                <a:buSzTx/>
                <a:buFontTx/>
                <a:buNone/>
                <a:tabLst/>
                <a:defRPr/>
              </a:pPr>
              <a:t>42</a:t>
            </a:fld>
            <a:endParaRPr lang="en-US" altLang="zh-CN" noProof="0">
              <a:solidFill>
                <a:prstClr val="black"/>
              </a:solidFill>
              <a:cs typeface="+mn-cs"/>
            </a:endParaRPr>
          </a:p>
        </p:txBody>
      </p:sp>
      <p:sp>
        <p:nvSpPr>
          <p:cNvPr id="524291" name="Rectangle 2"/>
          <p:cNvSpPr>
            <a:spLocks noGrp="1" noRot="1" noChangeAspect="1" noChangeArrowheads="1" noTextEdit="1"/>
          </p:cNvSpPr>
          <p:nvPr>
            <p:ph type="sldImg"/>
          </p:nvPr>
        </p:nvSpPr>
        <p:spPr/>
      </p:sp>
      <p:sp>
        <p:nvSpPr>
          <p:cNvPr id="524292" name="Rectangle 3"/>
          <p:cNvSpPr>
            <a:spLocks noGrp="1" noChangeArrowheads="1"/>
          </p:cNvSpPr>
          <p:nvPr>
            <p:ph type="body" idx="1"/>
          </p:nvPr>
        </p:nvSpPr>
        <p:spPr>
          <a:noFill/>
        </p:spPr>
        <p:txBody>
          <a:bodyPr/>
          <a:lstStyle/>
          <a:p>
            <a:pPr eaLnBrk="1" hangingPunct="1"/>
            <a:r>
              <a:rPr lang="zh-CN" altLang="en-US"/>
              <a:t>编译程序生成的指令中，明确了要访问的变量在程序中的哪一层，偏移量（相对地址）指的是这个变量的存储单元在所处活动记录中相对于活动记录起始地址的偏移量</a:t>
            </a:r>
            <a:endParaRPr lang="en-US" altLang="zh-CN"/>
          </a:p>
          <a:p>
            <a:pPr eaLnBrk="1" hangingPunct="1"/>
            <a:r>
              <a:rPr lang="zh-CN" altLang="en-US"/>
              <a:t>层数和偏移量都是编译程序通过静态分析能够确定的</a:t>
            </a:r>
            <a:endParaRPr lang="en-GB" altLang="zh-CN"/>
          </a:p>
        </p:txBody>
      </p:sp>
    </p:spTree>
    <p:extLst>
      <p:ext uri="{BB962C8B-B14F-4D97-AF65-F5344CB8AC3E}">
        <p14:creationId xmlns:p14="http://schemas.microsoft.com/office/powerpoint/2010/main" val="16074340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defTabSz="457200" fontAlgn="auto">
              <a:lnSpc>
                <a:spcPct val="100000"/>
              </a:lnSpc>
              <a:spcBef>
                <a:spcPct val="0"/>
              </a:spcBef>
              <a:spcAft>
                <a:spcPts val="0"/>
              </a:spcAft>
              <a:buSzTx/>
              <a:buFontTx/>
              <a:buNone/>
              <a:tabLst/>
              <a:defRPr/>
            </a:pPr>
            <a:fld id="{5E8D05EE-AAC7-4EE4-A0E7-DD544EFE6B38}" type="slidenum">
              <a:rPr lang="zh-CN" altLang="en-US" noProof="0" smtClean="0">
                <a:solidFill>
                  <a:prstClr val="black"/>
                </a:solidFill>
                <a:cs typeface="+mn-cs"/>
              </a:rPr>
              <a:pPr defTabSz="457200" fontAlgn="auto">
                <a:lnSpc>
                  <a:spcPct val="100000"/>
                </a:lnSpc>
                <a:spcBef>
                  <a:spcPct val="0"/>
                </a:spcBef>
                <a:spcAft>
                  <a:spcPts val="0"/>
                </a:spcAft>
                <a:buSzTx/>
                <a:buFontTx/>
                <a:buNone/>
                <a:tabLst/>
                <a:defRPr/>
              </a:pPr>
              <a:t>43</a:t>
            </a:fld>
            <a:endParaRPr lang="en-US" altLang="zh-CN" noProof="0">
              <a:solidFill>
                <a:prstClr val="black"/>
              </a:solidFill>
              <a:cs typeface="+mn-cs"/>
            </a:endParaRPr>
          </a:p>
        </p:txBody>
      </p:sp>
      <p:sp>
        <p:nvSpPr>
          <p:cNvPr id="526339" name="Rectangle 2"/>
          <p:cNvSpPr>
            <a:spLocks noGrp="1" noRot="1" noChangeAspect="1" noChangeArrowheads="1" noTextEdit="1"/>
          </p:cNvSpPr>
          <p:nvPr>
            <p:ph type="sldImg"/>
          </p:nvPr>
        </p:nvSpPr>
        <p:spPr>
          <a:xfrm>
            <a:off x="1028700" y="1181100"/>
            <a:ext cx="4252913" cy="3189288"/>
          </a:xfrm>
        </p:spPr>
      </p:sp>
      <p:sp>
        <p:nvSpPr>
          <p:cNvPr id="526340" name="Rectangle 3"/>
          <p:cNvSpPr>
            <a:spLocks noGrp="1" noChangeArrowheads="1"/>
          </p:cNvSpPr>
          <p:nvPr>
            <p:ph type="body" idx="1"/>
          </p:nvPr>
        </p:nvSpPr>
        <p:spPr>
          <a:noFill/>
        </p:spPr>
        <p:txBody>
          <a:bodyPr/>
          <a:lstStyle/>
          <a:p>
            <a:pPr defTabSz="862013"/>
            <a:r>
              <a:rPr lang="zh-CN" altLang="en-US"/>
              <a:t>过程定义是嵌套的，一个过程可以引用任意外层定义的变量</a:t>
            </a:r>
            <a:endParaRPr lang="en-US" altLang="zh-CN"/>
          </a:p>
          <a:p>
            <a:pPr defTabSz="862013"/>
            <a:r>
              <a:rPr lang="zh-CN" altLang="en-US"/>
              <a:t>图给出了各层程序嵌套定义的关系，</a:t>
            </a:r>
            <a:endParaRPr lang="en-US" altLang="zh-CN"/>
          </a:p>
          <a:p>
            <a:pPr defTabSz="862013"/>
            <a:r>
              <a:rPr lang="zh-CN" altLang="en-US"/>
              <a:t>因此，过程运行是必须能够知道所有外层过程当前活动记录的起始地址</a:t>
            </a:r>
            <a:endParaRPr lang="en-US" altLang="zh-CN"/>
          </a:p>
          <a:p>
            <a:pPr defTabSz="862013"/>
            <a:r>
              <a:rPr lang="zh-CN" altLang="en-US"/>
              <a:t>外层变量对应的存储单元在外层过程的活动记录中</a:t>
            </a:r>
            <a:endParaRPr lang="en-US" altLang="zh-CN"/>
          </a:p>
          <a:p>
            <a:pPr defTabSz="862013"/>
            <a:endParaRPr lang="en-US" altLang="zh-CN"/>
          </a:p>
          <a:p>
            <a:pPr defTabSz="862013"/>
            <a:r>
              <a:rPr lang="en-US" altLang="zh-CN"/>
              <a:t>R</a:t>
            </a:r>
            <a:r>
              <a:rPr lang="zh-CN" altLang="en-US"/>
              <a:t>在运行过程中，由于需要访问</a:t>
            </a:r>
            <a:r>
              <a:rPr lang="en-US" altLang="zh-CN"/>
              <a:t>a</a:t>
            </a:r>
            <a:r>
              <a:rPr lang="zh-CN" altLang="en-US"/>
              <a:t>和</a:t>
            </a:r>
            <a:r>
              <a:rPr lang="en-US" altLang="zh-CN"/>
              <a:t>b</a:t>
            </a:r>
            <a:r>
              <a:rPr lang="zh-CN" altLang="en-US"/>
              <a:t>，</a:t>
            </a:r>
            <a:r>
              <a:rPr lang="en-US" altLang="zh-CN"/>
              <a:t>a</a:t>
            </a:r>
            <a:r>
              <a:rPr lang="zh-CN" altLang="en-US"/>
              <a:t>在第</a:t>
            </a:r>
            <a:r>
              <a:rPr lang="en-US" altLang="zh-CN"/>
              <a:t>0</a:t>
            </a:r>
            <a:r>
              <a:rPr lang="zh-CN" altLang="en-US"/>
              <a:t>层，</a:t>
            </a:r>
            <a:r>
              <a:rPr lang="en-US" altLang="zh-CN"/>
              <a:t>b</a:t>
            </a:r>
            <a:r>
              <a:rPr lang="zh-CN" altLang="en-US"/>
              <a:t>在第一层，</a:t>
            </a:r>
            <a:r>
              <a:rPr lang="en-US" altLang="zh-CN"/>
              <a:t>R</a:t>
            </a:r>
            <a:r>
              <a:rPr lang="zh-CN" altLang="en-US"/>
              <a:t>本身在第二层，因此，我们需要在</a:t>
            </a:r>
            <a:r>
              <a:rPr lang="en-US" altLang="zh-CN"/>
              <a:t>R</a:t>
            </a:r>
            <a:r>
              <a:rPr lang="zh-CN" altLang="en-US"/>
              <a:t>的活动记录中，能够知道</a:t>
            </a:r>
            <a:r>
              <a:rPr lang="en-US" altLang="zh-CN"/>
              <a:t>P</a:t>
            </a:r>
            <a:r>
              <a:rPr lang="zh-CN" altLang="en-US"/>
              <a:t>的活动记录的起始地址和</a:t>
            </a:r>
            <a:r>
              <a:rPr lang="en-US" altLang="zh-CN"/>
              <a:t>Q</a:t>
            </a:r>
            <a:r>
              <a:rPr lang="zh-CN" altLang="en-US"/>
              <a:t>的活动记录的起始地址</a:t>
            </a:r>
            <a:endParaRPr lang="en-US" altLang="zh-CN"/>
          </a:p>
        </p:txBody>
      </p:sp>
    </p:spTree>
    <p:extLst>
      <p:ext uri="{BB962C8B-B14F-4D97-AF65-F5344CB8AC3E}">
        <p14:creationId xmlns:p14="http://schemas.microsoft.com/office/powerpoint/2010/main" val="26163472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99702DE1-62A8-4AC7-A04E-A995A812E808}" type="slidenum">
              <a:rPr lang="zh-CN" altLang="en-US" smtClean="0">
                <a:solidFill>
                  <a:prstClr val="black"/>
                </a:solidFill>
              </a:rPr>
              <a:pPr>
                <a:spcBef>
                  <a:spcPct val="0"/>
                </a:spcBef>
                <a:defRPr/>
              </a:pPr>
              <a:t>44</a:t>
            </a:fld>
            <a:endParaRPr lang="en-US" altLang="zh-CN">
              <a:solidFill>
                <a:prstClr val="black"/>
              </a:solidFill>
            </a:endParaRPr>
          </a:p>
        </p:txBody>
      </p:sp>
      <p:sp>
        <p:nvSpPr>
          <p:cNvPr id="528387" name="Rectangle 2"/>
          <p:cNvSpPr>
            <a:spLocks noGrp="1" noRot="1" noChangeAspect="1" noChangeArrowheads="1" noTextEdit="1"/>
          </p:cNvSpPr>
          <p:nvPr>
            <p:ph type="sldImg"/>
          </p:nvPr>
        </p:nvSpPr>
        <p:spPr>
          <a:xfrm>
            <a:off x="1028700" y="1181100"/>
            <a:ext cx="4252913" cy="3189288"/>
          </a:xfrm>
        </p:spPr>
      </p:sp>
      <p:sp>
        <p:nvSpPr>
          <p:cNvPr id="528388" name="Rectangle 3"/>
          <p:cNvSpPr>
            <a:spLocks noGrp="1" noChangeArrowheads="1"/>
          </p:cNvSpPr>
          <p:nvPr>
            <p:ph type="body" idx="1"/>
          </p:nvPr>
        </p:nvSpPr>
        <p:spPr>
          <a:noFill/>
        </p:spPr>
        <p:txBody>
          <a:bodyPr/>
          <a:lstStyle/>
          <a:p>
            <a:pPr eaLnBrk="1" hangingPunct="1"/>
            <a:endParaRPr lang="en-US" altLang="zh-CN"/>
          </a:p>
        </p:txBody>
      </p:sp>
    </p:spTree>
    <p:extLst>
      <p:ext uri="{BB962C8B-B14F-4D97-AF65-F5344CB8AC3E}">
        <p14:creationId xmlns:p14="http://schemas.microsoft.com/office/powerpoint/2010/main" val="23108540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4F59A7D0-F4DF-4DD8-A97D-A5E435BBA1C1}" type="slidenum">
              <a:rPr lang="zh-CN" altLang="en-US" smtClean="0">
                <a:solidFill>
                  <a:prstClr val="black"/>
                </a:solidFill>
              </a:rPr>
              <a:pPr>
                <a:spcBef>
                  <a:spcPct val="0"/>
                </a:spcBef>
                <a:defRPr/>
              </a:pPr>
              <a:t>45</a:t>
            </a:fld>
            <a:endParaRPr lang="en-US" altLang="zh-CN">
              <a:solidFill>
                <a:prstClr val="black"/>
              </a:solidFill>
            </a:endParaRPr>
          </a:p>
        </p:txBody>
      </p:sp>
      <p:sp>
        <p:nvSpPr>
          <p:cNvPr id="530435" name="Rectangle 2"/>
          <p:cNvSpPr>
            <a:spLocks noGrp="1" noRot="1" noChangeAspect="1" noChangeArrowheads="1" noTextEdit="1"/>
          </p:cNvSpPr>
          <p:nvPr>
            <p:ph type="sldImg"/>
          </p:nvPr>
        </p:nvSpPr>
        <p:spPr>
          <a:xfrm>
            <a:off x="1028700" y="1181100"/>
            <a:ext cx="4252913" cy="3189288"/>
          </a:xfrm>
        </p:spPr>
      </p:sp>
      <p:sp>
        <p:nvSpPr>
          <p:cNvPr id="530436" name="Rectangle 3"/>
          <p:cNvSpPr>
            <a:spLocks noGrp="1" noChangeArrowheads="1"/>
          </p:cNvSpPr>
          <p:nvPr>
            <p:ph type="body" idx="1"/>
          </p:nvPr>
        </p:nvSpPr>
        <p:spPr>
          <a:noFill/>
        </p:spPr>
        <p:txBody>
          <a:bodyPr/>
          <a:lstStyle/>
          <a:p>
            <a:pPr marL="0" lvl="1" defTabSz="862013"/>
            <a:endParaRPr lang="zh-CN" altLang="en-GB"/>
          </a:p>
        </p:txBody>
      </p:sp>
    </p:spTree>
    <p:extLst>
      <p:ext uri="{BB962C8B-B14F-4D97-AF65-F5344CB8AC3E}">
        <p14:creationId xmlns:p14="http://schemas.microsoft.com/office/powerpoint/2010/main" val="21336930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幻灯片图像占位符 1"/>
          <p:cNvSpPr>
            <a:spLocks noGrp="1" noRot="1" noChangeAspect="1" noTextEdit="1"/>
          </p:cNvSpPr>
          <p:nvPr>
            <p:ph type="sldImg"/>
          </p:nvPr>
        </p:nvSpPr>
        <p:spPr>
          <a:xfrm>
            <a:off x="1028700" y="1181100"/>
            <a:ext cx="4252913" cy="3189288"/>
          </a:xfrm>
        </p:spPr>
      </p:sp>
      <p:sp>
        <p:nvSpPr>
          <p:cNvPr id="532483" name="备注占位符 2"/>
          <p:cNvSpPr>
            <a:spLocks noGrp="1"/>
          </p:cNvSpPr>
          <p:nvPr>
            <p:ph type="body" idx="1"/>
          </p:nvPr>
        </p:nvSpPr>
        <p:spPr>
          <a:noFill/>
        </p:spPr>
        <p:txBody>
          <a:bodyPr/>
          <a:lstStyle/>
          <a:p>
            <a:pPr defTabSz="862013"/>
            <a:r>
              <a:rPr lang="zh-CN" altLang="en-US"/>
              <a:t>静态链为</a:t>
            </a:r>
            <a:r>
              <a:rPr lang="en-US" altLang="zh-CN"/>
              <a:t>0</a:t>
            </a:r>
            <a:r>
              <a:rPr lang="zh-CN" altLang="en-US"/>
              <a:t>，表示主程序没有直接外层，主程序没有参数，因此也不预留参数个数单元和形式参数单元了</a:t>
            </a:r>
          </a:p>
        </p:txBody>
      </p:sp>
      <p:sp>
        <p:nvSpPr>
          <p:cNvPr id="16794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0352929D-1A9D-401F-BF81-1A2761103421}" type="slidenum">
              <a:rPr lang="zh-CN" altLang="en-US" smtClean="0">
                <a:solidFill>
                  <a:prstClr val="black"/>
                </a:solidFill>
                <a:latin typeface="Times New Roman" panose="02020603050405020304" pitchFamily="18" charset="0"/>
              </a:rPr>
              <a:pPr>
                <a:defRPr/>
              </a:pPr>
              <a:t>46</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12738088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6C4EBE4E-E5EF-4EA8-B233-F6A1D0A4D528}" type="slidenum">
              <a:rPr lang="zh-CN" altLang="en-US" smtClean="0">
                <a:solidFill>
                  <a:prstClr val="black"/>
                </a:solidFill>
              </a:rPr>
              <a:pPr>
                <a:spcBef>
                  <a:spcPct val="0"/>
                </a:spcBef>
                <a:defRPr/>
              </a:pPr>
              <a:t>47</a:t>
            </a:fld>
            <a:endParaRPr lang="en-US" altLang="zh-CN">
              <a:solidFill>
                <a:prstClr val="black"/>
              </a:solidFill>
            </a:endParaRPr>
          </a:p>
        </p:txBody>
      </p:sp>
      <p:sp>
        <p:nvSpPr>
          <p:cNvPr id="534531" name="Rectangle 2"/>
          <p:cNvSpPr>
            <a:spLocks noGrp="1" noRot="1" noChangeAspect="1" noChangeArrowheads="1" noTextEdit="1"/>
          </p:cNvSpPr>
          <p:nvPr>
            <p:ph type="sldImg"/>
          </p:nvPr>
        </p:nvSpPr>
        <p:spPr>
          <a:xfrm>
            <a:off x="1028700" y="1181100"/>
            <a:ext cx="4252913" cy="3189288"/>
          </a:xfrm>
        </p:spPr>
      </p:sp>
      <p:sp>
        <p:nvSpPr>
          <p:cNvPr id="534532" name="Rectangle 3"/>
          <p:cNvSpPr>
            <a:spLocks noGrp="1" noChangeArrowheads="1"/>
          </p:cNvSpPr>
          <p:nvPr>
            <p:ph type="body" idx="1"/>
          </p:nvPr>
        </p:nvSpPr>
        <p:spPr>
          <a:noFill/>
        </p:spPr>
        <p:txBody>
          <a:bodyPr/>
          <a:lstStyle/>
          <a:p>
            <a:pPr eaLnBrk="1" hangingPunct="1"/>
            <a:r>
              <a:rPr lang="zh-CN" altLang="en-US"/>
              <a:t>但是这里的形参个数写的是</a:t>
            </a:r>
            <a:r>
              <a:rPr lang="en-US" altLang="zh-CN"/>
              <a:t>0</a:t>
            </a:r>
            <a:r>
              <a:rPr lang="zh-CN" altLang="en-US"/>
              <a:t>，和主程序的形参个数为空是不一样的，主程序一般是没有参数的</a:t>
            </a:r>
          </a:p>
        </p:txBody>
      </p:sp>
    </p:spTree>
    <p:extLst>
      <p:ext uri="{BB962C8B-B14F-4D97-AF65-F5344CB8AC3E}">
        <p14:creationId xmlns:p14="http://schemas.microsoft.com/office/powerpoint/2010/main" val="28200234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DCB802EC-B584-4533-BC21-5C481CEAA109}" type="slidenum">
              <a:rPr lang="zh-CN" altLang="en-US" smtClean="0">
                <a:solidFill>
                  <a:prstClr val="black"/>
                </a:solidFill>
              </a:rPr>
              <a:pPr>
                <a:spcBef>
                  <a:spcPct val="0"/>
                </a:spcBef>
                <a:defRPr/>
              </a:pPr>
              <a:t>48</a:t>
            </a:fld>
            <a:endParaRPr lang="en-US" altLang="zh-CN">
              <a:solidFill>
                <a:prstClr val="black"/>
              </a:solidFill>
            </a:endParaRPr>
          </a:p>
        </p:txBody>
      </p:sp>
      <p:sp>
        <p:nvSpPr>
          <p:cNvPr id="536579" name="Rectangle 2"/>
          <p:cNvSpPr>
            <a:spLocks noGrp="1" noRot="1" noChangeAspect="1" noChangeArrowheads="1" noTextEdit="1"/>
          </p:cNvSpPr>
          <p:nvPr>
            <p:ph type="sldImg"/>
          </p:nvPr>
        </p:nvSpPr>
        <p:spPr>
          <a:xfrm>
            <a:off x="1028700" y="1181100"/>
            <a:ext cx="4252913" cy="3189288"/>
          </a:xfrm>
        </p:spPr>
      </p:sp>
      <p:sp>
        <p:nvSpPr>
          <p:cNvPr id="536580" name="Rectangle 3"/>
          <p:cNvSpPr>
            <a:spLocks noGrp="1" noChangeArrowheads="1"/>
          </p:cNvSpPr>
          <p:nvPr>
            <p:ph type="body" idx="1"/>
          </p:nvPr>
        </p:nvSpPr>
        <p:spPr>
          <a:noFill/>
        </p:spPr>
        <p:txBody>
          <a:bodyPr/>
          <a:lstStyle/>
          <a:p>
            <a:pPr eaLnBrk="1" hangingPunct="1"/>
            <a:r>
              <a:rPr lang="zh-CN" altLang="en-US"/>
              <a:t>注意层数差这个问题</a:t>
            </a:r>
          </a:p>
        </p:txBody>
      </p:sp>
    </p:spTree>
    <p:extLst>
      <p:ext uri="{BB962C8B-B14F-4D97-AF65-F5344CB8AC3E}">
        <p14:creationId xmlns:p14="http://schemas.microsoft.com/office/powerpoint/2010/main" val="36507136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幻灯片图像占位符 1"/>
          <p:cNvSpPr>
            <a:spLocks noGrp="1" noRot="1" noChangeAspect="1" noTextEdit="1"/>
          </p:cNvSpPr>
          <p:nvPr>
            <p:ph type="sldImg"/>
          </p:nvPr>
        </p:nvSpPr>
        <p:spPr>
          <a:xfrm>
            <a:off x="1028700" y="1181100"/>
            <a:ext cx="4252913" cy="3189288"/>
          </a:xfrm>
        </p:spPr>
      </p:sp>
      <p:sp>
        <p:nvSpPr>
          <p:cNvPr id="538627" name="备注占位符 2"/>
          <p:cNvSpPr>
            <a:spLocks noGrp="1"/>
          </p:cNvSpPr>
          <p:nvPr>
            <p:ph type="body" idx="1"/>
          </p:nvPr>
        </p:nvSpPr>
        <p:spPr>
          <a:noFill/>
        </p:spPr>
        <p:txBody>
          <a:bodyPr/>
          <a:lstStyle/>
          <a:p>
            <a:pPr defTabSz="862013"/>
            <a:endParaRPr lang="en-US" altLang="zh-CN"/>
          </a:p>
        </p:txBody>
      </p:sp>
      <p:sp>
        <p:nvSpPr>
          <p:cNvPr id="17408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698969" indent="-267913">
              <a:defRPr>
                <a:solidFill>
                  <a:schemeClr val="tx1"/>
                </a:solidFill>
                <a:latin typeface="Arial" panose="020B0604020202020204" pitchFamily="34" charset="0"/>
                <a:ea typeface="宋体" panose="02010600030101010101" pitchFamily="2" charset="-122"/>
              </a:defRPr>
            </a:lvl2pPr>
            <a:lvl3pPr marL="1076144" indent="-214031">
              <a:defRPr>
                <a:solidFill>
                  <a:schemeClr val="tx1"/>
                </a:solidFill>
                <a:latin typeface="Arial" panose="020B0604020202020204" pitchFamily="34" charset="0"/>
                <a:ea typeface="宋体" panose="02010600030101010101" pitchFamily="2" charset="-122"/>
              </a:defRPr>
            </a:lvl3pPr>
            <a:lvl4pPr marL="1507200" indent="-214031">
              <a:defRPr>
                <a:solidFill>
                  <a:schemeClr val="tx1"/>
                </a:solidFill>
                <a:latin typeface="Arial" panose="020B0604020202020204" pitchFamily="34" charset="0"/>
                <a:ea typeface="宋体" panose="02010600030101010101" pitchFamily="2" charset="-122"/>
              </a:defRPr>
            </a:lvl4pPr>
            <a:lvl5pPr marL="1938256" indent="-214031">
              <a:defRPr>
                <a:solidFill>
                  <a:schemeClr val="tx1"/>
                </a:solidFill>
                <a:latin typeface="Arial" panose="020B0604020202020204" pitchFamily="34" charset="0"/>
                <a:ea typeface="宋体" panose="02010600030101010101" pitchFamily="2" charset="-122"/>
              </a:defRPr>
            </a:lvl5pPr>
            <a:lvl6pPr marL="2369312" indent="-214031"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0368" indent="-214031"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1424" indent="-214031"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2480" indent="-214031"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DDCFA613-D869-49ED-87E2-F2E250C5071E}" type="slidenum">
              <a:rPr lang="zh-CN" altLang="en-US" smtClean="0">
                <a:solidFill>
                  <a:prstClr val="black"/>
                </a:solidFill>
                <a:latin typeface="Times New Roman" panose="02020603050405020304" pitchFamily="18" charset="0"/>
              </a:rPr>
              <a:pPr>
                <a:defRPr/>
              </a:pPr>
              <a:t>49</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1843746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E811F1BF-22B2-4272-AACB-66F784BEDF3B}" type="slidenum">
              <a:rPr lang="zh-CN" altLang="en-US" smtClean="0">
                <a:solidFill>
                  <a:prstClr val="black"/>
                </a:solidFill>
              </a:rPr>
              <a:pPr>
                <a:spcBef>
                  <a:spcPct val="0"/>
                </a:spcBef>
                <a:defRPr/>
              </a:pPr>
              <a:t>50</a:t>
            </a:fld>
            <a:endParaRPr lang="en-US" altLang="zh-CN">
              <a:solidFill>
                <a:prstClr val="black"/>
              </a:solidFill>
            </a:endParaRPr>
          </a:p>
        </p:txBody>
      </p:sp>
      <p:sp>
        <p:nvSpPr>
          <p:cNvPr id="540675" name="Rectangle 2"/>
          <p:cNvSpPr>
            <a:spLocks noGrp="1" noRot="1" noChangeAspect="1" noChangeArrowheads="1" noTextEdit="1"/>
          </p:cNvSpPr>
          <p:nvPr>
            <p:ph type="sldImg"/>
          </p:nvPr>
        </p:nvSpPr>
        <p:spPr>
          <a:xfrm>
            <a:off x="1028700" y="1181100"/>
            <a:ext cx="4252913" cy="3189288"/>
          </a:xfrm>
        </p:spPr>
      </p:sp>
      <p:sp>
        <p:nvSpPr>
          <p:cNvPr id="540676" name="Rectangle 3"/>
          <p:cNvSpPr>
            <a:spLocks noGrp="1" noChangeArrowheads="1"/>
          </p:cNvSpPr>
          <p:nvPr>
            <p:ph type="body" idx="1"/>
          </p:nvPr>
        </p:nvSpPr>
        <p:spPr>
          <a:noFill/>
        </p:spPr>
        <p:txBody>
          <a:bodyPr/>
          <a:lstStyle/>
          <a:p>
            <a:pPr defTabSz="862013"/>
            <a:endParaRPr lang="en-US" altLang="zh-CN"/>
          </a:p>
        </p:txBody>
      </p:sp>
    </p:spTree>
    <p:extLst>
      <p:ext uri="{BB962C8B-B14F-4D97-AF65-F5344CB8AC3E}">
        <p14:creationId xmlns:p14="http://schemas.microsoft.com/office/powerpoint/2010/main" val="12460077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幻灯片图像占位符 1"/>
          <p:cNvSpPr>
            <a:spLocks noGrp="1" noRot="1" noChangeAspect="1" noTextEdit="1"/>
          </p:cNvSpPr>
          <p:nvPr>
            <p:ph type="sldImg"/>
          </p:nvPr>
        </p:nvSpPr>
        <p:spPr>
          <a:xfrm>
            <a:off x="1028700" y="1181100"/>
            <a:ext cx="4252913" cy="3189288"/>
          </a:xfrm>
        </p:spPr>
      </p:sp>
      <p:sp>
        <p:nvSpPr>
          <p:cNvPr id="542723" name="备注占位符 2"/>
          <p:cNvSpPr>
            <a:spLocks noGrp="1"/>
          </p:cNvSpPr>
          <p:nvPr>
            <p:ph type="body" idx="1"/>
          </p:nvPr>
        </p:nvSpPr>
        <p:spPr>
          <a:noFill/>
        </p:spPr>
        <p:txBody>
          <a:bodyPr/>
          <a:lstStyle/>
          <a:p>
            <a:r>
              <a:rPr lang="zh-CN" altLang="en-US"/>
              <a:t>不在内存的活动记录中，也就是没有</a:t>
            </a:r>
            <a:r>
              <a:rPr lang="en-US" altLang="zh-CN"/>
              <a:t>Q</a:t>
            </a:r>
            <a:r>
              <a:rPr lang="zh-CN" altLang="en-US"/>
              <a:t>的活动记录</a:t>
            </a:r>
          </a:p>
        </p:txBody>
      </p:sp>
      <p:sp>
        <p:nvSpPr>
          <p:cNvPr id="4" name="灯片编号占位符 3"/>
          <p:cNvSpPr>
            <a:spLocks noGrp="1"/>
          </p:cNvSpPr>
          <p:nvPr>
            <p:ph type="sldNum" sz="quarter"/>
          </p:nvPr>
        </p:nvSpPr>
        <p:spPr/>
        <p:txBody>
          <a:bodyPr/>
          <a:lstStyle/>
          <a:p>
            <a:pPr>
              <a:defRPr/>
            </a:pPr>
            <a:fld id="{9D8FA221-8EE1-4AD5-AECA-4EEF3E74A21E}" type="slidenum">
              <a:rPr lang="zh-CN" altLang="en-US" smtClean="0">
                <a:solidFill>
                  <a:prstClr val="black"/>
                </a:solidFill>
              </a:rPr>
              <a:pPr>
                <a:defRPr/>
              </a:pPr>
              <a:t>51</a:t>
            </a:fld>
            <a:endParaRPr lang="zh-CN" altLang="en-US">
              <a:solidFill>
                <a:prstClr val="black"/>
              </a:solidFill>
            </a:endParaRPr>
          </a:p>
        </p:txBody>
      </p:sp>
    </p:spTree>
    <p:extLst>
      <p:ext uri="{BB962C8B-B14F-4D97-AF65-F5344CB8AC3E}">
        <p14:creationId xmlns:p14="http://schemas.microsoft.com/office/powerpoint/2010/main" val="25124554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9162810D-A43B-4CDB-91D8-F4BAFF68E05E}" type="slidenum">
              <a:rPr lang="zh-CN" altLang="en-US" smtClean="0">
                <a:solidFill>
                  <a:prstClr val="black"/>
                </a:solidFill>
              </a:rPr>
              <a:pPr>
                <a:spcBef>
                  <a:spcPct val="0"/>
                </a:spcBef>
                <a:defRPr/>
              </a:pPr>
              <a:t>52</a:t>
            </a:fld>
            <a:endParaRPr lang="en-US" altLang="zh-CN">
              <a:solidFill>
                <a:prstClr val="black"/>
              </a:solidFill>
            </a:endParaRPr>
          </a:p>
        </p:txBody>
      </p:sp>
      <p:sp>
        <p:nvSpPr>
          <p:cNvPr id="544771" name="Rectangle 2"/>
          <p:cNvSpPr>
            <a:spLocks noGrp="1" noRot="1" noChangeAspect="1" noChangeArrowheads="1" noTextEdit="1"/>
          </p:cNvSpPr>
          <p:nvPr>
            <p:ph type="sldImg"/>
          </p:nvPr>
        </p:nvSpPr>
        <p:spPr>
          <a:xfrm>
            <a:off x="1028700" y="1181100"/>
            <a:ext cx="4252913" cy="3189288"/>
          </a:xfrm>
        </p:spPr>
      </p:sp>
      <p:sp>
        <p:nvSpPr>
          <p:cNvPr id="544772" name="Rectangle 3"/>
          <p:cNvSpPr>
            <a:spLocks noGrp="1" noChangeArrowheads="1"/>
          </p:cNvSpPr>
          <p:nvPr>
            <p:ph type="body" idx="1"/>
          </p:nvPr>
        </p:nvSpPr>
        <p:spPr>
          <a:noFill/>
        </p:spPr>
        <p:txBody>
          <a:bodyPr/>
          <a:lstStyle/>
          <a:p>
            <a:pPr defTabSz="862013"/>
            <a:endParaRPr lang="zh-CN" altLang="en-US" noProof="1"/>
          </a:p>
        </p:txBody>
      </p:sp>
    </p:spTree>
    <p:extLst>
      <p:ext uri="{BB962C8B-B14F-4D97-AF65-F5344CB8AC3E}">
        <p14:creationId xmlns:p14="http://schemas.microsoft.com/office/powerpoint/2010/main" val="3928308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幻灯片图像占位符 1"/>
          <p:cNvSpPr>
            <a:spLocks noGrp="1" noRot="1" noChangeAspect="1" noTextEdit="1"/>
          </p:cNvSpPr>
          <p:nvPr>
            <p:ph type="sldImg"/>
          </p:nvPr>
        </p:nvSpPr>
        <p:spPr/>
      </p:sp>
      <p:sp>
        <p:nvSpPr>
          <p:cNvPr id="546819" name="备注占位符 2"/>
          <p:cNvSpPr>
            <a:spLocks noGrp="1"/>
          </p:cNvSpPr>
          <p:nvPr>
            <p:ph type="body" idx="1"/>
          </p:nvPr>
        </p:nvSpPr>
        <p:spPr>
          <a:noFill/>
        </p:spPr>
        <p:txBody>
          <a:bodyPr/>
          <a:lstStyle/>
          <a:p>
            <a:endParaRPr lang="zh-CN" altLang="en-US"/>
          </a:p>
        </p:txBody>
      </p:sp>
      <p:sp>
        <p:nvSpPr>
          <p:cNvPr id="18022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F67CD038-341F-42B3-94D3-C1E10E938332}" type="slidenum">
              <a:rPr lang="zh-CN" altLang="en-US" smtClean="0">
                <a:solidFill>
                  <a:prstClr val="black"/>
                </a:solidFill>
                <a:latin typeface="Times New Roman" panose="02020603050405020304" pitchFamily="18" charset="0"/>
              </a:rPr>
              <a:pPr>
                <a:defRPr/>
              </a:pPr>
              <a:t>53</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8393904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DDC0275F-9054-498E-87EC-B497AC3BFBF6}" type="slidenum">
              <a:rPr lang="zh-CN" altLang="en-US" smtClean="0">
                <a:solidFill>
                  <a:prstClr val="black"/>
                </a:solidFill>
              </a:rPr>
              <a:pPr>
                <a:spcBef>
                  <a:spcPct val="0"/>
                </a:spcBef>
                <a:defRPr/>
              </a:pPr>
              <a:t>54</a:t>
            </a:fld>
            <a:endParaRPr lang="en-US" altLang="zh-CN">
              <a:solidFill>
                <a:prstClr val="black"/>
              </a:solidFill>
            </a:endParaRPr>
          </a:p>
        </p:txBody>
      </p:sp>
      <p:sp>
        <p:nvSpPr>
          <p:cNvPr id="548867" name="Rectangle 2"/>
          <p:cNvSpPr>
            <a:spLocks noGrp="1" noRot="1" noChangeAspect="1" noChangeArrowheads="1" noTextEdit="1"/>
          </p:cNvSpPr>
          <p:nvPr>
            <p:ph type="sldImg"/>
          </p:nvPr>
        </p:nvSpPr>
        <p:spPr/>
      </p:sp>
      <p:sp>
        <p:nvSpPr>
          <p:cNvPr id="548868" name="Rectangle 3"/>
          <p:cNvSpPr>
            <a:spLocks noGrp="1" noChangeArrowheads="1"/>
          </p:cNvSpPr>
          <p:nvPr>
            <p:ph type="body" idx="1"/>
          </p:nvPr>
        </p:nvSpPr>
        <p:spPr>
          <a:noFill/>
        </p:spPr>
        <p:txBody>
          <a:bodyPr/>
          <a:lstStyle/>
          <a:p>
            <a:pPr defTabSz="862013"/>
            <a:r>
              <a:rPr lang="zh-CN" altLang="en-US"/>
              <a:t>为什么只有</a:t>
            </a:r>
            <a:r>
              <a:rPr lang="en-US" altLang="zh-CN"/>
              <a:t>N</a:t>
            </a:r>
            <a:r>
              <a:rPr lang="zh-CN" altLang="en-US"/>
              <a:t>层调用</a:t>
            </a:r>
            <a:r>
              <a:rPr lang="en-US" altLang="zh-CN"/>
              <a:t>N+1</a:t>
            </a:r>
            <a:r>
              <a:rPr lang="zh-CN" altLang="en-US"/>
              <a:t>层，没有</a:t>
            </a:r>
            <a:r>
              <a:rPr lang="en-US" altLang="zh-CN"/>
              <a:t>N</a:t>
            </a:r>
            <a:r>
              <a:rPr lang="zh-CN" altLang="en-US"/>
              <a:t>层调用</a:t>
            </a:r>
            <a:r>
              <a:rPr lang="en-US" altLang="zh-CN"/>
              <a:t>N+x</a:t>
            </a:r>
            <a:r>
              <a:rPr lang="zh-CN" altLang="en-US"/>
              <a:t>层</a:t>
            </a:r>
            <a:endParaRPr lang="en-US" altLang="zh-CN"/>
          </a:p>
          <a:p>
            <a:pPr defTabSz="862013"/>
            <a:endParaRPr lang="en-US" altLang="zh-CN"/>
          </a:p>
          <a:p>
            <a:pPr defTabSz="862013"/>
            <a:r>
              <a:rPr lang="zh-CN" altLang="en-US"/>
              <a:t>原则就是所有的外层必须要在内存中，必须要有它的活动记录才行</a:t>
            </a:r>
            <a:endParaRPr lang="zh-CN" altLang="en-GB"/>
          </a:p>
        </p:txBody>
      </p:sp>
    </p:spTree>
    <p:extLst>
      <p:ext uri="{BB962C8B-B14F-4D97-AF65-F5344CB8AC3E}">
        <p14:creationId xmlns:p14="http://schemas.microsoft.com/office/powerpoint/2010/main" val="33362583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B792CD79-79CC-4BE2-B3BE-3C8739DA75D4}" type="slidenum">
              <a:rPr lang="zh-CN" altLang="en-US" smtClean="0">
                <a:solidFill>
                  <a:prstClr val="black"/>
                </a:solidFill>
              </a:rPr>
              <a:pPr>
                <a:spcBef>
                  <a:spcPct val="0"/>
                </a:spcBef>
                <a:defRPr/>
              </a:pPr>
              <a:t>55</a:t>
            </a:fld>
            <a:endParaRPr lang="en-US" altLang="zh-CN">
              <a:solidFill>
                <a:prstClr val="black"/>
              </a:solidFill>
            </a:endParaRPr>
          </a:p>
        </p:txBody>
      </p:sp>
      <p:sp>
        <p:nvSpPr>
          <p:cNvPr id="550915" name="Rectangle 2"/>
          <p:cNvSpPr>
            <a:spLocks noGrp="1" noRot="1" noChangeAspect="1" noChangeArrowheads="1" noTextEdit="1"/>
          </p:cNvSpPr>
          <p:nvPr>
            <p:ph type="sldImg"/>
          </p:nvPr>
        </p:nvSpPr>
        <p:spPr>
          <a:xfrm>
            <a:off x="1028700" y="1181100"/>
            <a:ext cx="4252913" cy="3189288"/>
          </a:xfrm>
        </p:spPr>
      </p:sp>
      <p:sp>
        <p:nvSpPr>
          <p:cNvPr id="550916" name="Rectangle 3"/>
          <p:cNvSpPr>
            <a:spLocks noGrp="1" noChangeArrowheads="1"/>
          </p:cNvSpPr>
          <p:nvPr>
            <p:ph type="body" idx="1"/>
          </p:nvPr>
        </p:nvSpPr>
        <p:spPr>
          <a:noFill/>
        </p:spPr>
        <p:txBody>
          <a:bodyPr/>
          <a:lstStyle/>
          <a:p>
            <a:pPr marL="0" lvl="1" defTabSz="862013"/>
            <a:r>
              <a:rPr lang="zh-CN" altLang="en-US"/>
              <a:t>静态链的问题：内层过程访问外层过程时，如果嵌套深度很大，尤其是差距很大的时候，需要沿着走一段很长的链路才能找到需要访问的数据，因此执行的效率就较低</a:t>
            </a:r>
            <a:endParaRPr lang="zh-CN" altLang="en-GB"/>
          </a:p>
          <a:p>
            <a:pPr marL="0" lvl="1" defTabSz="862013"/>
            <a:endParaRPr lang="en-US" altLang="zh-CN">
              <a:solidFill>
                <a:srgbClr val="CC0000"/>
              </a:solidFill>
            </a:endParaRPr>
          </a:p>
          <a:p>
            <a:pPr defTabSz="862013"/>
            <a:endParaRPr lang="en-US" altLang="en-US" noProof="1">
              <a:ea typeface="宋体" panose="02010600030101010101" pitchFamily="2" charset="-122"/>
            </a:endParaRPr>
          </a:p>
        </p:txBody>
      </p:sp>
    </p:spTree>
    <p:extLst>
      <p:ext uri="{BB962C8B-B14F-4D97-AF65-F5344CB8AC3E}">
        <p14:creationId xmlns:p14="http://schemas.microsoft.com/office/powerpoint/2010/main" val="11674836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64522934-B978-4F82-A21D-9B05A378CFFD}" type="slidenum">
              <a:rPr lang="zh-CN" altLang="en-US" smtClean="0">
                <a:solidFill>
                  <a:prstClr val="black"/>
                </a:solidFill>
              </a:rPr>
              <a:pPr>
                <a:spcBef>
                  <a:spcPct val="0"/>
                </a:spcBef>
                <a:defRPr/>
              </a:pPr>
              <a:t>56</a:t>
            </a:fld>
            <a:endParaRPr lang="en-US" altLang="zh-CN">
              <a:solidFill>
                <a:prstClr val="black"/>
              </a:solidFill>
            </a:endParaRPr>
          </a:p>
        </p:txBody>
      </p:sp>
      <p:sp>
        <p:nvSpPr>
          <p:cNvPr id="552963" name="Rectangle 2"/>
          <p:cNvSpPr>
            <a:spLocks noGrp="1" noRot="1" noChangeAspect="1" noChangeArrowheads="1" noTextEdit="1"/>
          </p:cNvSpPr>
          <p:nvPr>
            <p:ph type="sldImg"/>
          </p:nvPr>
        </p:nvSpPr>
        <p:spPr/>
      </p:sp>
      <p:sp>
        <p:nvSpPr>
          <p:cNvPr id="552964" name="Rectangle 3"/>
          <p:cNvSpPr>
            <a:spLocks noGrp="1" noChangeArrowheads="1"/>
          </p:cNvSpPr>
          <p:nvPr>
            <p:ph type="body" idx="1"/>
          </p:nvPr>
        </p:nvSpPr>
        <p:spPr>
          <a:noFill/>
        </p:spPr>
        <p:txBody>
          <a:bodyPr/>
          <a:lstStyle/>
          <a:p>
            <a:pPr defTabSz="862013"/>
            <a:r>
              <a:rPr lang="zh-CN" altLang="en-US"/>
              <a:t>这里是过程</a:t>
            </a:r>
            <a:r>
              <a:rPr lang="en-US" altLang="zh-CN"/>
              <a:t>R</a:t>
            </a:r>
            <a:r>
              <a:rPr lang="zh-CN" altLang="en-US"/>
              <a:t>在运行时候的</a:t>
            </a:r>
            <a:r>
              <a:rPr lang="en-US" altLang="zh-CN"/>
              <a:t>Display</a:t>
            </a:r>
            <a:r>
              <a:rPr lang="zh-CN" altLang="en-US"/>
              <a:t>表，就是放它所有外层，包括它自己的活动记录的起始地址，</a:t>
            </a:r>
            <a:endParaRPr lang="en-US" altLang="zh-CN"/>
          </a:p>
          <a:p>
            <a:pPr defTabSz="862013"/>
            <a:endParaRPr lang="en-US" altLang="zh-CN"/>
          </a:p>
          <a:p>
            <a:pPr defTabSz="862013"/>
            <a:r>
              <a:rPr lang="zh-CN" altLang="en-US"/>
              <a:t>因为每个变量的层数和偏移量都是已知的，如果要访问</a:t>
            </a:r>
            <a:r>
              <a:rPr lang="en-US" altLang="zh-CN"/>
              <a:t>0</a:t>
            </a:r>
            <a:r>
              <a:rPr lang="zh-CN" altLang="en-US"/>
              <a:t>层</a:t>
            </a:r>
            <a:r>
              <a:rPr lang="en-US" altLang="zh-CN"/>
              <a:t>dx</a:t>
            </a:r>
            <a:r>
              <a:rPr lang="zh-CN" altLang="en-US"/>
              <a:t>为偏移量的变量，就直接从</a:t>
            </a:r>
            <a:r>
              <a:rPr lang="en-US" altLang="zh-CN"/>
              <a:t>Display</a:t>
            </a:r>
            <a:r>
              <a:rPr lang="zh-CN" altLang="en-US"/>
              <a:t>表中找到第</a:t>
            </a:r>
            <a:r>
              <a:rPr lang="en-US" altLang="zh-CN"/>
              <a:t>0</a:t>
            </a:r>
            <a:r>
              <a:rPr lang="zh-CN" altLang="en-US"/>
              <a:t>层活动记录的起始地址，也就是第</a:t>
            </a:r>
            <a:r>
              <a:rPr lang="en-US" altLang="zh-CN"/>
              <a:t>0</a:t>
            </a:r>
            <a:r>
              <a:rPr lang="zh-CN" altLang="en-US"/>
              <a:t>项，然后给出偏移量就能找到对应变量的地址，一次访问即可，</a:t>
            </a:r>
            <a:endParaRPr lang="en-US" altLang="zh-CN"/>
          </a:p>
          <a:p>
            <a:pPr defTabSz="862013"/>
            <a:r>
              <a:rPr lang="zh-CN" altLang="en-US"/>
              <a:t>如果变量是第</a:t>
            </a:r>
            <a:r>
              <a:rPr lang="en-US" altLang="zh-CN"/>
              <a:t>0</a:t>
            </a:r>
            <a:r>
              <a:rPr lang="zh-CN" altLang="en-US"/>
              <a:t>层，就是第</a:t>
            </a:r>
            <a:r>
              <a:rPr lang="en-US" altLang="zh-CN"/>
              <a:t>0</a:t>
            </a:r>
            <a:r>
              <a:rPr lang="zh-CN" altLang="en-US"/>
              <a:t>项，第</a:t>
            </a:r>
            <a:r>
              <a:rPr lang="en-US" altLang="zh-CN"/>
              <a:t>1</a:t>
            </a:r>
            <a:r>
              <a:rPr lang="zh-CN" altLang="en-US"/>
              <a:t>层，就是第一项</a:t>
            </a:r>
            <a:endParaRPr lang="en-US" altLang="zh-CN"/>
          </a:p>
        </p:txBody>
      </p:sp>
    </p:spTree>
    <p:extLst>
      <p:ext uri="{BB962C8B-B14F-4D97-AF65-F5344CB8AC3E}">
        <p14:creationId xmlns:p14="http://schemas.microsoft.com/office/powerpoint/2010/main" val="11129518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幻灯片图像占位符 1"/>
          <p:cNvSpPr>
            <a:spLocks noGrp="1" noRot="1" noChangeAspect="1" noTextEdit="1"/>
          </p:cNvSpPr>
          <p:nvPr>
            <p:ph type="sldImg"/>
          </p:nvPr>
        </p:nvSpPr>
        <p:spPr/>
      </p:sp>
      <p:sp>
        <p:nvSpPr>
          <p:cNvPr id="555011" name="备注占位符 2"/>
          <p:cNvSpPr>
            <a:spLocks noGrp="1"/>
          </p:cNvSpPr>
          <p:nvPr>
            <p:ph type="body" idx="1"/>
          </p:nvPr>
        </p:nvSpPr>
        <p:spPr>
          <a:noFill/>
        </p:spPr>
        <p:txBody>
          <a:bodyPr/>
          <a:lstStyle/>
          <a:p>
            <a:endParaRPr lang="zh-CN" altLang="en-US"/>
          </a:p>
        </p:txBody>
      </p:sp>
      <p:sp>
        <p:nvSpPr>
          <p:cNvPr id="20480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8425EAC4-EEF8-4B78-88FF-EA40C615A77F}" type="slidenum">
              <a:rPr lang="zh-CN" altLang="en-US" smtClean="0">
                <a:solidFill>
                  <a:prstClr val="black"/>
                </a:solidFill>
                <a:latin typeface="Times New Roman" panose="02020603050405020304" pitchFamily="18" charset="0"/>
              </a:rPr>
              <a:pPr>
                <a:defRPr/>
              </a:pPr>
              <a:t>57</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15552573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幻灯片图像占位符 1"/>
          <p:cNvSpPr>
            <a:spLocks noGrp="1" noRot="1" noChangeAspect="1" noTextEdit="1"/>
          </p:cNvSpPr>
          <p:nvPr>
            <p:ph type="sldImg"/>
          </p:nvPr>
        </p:nvSpPr>
        <p:spPr/>
      </p:sp>
      <p:sp>
        <p:nvSpPr>
          <p:cNvPr id="557059" name="备注占位符 2"/>
          <p:cNvSpPr>
            <a:spLocks noGrp="1"/>
          </p:cNvSpPr>
          <p:nvPr>
            <p:ph type="body" idx="1"/>
          </p:nvPr>
        </p:nvSpPr>
        <p:spPr>
          <a:noFill/>
        </p:spPr>
        <p:txBody>
          <a:bodyPr/>
          <a:lstStyle/>
          <a:p>
            <a:endParaRPr lang="zh-CN" altLang="en-US" sz="1100">
              <a:solidFill>
                <a:srgbClr val="0070C0"/>
              </a:solidFill>
            </a:endParaRPr>
          </a:p>
        </p:txBody>
      </p:sp>
      <p:sp>
        <p:nvSpPr>
          <p:cNvPr id="206852"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F56B08FE-0930-454D-BD9A-7B4FD91FBAD3}" type="slidenum">
              <a:rPr lang="zh-CN" altLang="en-US" smtClean="0">
                <a:solidFill>
                  <a:prstClr val="black"/>
                </a:solidFill>
                <a:latin typeface="Times New Roman" panose="02020603050405020304" pitchFamily="18" charset="0"/>
              </a:rPr>
              <a:pPr>
                <a:defRPr/>
              </a:pPr>
              <a:t>58</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2805235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幻灯片图像占位符 1"/>
          <p:cNvSpPr>
            <a:spLocks noGrp="1" noRot="1" noChangeAspect="1" noTextEdit="1"/>
          </p:cNvSpPr>
          <p:nvPr>
            <p:ph type="sldImg"/>
          </p:nvPr>
        </p:nvSpPr>
        <p:spPr/>
      </p:sp>
      <p:sp>
        <p:nvSpPr>
          <p:cNvPr id="559107" name="备注占位符 2"/>
          <p:cNvSpPr>
            <a:spLocks noGrp="1"/>
          </p:cNvSpPr>
          <p:nvPr>
            <p:ph type="body" idx="1"/>
          </p:nvPr>
        </p:nvSpPr>
        <p:spPr>
          <a:noFill/>
        </p:spPr>
        <p:txBody>
          <a:bodyPr/>
          <a:lstStyle/>
          <a:p>
            <a:endParaRPr lang="zh-CN" altLang="en-US"/>
          </a:p>
        </p:txBody>
      </p:sp>
      <p:sp>
        <p:nvSpPr>
          <p:cNvPr id="20890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8411B30B-4028-4FEB-A130-CF473F3EE2B7}" type="slidenum">
              <a:rPr lang="zh-CN" altLang="en-US" smtClean="0">
                <a:solidFill>
                  <a:prstClr val="black"/>
                </a:solidFill>
                <a:latin typeface="Times New Roman" panose="02020603050405020304" pitchFamily="18" charset="0"/>
              </a:rPr>
              <a:pPr>
                <a:defRPr/>
              </a:pPr>
              <a:t>59</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11802664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幻灯片图像占位符 1"/>
          <p:cNvSpPr>
            <a:spLocks noGrp="1" noRot="1" noChangeAspect="1" noTextEdit="1"/>
          </p:cNvSpPr>
          <p:nvPr>
            <p:ph type="sldImg"/>
          </p:nvPr>
        </p:nvSpPr>
        <p:spPr/>
      </p:sp>
      <p:sp>
        <p:nvSpPr>
          <p:cNvPr id="561155" name="备注占位符 2"/>
          <p:cNvSpPr>
            <a:spLocks noGrp="1"/>
          </p:cNvSpPr>
          <p:nvPr>
            <p:ph type="body" idx="1"/>
          </p:nvPr>
        </p:nvSpPr>
        <p:spPr>
          <a:noFill/>
        </p:spPr>
        <p:txBody>
          <a:bodyPr/>
          <a:lstStyle/>
          <a:p>
            <a:r>
              <a:rPr lang="zh-CN" altLang="en-US"/>
              <a:t>如果</a:t>
            </a:r>
            <a:r>
              <a:rPr lang="en-US" altLang="zh-CN"/>
              <a:t>P1</a:t>
            </a:r>
            <a:r>
              <a:rPr lang="zh-CN" altLang="en-US"/>
              <a:t>和</a:t>
            </a:r>
            <a:r>
              <a:rPr lang="en-US" altLang="zh-CN"/>
              <a:t>P2</a:t>
            </a:r>
            <a:r>
              <a:rPr lang="zh-CN" altLang="en-US"/>
              <a:t>差距的层数超过</a:t>
            </a:r>
            <a:r>
              <a:rPr lang="en-US" altLang="zh-CN"/>
              <a:t>1</a:t>
            </a:r>
            <a:r>
              <a:rPr lang="zh-CN" altLang="en-US"/>
              <a:t>，情况和这个情况是一样的</a:t>
            </a:r>
          </a:p>
        </p:txBody>
      </p:sp>
      <p:sp>
        <p:nvSpPr>
          <p:cNvPr id="21094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67622EC6-600A-4850-9B34-BCC17B2E0524}" type="slidenum">
              <a:rPr lang="zh-CN" altLang="en-US" smtClean="0">
                <a:solidFill>
                  <a:prstClr val="black"/>
                </a:solidFill>
                <a:latin typeface="Times New Roman" panose="02020603050405020304" pitchFamily="18" charset="0"/>
              </a:rPr>
              <a:pPr>
                <a:defRPr/>
              </a:pPr>
              <a:t>60</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18018900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幻灯片图像占位符 1"/>
          <p:cNvSpPr>
            <a:spLocks noGrp="1" noRot="1" noChangeAspect="1" noTextEdit="1"/>
          </p:cNvSpPr>
          <p:nvPr>
            <p:ph type="sldImg"/>
          </p:nvPr>
        </p:nvSpPr>
        <p:spPr/>
      </p:sp>
      <p:sp>
        <p:nvSpPr>
          <p:cNvPr id="563203" name="备注占位符 2"/>
          <p:cNvSpPr>
            <a:spLocks noGrp="1"/>
          </p:cNvSpPr>
          <p:nvPr>
            <p:ph type="body" idx="1"/>
          </p:nvPr>
        </p:nvSpPr>
        <p:spPr>
          <a:noFill/>
        </p:spPr>
        <p:txBody>
          <a:bodyPr/>
          <a:lstStyle/>
          <a:p>
            <a:endParaRPr lang="zh-CN" altLang="en-US"/>
          </a:p>
        </p:txBody>
      </p:sp>
      <p:sp>
        <p:nvSpPr>
          <p:cNvPr id="20480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F41864DE-BCE5-4F62-853D-92F20D47D51A}" type="slidenum">
              <a:rPr lang="zh-CN" altLang="en-US" smtClean="0">
                <a:solidFill>
                  <a:prstClr val="black"/>
                </a:solidFill>
                <a:latin typeface="Times New Roman" panose="02020603050405020304" pitchFamily="18" charset="0"/>
              </a:rPr>
              <a:pPr>
                <a:defRPr/>
              </a:pPr>
              <a:t>61</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1173451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幻灯片图像占位符 1"/>
          <p:cNvSpPr>
            <a:spLocks noGrp="1" noRot="1" noChangeAspect="1" noTextEdit="1"/>
          </p:cNvSpPr>
          <p:nvPr>
            <p:ph type="sldImg"/>
          </p:nvPr>
        </p:nvSpPr>
        <p:spPr/>
      </p:sp>
      <p:sp>
        <p:nvSpPr>
          <p:cNvPr id="565251" name="备注占位符 2"/>
          <p:cNvSpPr>
            <a:spLocks noGrp="1"/>
          </p:cNvSpPr>
          <p:nvPr>
            <p:ph type="body" idx="1"/>
          </p:nvPr>
        </p:nvSpPr>
        <p:spPr>
          <a:noFill/>
        </p:spPr>
        <p:txBody>
          <a:bodyPr/>
          <a:lstStyle/>
          <a:p>
            <a:pPr defTabSz="862013"/>
            <a:r>
              <a:rPr lang="zh-CN" altLang="en-US"/>
              <a:t>红色的</a:t>
            </a:r>
            <a:r>
              <a:rPr lang="en-US" altLang="zh-CN"/>
              <a:t>Display</a:t>
            </a:r>
            <a:r>
              <a:rPr lang="zh-CN" altLang="en-US"/>
              <a:t>表示就是被调用过程的</a:t>
            </a:r>
            <a:r>
              <a:rPr lang="en-US" altLang="zh-CN"/>
              <a:t>Display</a:t>
            </a:r>
            <a:r>
              <a:rPr lang="zh-CN" altLang="en-US"/>
              <a:t>表，也就是即将执行的过程的</a:t>
            </a:r>
            <a:r>
              <a:rPr lang="en-US" altLang="zh-CN"/>
              <a:t>Display</a:t>
            </a:r>
            <a:r>
              <a:rPr lang="zh-CN" altLang="en-US"/>
              <a:t>表</a:t>
            </a:r>
            <a:endParaRPr lang="en-US" altLang="zh-CN"/>
          </a:p>
          <a:p>
            <a:pPr defTabSz="862013">
              <a:spcBef>
                <a:spcPts val="575"/>
              </a:spcBef>
            </a:pPr>
            <a:r>
              <a:rPr lang="zh-CN" altLang="en-US" noProof="1"/>
              <a:t>把</a:t>
            </a:r>
            <a:r>
              <a:rPr lang="en-US" altLang="zh-CN" noProof="1"/>
              <a:t>(d+k)[SP]</a:t>
            </a:r>
            <a:r>
              <a:rPr lang="zh-CN" altLang="en-US" noProof="1"/>
              <a:t>这个单元的内容</a:t>
            </a:r>
            <a:r>
              <a:rPr lang="en-US" altLang="zh-CN" noProof="1"/>
              <a:t>Load</a:t>
            </a:r>
            <a:r>
              <a:rPr lang="zh-CN" altLang="en-US" noProof="1"/>
              <a:t>到</a:t>
            </a:r>
            <a:r>
              <a:rPr lang="en-US" altLang="zh-CN" noProof="1"/>
              <a:t>R1</a:t>
            </a:r>
            <a:r>
              <a:rPr lang="zh-CN" altLang="en-US" noProof="1"/>
              <a:t>中，</a:t>
            </a:r>
            <a:r>
              <a:rPr lang="en-US" altLang="zh-CN" noProof="1"/>
              <a:t>d</a:t>
            </a:r>
            <a:r>
              <a:rPr lang="zh-CN" altLang="en-US" noProof="1"/>
              <a:t>表示</a:t>
            </a:r>
            <a:r>
              <a:rPr lang="en-US" altLang="zh-CN" noProof="1"/>
              <a:t>Display</a:t>
            </a:r>
            <a:r>
              <a:rPr lang="zh-CN" altLang="en-US" noProof="1"/>
              <a:t>的起点，再加上</a:t>
            </a:r>
            <a:r>
              <a:rPr lang="en-US" altLang="zh-CN" noProof="1"/>
              <a:t>k</a:t>
            </a:r>
            <a:r>
              <a:rPr lang="zh-CN" altLang="en-US" noProof="1"/>
              <a:t>项就是第</a:t>
            </a:r>
            <a:r>
              <a:rPr lang="en-US" altLang="zh-CN" noProof="1"/>
              <a:t>k</a:t>
            </a:r>
            <a:r>
              <a:rPr lang="zh-CN" altLang="en-US" noProof="1"/>
              <a:t>层活动记录的起始地址，放到</a:t>
            </a:r>
            <a:r>
              <a:rPr lang="en-US" altLang="zh-CN" noProof="1"/>
              <a:t>R1</a:t>
            </a:r>
            <a:r>
              <a:rPr lang="zh-CN" altLang="en-US" noProof="1"/>
              <a:t>中</a:t>
            </a:r>
            <a:endParaRPr lang="zh-CN" altLang="zh-CN" noProof="1"/>
          </a:p>
          <a:p>
            <a:pPr defTabSz="862013">
              <a:spcBef>
                <a:spcPts val="575"/>
              </a:spcBef>
            </a:pPr>
            <a:r>
              <a:rPr lang="en-US" altLang="zh-CN" noProof="1"/>
              <a:t>X</a:t>
            </a:r>
            <a:r>
              <a:rPr lang="zh-CN" altLang="en-US" noProof="1"/>
              <a:t>这个变量就是在这个活动记录中，</a:t>
            </a:r>
            <a:r>
              <a:rPr lang="en-US" altLang="zh-CN" noProof="1"/>
              <a:t>R1</a:t>
            </a:r>
            <a:r>
              <a:rPr lang="zh-CN" altLang="en-US" noProof="1"/>
              <a:t>是个地址，再把这个地址加上便宜量</a:t>
            </a:r>
            <a:r>
              <a:rPr lang="en-US" altLang="zh-CN" noProof="1"/>
              <a:t>dx</a:t>
            </a:r>
            <a:r>
              <a:rPr lang="zh-CN" altLang="en-US" noProof="1"/>
              <a:t>，取它的内容，就是当前变量</a:t>
            </a:r>
            <a:r>
              <a:rPr lang="en-US" altLang="zh-CN" noProof="1"/>
              <a:t>X</a:t>
            </a:r>
            <a:r>
              <a:rPr lang="zh-CN" altLang="en-US" noProof="1"/>
              <a:t>的地址</a:t>
            </a:r>
            <a:endParaRPr lang="zh-CN" altLang="zh-CN" noProof="1"/>
          </a:p>
        </p:txBody>
      </p:sp>
      <p:sp>
        <p:nvSpPr>
          <p:cNvPr id="21504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36239E09-7E2E-4A3A-AEEC-BD0AE2A7368E}" type="slidenum">
              <a:rPr lang="zh-CN" altLang="en-US" smtClean="0">
                <a:solidFill>
                  <a:prstClr val="black"/>
                </a:solidFill>
                <a:latin typeface="Times New Roman" panose="02020603050405020304" pitchFamily="18" charset="0"/>
              </a:rPr>
              <a:pPr>
                <a:defRPr/>
              </a:pPr>
              <a:t>62</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23780244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2F1422B6-13C6-4554-BE69-6FE353A44CED}" type="slidenum">
              <a:rPr lang="zh-CN" altLang="en-US" smtClean="0">
                <a:solidFill>
                  <a:prstClr val="black"/>
                </a:solidFill>
              </a:rPr>
              <a:pPr>
                <a:spcBef>
                  <a:spcPct val="0"/>
                </a:spcBef>
                <a:defRPr/>
              </a:pPr>
              <a:t>63</a:t>
            </a:fld>
            <a:endParaRPr lang="en-US" altLang="zh-CN">
              <a:solidFill>
                <a:prstClr val="black"/>
              </a:solidFill>
            </a:endParaRPr>
          </a:p>
        </p:txBody>
      </p:sp>
      <p:sp>
        <p:nvSpPr>
          <p:cNvPr id="567299" name="Rectangle 2"/>
          <p:cNvSpPr>
            <a:spLocks noGrp="1" noRot="1" noChangeAspect="1" noChangeArrowheads="1" noTextEdit="1"/>
          </p:cNvSpPr>
          <p:nvPr>
            <p:ph type="sldImg"/>
          </p:nvPr>
        </p:nvSpPr>
        <p:spPr>
          <a:xfrm>
            <a:off x="1028700" y="1181100"/>
            <a:ext cx="4252913" cy="3189288"/>
          </a:xfrm>
        </p:spPr>
      </p:sp>
      <p:sp>
        <p:nvSpPr>
          <p:cNvPr id="567300" name="Rectangle 3"/>
          <p:cNvSpPr>
            <a:spLocks noGrp="1" noChangeArrowheads="1"/>
          </p:cNvSpPr>
          <p:nvPr>
            <p:ph type="body" idx="1"/>
          </p:nvPr>
        </p:nvSpPr>
        <p:spPr>
          <a:noFill/>
        </p:spPr>
        <p:txBody>
          <a:bodyPr/>
          <a:lstStyle/>
          <a:p>
            <a:pPr defTabSz="862013"/>
            <a:endParaRPr lang="en-US" altLang="zh-CN"/>
          </a:p>
        </p:txBody>
      </p:sp>
    </p:spTree>
    <p:extLst>
      <p:ext uri="{BB962C8B-B14F-4D97-AF65-F5344CB8AC3E}">
        <p14:creationId xmlns:p14="http://schemas.microsoft.com/office/powerpoint/2010/main" val="636607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D739BF30-ADB2-4A87-B5A2-544DA36BC2EA}" type="slidenum">
              <a:rPr lang="zh-CN" altLang="en-US" smtClean="0">
                <a:solidFill>
                  <a:prstClr val="black"/>
                </a:solidFill>
              </a:rPr>
              <a:pPr>
                <a:spcBef>
                  <a:spcPct val="0"/>
                </a:spcBef>
                <a:defRPr/>
              </a:pPr>
              <a:t>64</a:t>
            </a:fld>
            <a:endParaRPr lang="en-US" altLang="zh-CN">
              <a:solidFill>
                <a:prstClr val="black"/>
              </a:solidFill>
            </a:endParaRPr>
          </a:p>
        </p:txBody>
      </p:sp>
      <p:sp>
        <p:nvSpPr>
          <p:cNvPr id="569347" name="Rectangle 2"/>
          <p:cNvSpPr>
            <a:spLocks noGrp="1" noRot="1" noChangeAspect="1" noChangeArrowheads="1" noTextEdit="1"/>
          </p:cNvSpPr>
          <p:nvPr>
            <p:ph type="sldImg"/>
          </p:nvPr>
        </p:nvSpPr>
        <p:spPr/>
      </p:sp>
      <p:sp>
        <p:nvSpPr>
          <p:cNvPr id="569348" name="Rectangle 3"/>
          <p:cNvSpPr>
            <a:spLocks noGrp="1" noChangeArrowheads="1"/>
          </p:cNvSpPr>
          <p:nvPr>
            <p:ph type="body" idx="1"/>
          </p:nvPr>
        </p:nvSpPr>
        <p:spPr>
          <a:noFill/>
        </p:spPr>
        <p:txBody>
          <a:bodyPr/>
          <a:lstStyle/>
          <a:p>
            <a:pPr defTabSz="862013"/>
            <a:r>
              <a:rPr lang="zh-CN" altLang="en-US"/>
              <a:t>变量都是以层数</a:t>
            </a:r>
            <a:r>
              <a:rPr lang="en-US" altLang="zh-CN"/>
              <a:t>+</a:t>
            </a:r>
            <a:r>
              <a:rPr lang="zh-CN" altLang="en-US"/>
              <a:t>在活动记录中的偏移量</a:t>
            </a:r>
            <a:endParaRPr lang="en-US" altLang="zh-CN"/>
          </a:p>
          <a:p>
            <a:pPr defTabSz="862013"/>
            <a:endParaRPr lang="en-US" altLang="zh-CN"/>
          </a:p>
          <a:p>
            <a:pPr defTabSz="862013"/>
            <a:r>
              <a:rPr lang="zh-CN" altLang="en-US"/>
              <a:t>主程序没有参数，因此就不预留参数个数和形式单元了</a:t>
            </a:r>
            <a:endParaRPr lang="en-US" altLang="zh-CN"/>
          </a:p>
        </p:txBody>
      </p:sp>
    </p:spTree>
    <p:extLst>
      <p:ext uri="{BB962C8B-B14F-4D97-AF65-F5344CB8AC3E}">
        <p14:creationId xmlns:p14="http://schemas.microsoft.com/office/powerpoint/2010/main" val="4585699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E5EE8341-5D09-4FD6-B6DA-3DBC1F7A01A8}" type="slidenum">
              <a:rPr lang="zh-CN" altLang="en-US" smtClean="0">
                <a:solidFill>
                  <a:prstClr val="black"/>
                </a:solidFill>
              </a:rPr>
              <a:pPr>
                <a:spcBef>
                  <a:spcPct val="0"/>
                </a:spcBef>
                <a:defRPr/>
              </a:pPr>
              <a:t>65</a:t>
            </a:fld>
            <a:endParaRPr lang="en-US" altLang="zh-CN">
              <a:solidFill>
                <a:prstClr val="black"/>
              </a:solidFill>
            </a:endParaRPr>
          </a:p>
        </p:txBody>
      </p:sp>
      <p:sp>
        <p:nvSpPr>
          <p:cNvPr id="571395" name="Rectangle 2"/>
          <p:cNvSpPr>
            <a:spLocks noGrp="1" noRot="1" noChangeAspect="1" noChangeArrowheads="1" noTextEdit="1"/>
          </p:cNvSpPr>
          <p:nvPr>
            <p:ph type="sldImg"/>
          </p:nvPr>
        </p:nvSpPr>
        <p:spPr/>
      </p:sp>
      <p:sp>
        <p:nvSpPr>
          <p:cNvPr id="571396" name="Rectangle 3"/>
          <p:cNvSpPr>
            <a:spLocks noGrp="1" noChangeArrowheads="1"/>
          </p:cNvSpPr>
          <p:nvPr>
            <p:ph type="body" idx="1"/>
          </p:nvPr>
        </p:nvSpPr>
        <p:spPr>
          <a:noFill/>
        </p:spPr>
        <p:txBody>
          <a:bodyPr/>
          <a:lstStyle/>
          <a:p>
            <a:pPr defTabSz="862013"/>
            <a:endParaRPr lang="en-US" altLang="zh-CN"/>
          </a:p>
        </p:txBody>
      </p:sp>
    </p:spTree>
    <p:extLst>
      <p:ext uri="{BB962C8B-B14F-4D97-AF65-F5344CB8AC3E}">
        <p14:creationId xmlns:p14="http://schemas.microsoft.com/office/powerpoint/2010/main" val="27613609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95216551-BB45-47C0-B1A1-FDFC09F4EF73}" type="slidenum">
              <a:rPr lang="zh-CN" altLang="en-US" smtClean="0">
                <a:solidFill>
                  <a:prstClr val="black"/>
                </a:solidFill>
              </a:rPr>
              <a:pPr>
                <a:spcBef>
                  <a:spcPct val="0"/>
                </a:spcBef>
                <a:defRPr/>
              </a:pPr>
              <a:t>66</a:t>
            </a:fld>
            <a:endParaRPr lang="en-US" altLang="zh-CN">
              <a:solidFill>
                <a:prstClr val="black"/>
              </a:solidFill>
            </a:endParaRPr>
          </a:p>
        </p:txBody>
      </p:sp>
      <p:sp>
        <p:nvSpPr>
          <p:cNvPr id="573443" name="Rectangle 2"/>
          <p:cNvSpPr>
            <a:spLocks noGrp="1" noRot="1" noChangeAspect="1" noChangeArrowheads="1" noTextEdit="1"/>
          </p:cNvSpPr>
          <p:nvPr>
            <p:ph type="sldImg"/>
          </p:nvPr>
        </p:nvSpPr>
        <p:spPr/>
      </p:sp>
      <p:sp>
        <p:nvSpPr>
          <p:cNvPr id="573444" name="Rectangle 3"/>
          <p:cNvSpPr>
            <a:spLocks noGrp="1" noChangeArrowheads="1"/>
          </p:cNvSpPr>
          <p:nvPr>
            <p:ph type="body" idx="1"/>
          </p:nvPr>
        </p:nvSpPr>
        <p:spPr>
          <a:noFill/>
        </p:spPr>
        <p:txBody>
          <a:bodyPr/>
          <a:lstStyle/>
          <a:p>
            <a:pPr defTabSz="862013"/>
            <a:endParaRPr lang="en-US" altLang="zh-CN"/>
          </a:p>
        </p:txBody>
      </p:sp>
    </p:spTree>
    <p:extLst>
      <p:ext uri="{BB962C8B-B14F-4D97-AF65-F5344CB8AC3E}">
        <p14:creationId xmlns:p14="http://schemas.microsoft.com/office/powerpoint/2010/main" val="299980780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672717D7-9705-4A9B-A5FC-58A2E1E7C5BB}" type="slidenum">
              <a:rPr lang="zh-CN" altLang="en-US" smtClean="0">
                <a:solidFill>
                  <a:prstClr val="black"/>
                </a:solidFill>
              </a:rPr>
              <a:pPr>
                <a:spcBef>
                  <a:spcPct val="0"/>
                </a:spcBef>
                <a:defRPr/>
              </a:pPr>
              <a:t>67</a:t>
            </a:fld>
            <a:endParaRPr lang="en-US" altLang="zh-CN">
              <a:solidFill>
                <a:prstClr val="black"/>
              </a:solidFill>
            </a:endParaRPr>
          </a:p>
        </p:txBody>
      </p:sp>
      <p:sp>
        <p:nvSpPr>
          <p:cNvPr id="575491" name="Rectangle 2"/>
          <p:cNvSpPr>
            <a:spLocks noGrp="1" noRot="1" noChangeAspect="1" noChangeArrowheads="1" noTextEdit="1"/>
          </p:cNvSpPr>
          <p:nvPr>
            <p:ph type="sldImg"/>
          </p:nvPr>
        </p:nvSpPr>
        <p:spPr/>
      </p:sp>
      <p:sp>
        <p:nvSpPr>
          <p:cNvPr id="575492" name="Rectangle 3"/>
          <p:cNvSpPr>
            <a:spLocks noGrp="1" noChangeArrowheads="1"/>
          </p:cNvSpPr>
          <p:nvPr>
            <p:ph type="body" idx="1"/>
          </p:nvPr>
        </p:nvSpPr>
        <p:spPr>
          <a:noFill/>
        </p:spPr>
        <p:txBody>
          <a:bodyPr/>
          <a:lstStyle/>
          <a:p>
            <a:pPr eaLnBrk="1" hangingPunct="1"/>
            <a:endParaRPr lang="en-US" altLang="zh-CN"/>
          </a:p>
        </p:txBody>
      </p:sp>
    </p:spTree>
    <p:extLst>
      <p:ext uri="{BB962C8B-B14F-4D97-AF65-F5344CB8AC3E}">
        <p14:creationId xmlns:p14="http://schemas.microsoft.com/office/powerpoint/2010/main" val="36832414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Times New Roman" panose="02020603050405020304" pitchFamily="18" charset="0"/>
                <a:ea typeface="宋体" panose="02010600030101010101" pitchFamily="2" charset="-122"/>
              </a:defRPr>
            </a:lvl1pPr>
            <a:lvl2pPr marL="698969" indent="-267913">
              <a:spcBef>
                <a:spcPct val="30000"/>
              </a:spcBef>
              <a:defRPr sz="1100">
                <a:solidFill>
                  <a:schemeClr val="tx1"/>
                </a:solidFill>
                <a:latin typeface="Times New Roman" panose="02020603050405020304" pitchFamily="18" charset="0"/>
                <a:ea typeface="宋体" panose="02010600030101010101" pitchFamily="2" charset="-122"/>
              </a:defRPr>
            </a:lvl2pPr>
            <a:lvl3pPr marL="1076144" indent="-214031">
              <a:spcBef>
                <a:spcPct val="30000"/>
              </a:spcBef>
              <a:defRPr sz="1100">
                <a:solidFill>
                  <a:schemeClr val="tx1"/>
                </a:solidFill>
                <a:latin typeface="Times New Roman" panose="02020603050405020304" pitchFamily="18" charset="0"/>
                <a:ea typeface="宋体" panose="02010600030101010101" pitchFamily="2" charset="-122"/>
              </a:defRPr>
            </a:lvl3pPr>
            <a:lvl4pPr marL="1507200" indent="-214031">
              <a:spcBef>
                <a:spcPct val="30000"/>
              </a:spcBef>
              <a:defRPr sz="1100">
                <a:solidFill>
                  <a:schemeClr val="tx1"/>
                </a:solidFill>
                <a:latin typeface="Times New Roman" panose="02020603050405020304" pitchFamily="18" charset="0"/>
                <a:ea typeface="宋体" panose="02010600030101010101" pitchFamily="2" charset="-122"/>
              </a:defRPr>
            </a:lvl4pPr>
            <a:lvl5pPr marL="1938256" indent="-214031">
              <a:spcBef>
                <a:spcPct val="30000"/>
              </a:spcBef>
              <a:defRPr sz="1100">
                <a:solidFill>
                  <a:schemeClr val="tx1"/>
                </a:solidFill>
                <a:latin typeface="Times New Roman" panose="02020603050405020304" pitchFamily="18" charset="0"/>
                <a:ea typeface="宋体" panose="02010600030101010101" pitchFamily="2" charset="-122"/>
              </a:defRPr>
            </a:lvl5pPr>
            <a:lvl6pPr marL="2369312"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6pPr>
            <a:lvl7pPr marL="2800368"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7pPr>
            <a:lvl8pPr marL="3231424"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8pPr>
            <a:lvl9pPr marL="3662480" indent="-214031" eaLnBrk="0" fontAlgn="base" hangingPunct="0">
              <a:spcBef>
                <a:spcPct val="30000"/>
              </a:spcBef>
              <a:spcAft>
                <a:spcPct val="0"/>
              </a:spcAft>
              <a:defRPr sz="1100">
                <a:solidFill>
                  <a:schemeClr val="tx1"/>
                </a:solidFill>
                <a:latin typeface="Times New Roman" panose="02020603050405020304" pitchFamily="18" charset="0"/>
                <a:ea typeface="宋体" panose="02010600030101010101" pitchFamily="2" charset="-122"/>
              </a:defRPr>
            </a:lvl9pPr>
          </a:lstStyle>
          <a:p>
            <a:pPr>
              <a:spcBef>
                <a:spcPct val="0"/>
              </a:spcBef>
              <a:defRPr/>
            </a:pPr>
            <a:fld id="{7CA12FBF-EA5D-4386-8EAB-D656CF8E7F03}" type="slidenum">
              <a:rPr lang="zh-CN" altLang="en-US" smtClean="0">
                <a:solidFill>
                  <a:prstClr val="black"/>
                </a:solidFill>
              </a:rPr>
              <a:pPr>
                <a:spcBef>
                  <a:spcPct val="0"/>
                </a:spcBef>
                <a:defRPr/>
              </a:pPr>
              <a:t>68</a:t>
            </a:fld>
            <a:endParaRPr lang="en-US" altLang="zh-CN">
              <a:solidFill>
                <a:prstClr val="black"/>
              </a:solidFill>
            </a:endParaRPr>
          </a:p>
        </p:txBody>
      </p:sp>
      <p:sp>
        <p:nvSpPr>
          <p:cNvPr id="577539" name="Rectangle 2"/>
          <p:cNvSpPr>
            <a:spLocks noGrp="1" noRot="1" noChangeAspect="1" noChangeArrowheads="1" noTextEdit="1"/>
          </p:cNvSpPr>
          <p:nvPr>
            <p:ph type="sldImg"/>
          </p:nvPr>
        </p:nvSpPr>
        <p:spPr/>
      </p:sp>
      <p:sp>
        <p:nvSpPr>
          <p:cNvPr id="577540" name="Rectangle 3"/>
          <p:cNvSpPr>
            <a:spLocks noGrp="1" noChangeArrowheads="1"/>
          </p:cNvSpPr>
          <p:nvPr>
            <p:ph type="body" idx="1"/>
          </p:nvPr>
        </p:nvSpPr>
        <p:spPr>
          <a:noFill/>
        </p:spPr>
        <p:txBody>
          <a:bodyPr/>
          <a:lstStyle/>
          <a:p>
            <a:pPr eaLnBrk="1" hangingPunct="1"/>
            <a:endParaRPr lang="en-GB" altLang="zh-CN"/>
          </a:p>
        </p:txBody>
      </p:sp>
    </p:spTree>
    <p:extLst>
      <p:ext uri="{BB962C8B-B14F-4D97-AF65-F5344CB8AC3E}">
        <p14:creationId xmlns:p14="http://schemas.microsoft.com/office/powerpoint/2010/main" val="20905243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幻灯片图像占位符 1"/>
          <p:cNvSpPr>
            <a:spLocks noGrp="1" noRot="1" noChangeAspect="1" noTextEdit="1"/>
          </p:cNvSpPr>
          <p:nvPr>
            <p:ph type="sldImg"/>
          </p:nvPr>
        </p:nvSpPr>
        <p:spPr/>
      </p:sp>
      <p:sp>
        <p:nvSpPr>
          <p:cNvPr id="579587" name="备注占位符 2"/>
          <p:cNvSpPr>
            <a:spLocks noGrp="1"/>
          </p:cNvSpPr>
          <p:nvPr>
            <p:ph type="body" idx="1"/>
          </p:nvPr>
        </p:nvSpPr>
        <p:spPr>
          <a:noFill/>
        </p:spPr>
        <p:txBody>
          <a:bodyPr/>
          <a:lstStyle/>
          <a:p>
            <a:endParaRPr lang="zh-CN" altLang="en-US"/>
          </a:p>
        </p:txBody>
      </p:sp>
      <p:sp>
        <p:nvSpPr>
          <p:cNvPr id="12083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424B9E2C-D1B9-4D33-88D7-0619A77FB2B7}" type="slidenum">
              <a:rPr lang="zh-CN" altLang="en-US" smtClean="0">
                <a:solidFill>
                  <a:prstClr val="black"/>
                </a:solidFill>
                <a:latin typeface="Times New Roman" panose="02020603050405020304" pitchFamily="18" charset="0"/>
              </a:rPr>
              <a:pPr>
                <a:defRPr/>
              </a:pPr>
              <a:t>69</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39727651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幻灯片图像占位符 1"/>
          <p:cNvSpPr>
            <a:spLocks noGrp="1" noRot="1" noChangeAspect="1" noTextEdit="1"/>
          </p:cNvSpPr>
          <p:nvPr>
            <p:ph type="sldImg"/>
          </p:nvPr>
        </p:nvSpPr>
        <p:spPr/>
      </p:sp>
      <p:sp>
        <p:nvSpPr>
          <p:cNvPr id="581635" name="备注占位符 2"/>
          <p:cNvSpPr>
            <a:spLocks noGrp="1"/>
          </p:cNvSpPr>
          <p:nvPr>
            <p:ph type="body" idx="1"/>
          </p:nvPr>
        </p:nvSpPr>
        <p:spPr>
          <a:noFill/>
        </p:spPr>
        <p:txBody>
          <a:bodyPr/>
          <a:lstStyle/>
          <a:p>
            <a:endParaRPr lang="zh-CN" altLang="en-US"/>
          </a:p>
        </p:txBody>
      </p:sp>
      <p:sp>
        <p:nvSpPr>
          <p:cNvPr id="229380"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2E5F3A05-E1B5-40DB-8B23-2E35709A94EB}" type="slidenum">
              <a:rPr lang="zh-CN" altLang="en-US" smtClean="0">
                <a:solidFill>
                  <a:prstClr val="black"/>
                </a:solidFill>
                <a:latin typeface="Times New Roman" panose="02020603050405020304" pitchFamily="18" charset="0"/>
              </a:rPr>
              <a:pPr>
                <a:defRPr/>
              </a:pPr>
              <a:t>70</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28867521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幻灯片图像占位符 1"/>
          <p:cNvSpPr>
            <a:spLocks noGrp="1" noRot="1" noChangeAspect="1" noTextEdit="1"/>
          </p:cNvSpPr>
          <p:nvPr>
            <p:ph type="sldImg"/>
          </p:nvPr>
        </p:nvSpPr>
        <p:spPr/>
      </p:sp>
      <p:sp>
        <p:nvSpPr>
          <p:cNvPr id="583683" name="备注占位符 2"/>
          <p:cNvSpPr>
            <a:spLocks noGrp="1"/>
          </p:cNvSpPr>
          <p:nvPr>
            <p:ph type="body" idx="1"/>
          </p:nvPr>
        </p:nvSpPr>
        <p:spPr>
          <a:noFill/>
        </p:spPr>
        <p:txBody>
          <a:bodyPr/>
          <a:lstStyle/>
          <a:p>
            <a:endParaRPr lang="zh-CN" altLang="en-US"/>
          </a:p>
        </p:txBody>
      </p:sp>
      <p:sp>
        <p:nvSpPr>
          <p:cNvPr id="231428"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C91701B6-3A34-48C7-AB74-143096B8F903}" type="slidenum">
              <a:rPr lang="zh-CN" altLang="en-US" smtClean="0">
                <a:solidFill>
                  <a:prstClr val="black"/>
                </a:solidFill>
                <a:latin typeface="Times New Roman" panose="02020603050405020304" pitchFamily="18" charset="0"/>
              </a:rPr>
              <a:pPr>
                <a:defRPr/>
              </a:pPr>
              <a:t>71</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42702885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幻灯片图像占位符 1"/>
          <p:cNvSpPr>
            <a:spLocks noGrp="1" noRot="1" noChangeAspect="1" noTextEdit="1"/>
          </p:cNvSpPr>
          <p:nvPr>
            <p:ph type="sldImg"/>
          </p:nvPr>
        </p:nvSpPr>
        <p:spPr/>
      </p:sp>
      <p:sp>
        <p:nvSpPr>
          <p:cNvPr id="585731" name="备注占位符 2"/>
          <p:cNvSpPr>
            <a:spLocks noGrp="1"/>
          </p:cNvSpPr>
          <p:nvPr>
            <p:ph type="body" idx="1"/>
          </p:nvPr>
        </p:nvSpPr>
        <p:spPr>
          <a:noFill/>
        </p:spPr>
        <p:txBody>
          <a:bodyPr/>
          <a:lstStyle/>
          <a:p>
            <a:endParaRPr lang="zh-CN" altLang="en-US"/>
          </a:p>
        </p:txBody>
      </p:sp>
      <p:sp>
        <p:nvSpPr>
          <p:cNvPr id="233476"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E7EE9518-9682-4D47-8AF1-05D53F7C508E}" type="slidenum">
              <a:rPr lang="zh-CN" altLang="en-US" smtClean="0">
                <a:solidFill>
                  <a:prstClr val="black"/>
                </a:solidFill>
                <a:latin typeface="Times New Roman" panose="02020603050405020304" pitchFamily="18" charset="0"/>
              </a:rPr>
              <a:pPr>
                <a:defRPr/>
              </a:pPr>
              <a:t>72</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9900081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幻灯片图像占位符 1"/>
          <p:cNvSpPr>
            <a:spLocks noGrp="1" noRot="1" noChangeAspect="1" noTextEdit="1"/>
          </p:cNvSpPr>
          <p:nvPr>
            <p:ph type="sldImg"/>
          </p:nvPr>
        </p:nvSpPr>
        <p:spPr/>
      </p:sp>
      <p:sp>
        <p:nvSpPr>
          <p:cNvPr id="587779" name="备注占位符 2"/>
          <p:cNvSpPr>
            <a:spLocks noGrp="1"/>
          </p:cNvSpPr>
          <p:nvPr>
            <p:ph type="body" idx="1"/>
          </p:nvPr>
        </p:nvSpPr>
        <p:spPr>
          <a:noFill/>
        </p:spPr>
        <p:txBody>
          <a:bodyPr/>
          <a:lstStyle/>
          <a:p>
            <a:endParaRPr lang="zh-CN" altLang="en-US"/>
          </a:p>
        </p:txBody>
      </p:sp>
      <p:sp>
        <p:nvSpPr>
          <p:cNvPr id="23552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7C07DAA9-0CD3-41BA-BCAD-EF8F9F1353C2}" type="slidenum">
              <a:rPr lang="zh-CN" altLang="en-US" smtClean="0">
                <a:solidFill>
                  <a:prstClr val="black"/>
                </a:solidFill>
                <a:latin typeface="Times New Roman" panose="02020603050405020304" pitchFamily="18" charset="0"/>
              </a:rPr>
              <a:pPr>
                <a:defRPr/>
              </a:pPr>
              <a:t>73</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5428748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幻灯片图像占位符 1"/>
          <p:cNvSpPr>
            <a:spLocks noGrp="1" noRot="1" noChangeAspect="1" noTextEdit="1"/>
          </p:cNvSpPr>
          <p:nvPr>
            <p:ph type="sldImg"/>
          </p:nvPr>
        </p:nvSpPr>
        <p:spPr/>
      </p:sp>
      <p:sp>
        <p:nvSpPr>
          <p:cNvPr id="589827" name="备注占位符 2"/>
          <p:cNvSpPr>
            <a:spLocks noGrp="1"/>
          </p:cNvSpPr>
          <p:nvPr>
            <p:ph type="body" idx="1"/>
          </p:nvPr>
        </p:nvSpPr>
        <p:spPr>
          <a:noFill/>
        </p:spPr>
        <p:txBody>
          <a:bodyPr/>
          <a:lstStyle/>
          <a:p>
            <a:pPr>
              <a:lnSpc>
                <a:spcPct val="90000"/>
              </a:lnSpc>
            </a:pPr>
            <a:endParaRPr lang="zh-CN" altLang="en-US" sz="1100">
              <a:solidFill>
                <a:srgbClr val="0070C0"/>
              </a:solidFill>
              <a:latin typeface="微软雅黑" panose="020B0503020204020204" pitchFamily="34" charset="-122"/>
              <a:ea typeface="微软雅黑" panose="020B0503020204020204" pitchFamily="34" charset="-122"/>
            </a:endParaRPr>
          </a:p>
        </p:txBody>
      </p:sp>
      <p:sp>
        <p:nvSpPr>
          <p:cNvPr id="71684" name="灯片编号占位符 3"/>
          <p:cNvSpPr>
            <a:spLocks noGrp="1"/>
          </p:cNvSpPr>
          <p:nvPr>
            <p:ph type="sldNum" sz="quarter"/>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00466" indent="-269410">
              <a:defRPr>
                <a:solidFill>
                  <a:schemeClr val="tx1"/>
                </a:solidFill>
                <a:latin typeface="Arial" panose="020B0604020202020204" pitchFamily="34" charset="0"/>
                <a:ea typeface="宋体" panose="02010600030101010101" pitchFamily="2" charset="-122"/>
              </a:defRPr>
            </a:lvl2pPr>
            <a:lvl3pPr marL="1077640" indent="-215528">
              <a:defRPr>
                <a:solidFill>
                  <a:schemeClr val="tx1"/>
                </a:solidFill>
                <a:latin typeface="Arial" panose="020B0604020202020204" pitchFamily="34" charset="0"/>
                <a:ea typeface="宋体" panose="02010600030101010101" pitchFamily="2" charset="-122"/>
              </a:defRPr>
            </a:lvl3pPr>
            <a:lvl4pPr marL="1508697" indent="-215528">
              <a:defRPr>
                <a:solidFill>
                  <a:schemeClr val="tx1"/>
                </a:solidFill>
                <a:latin typeface="Arial" panose="020B0604020202020204" pitchFamily="34" charset="0"/>
                <a:ea typeface="宋体" panose="02010600030101010101" pitchFamily="2" charset="-122"/>
              </a:defRPr>
            </a:lvl4pPr>
            <a:lvl5pPr marL="1939753" indent="-215528">
              <a:defRPr>
                <a:solidFill>
                  <a:schemeClr val="tx1"/>
                </a:solidFill>
                <a:latin typeface="Arial" panose="020B0604020202020204" pitchFamily="34" charset="0"/>
                <a:ea typeface="宋体" panose="02010600030101010101" pitchFamily="2" charset="-122"/>
              </a:defRPr>
            </a:lvl5pPr>
            <a:lvl6pPr marL="2370809"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801865"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232921"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663977" indent="-21552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fld id="{C6952331-EFCA-405F-998F-B30E2727A22D}" type="slidenum">
              <a:rPr lang="zh-CN" altLang="en-US" smtClean="0">
                <a:solidFill>
                  <a:prstClr val="black"/>
                </a:solidFill>
                <a:latin typeface="Times New Roman" panose="02020603050405020304" pitchFamily="18" charset="0"/>
              </a:rPr>
              <a:pPr>
                <a:defRPr/>
              </a:pPr>
              <a:t>74</a:t>
            </a:fld>
            <a:endParaRPr lang="en-US" altLang="zh-CN">
              <a:solidFill>
                <a:prstClr val="black"/>
              </a:solidFill>
              <a:latin typeface="Times New Roman" panose="02020603050405020304" pitchFamily="18" charset="0"/>
            </a:endParaRPr>
          </a:p>
        </p:txBody>
      </p:sp>
    </p:spTree>
    <p:extLst>
      <p:ext uri="{BB962C8B-B14F-4D97-AF65-F5344CB8AC3E}">
        <p14:creationId xmlns:p14="http://schemas.microsoft.com/office/powerpoint/2010/main" val="1120374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
        <p:nvSpPr>
          <p:cNvPr id="4" name="Rectangle 5"/>
          <p:cNvSpPr>
            <a:spLocks noGrp="1"/>
          </p:cNvSpPr>
          <p:nvPr>
            <p:ph type="dt" idx="10"/>
          </p:nvPr>
        </p:nvSpPr>
        <p:spPr/>
        <p:txBody>
          <a:bodyPr/>
          <a:lstStyle>
            <a:lvl1pPr>
              <a:defRPr>
                <a:cs typeface="+mn-ea"/>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79210419-801A-44C1-93D8-B51055975913}" type="slidenum">
              <a:rPr lang="en-GB" altLang="en-US"/>
              <a:pPr>
                <a:defRPr/>
              </a:pPr>
              <a:t>‹#›</a:t>
            </a:fld>
            <a:endParaRPr lang="en-GB" altLang="en-US"/>
          </a:p>
        </p:txBody>
      </p:sp>
    </p:spTree>
    <p:extLst>
      <p:ext uri="{BB962C8B-B14F-4D97-AF65-F5344CB8AC3E}">
        <p14:creationId xmlns:p14="http://schemas.microsoft.com/office/powerpoint/2010/main" val="2281647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cs typeface="+mn-ea"/>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A5D9FD81-44ED-465E-BF63-83DBF8F23F8D}" type="slidenum">
              <a:rPr lang="en-GB" altLang="en-US"/>
              <a:pPr>
                <a:defRPr/>
              </a:pPr>
              <a:t>‹#›</a:t>
            </a:fld>
            <a:endParaRPr lang="en-GB" altLang="en-US"/>
          </a:p>
        </p:txBody>
      </p:sp>
    </p:spTree>
    <p:extLst>
      <p:ext uri="{BB962C8B-B14F-4D97-AF65-F5344CB8AC3E}">
        <p14:creationId xmlns:p14="http://schemas.microsoft.com/office/powerpoint/2010/main" val="248654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
        <p:nvSpPr>
          <p:cNvPr id="4" name="Rectangle 5"/>
          <p:cNvSpPr>
            <a:spLocks noGrp="1"/>
          </p:cNvSpPr>
          <p:nvPr>
            <p:ph type="dt" idx="10"/>
          </p:nvPr>
        </p:nvSpPr>
        <p:spPr/>
        <p:txBody>
          <a:bodyPr/>
          <a:lstStyle>
            <a:lvl1pPr>
              <a:defRPr>
                <a:cs typeface="+mn-ea"/>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6A4737BF-C551-4EF0-97E8-98F6E55593A0}" type="slidenum">
              <a:rPr lang="en-GB" altLang="en-US"/>
              <a:pPr>
                <a:defRPr/>
              </a:pPr>
              <a:t>‹#›</a:t>
            </a:fld>
            <a:endParaRPr lang="en-GB" altLang="en-US"/>
          </a:p>
        </p:txBody>
      </p:sp>
    </p:spTree>
    <p:extLst>
      <p:ext uri="{BB962C8B-B14F-4D97-AF65-F5344CB8AC3E}">
        <p14:creationId xmlns:p14="http://schemas.microsoft.com/office/powerpoint/2010/main" val="156693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03238"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28625" y="1728788"/>
            <a:ext cx="4444000"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p:cNvSpPr>
            <a:spLocks noGrp="1"/>
          </p:cNvSpPr>
          <p:nvPr>
            <p:ph type="dt" idx="10"/>
          </p:nvPr>
        </p:nvSpPr>
        <p:spPr/>
        <p:txBody>
          <a:bodyPr/>
          <a:lstStyle>
            <a:lvl1pPr>
              <a:defRPr>
                <a:cs typeface="+mn-ea"/>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926F1DE3-624F-46D0-AE9C-CAC76473B185}" type="slidenum">
              <a:rPr lang="en-GB" altLang="en-US"/>
              <a:pPr>
                <a:defRPr/>
              </a:pPr>
              <a:t>‹#›</a:t>
            </a:fld>
            <a:endParaRPr lang="en-GB" altLang="en-US"/>
          </a:p>
        </p:txBody>
      </p:sp>
    </p:spTree>
    <p:extLst>
      <p:ext uri="{BB962C8B-B14F-4D97-AF65-F5344CB8AC3E}">
        <p14:creationId xmlns:p14="http://schemas.microsoft.com/office/powerpoint/2010/main" val="2404242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5"/>
          <p:cNvSpPr>
            <a:spLocks noGrp="1"/>
          </p:cNvSpPr>
          <p:nvPr>
            <p:ph type="dt" idx="10"/>
          </p:nvPr>
        </p:nvSpPr>
        <p:spPr/>
        <p:txBody>
          <a:bodyPr/>
          <a:lstStyle>
            <a:lvl1pPr>
              <a:defRPr>
                <a:cs typeface="+mn-ea"/>
              </a:defRPr>
            </a:lvl1pPr>
          </a:lstStyle>
          <a:p>
            <a:pPr>
              <a:defRPr/>
            </a:pPr>
            <a:endParaRPr lang="en-GB" altLang="en-US"/>
          </a:p>
        </p:txBody>
      </p:sp>
      <p:sp>
        <p:nvSpPr>
          <p:cNvPr id="8"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9" name="Rectangle 7"/>
          <p:cNvSpPr>
            <a:spLocks noGrp="1"/>
          </p:cNvSpPr>
          <p:nvPr>
            <p:ph type="sldNum" idx="12"/>
          </p:nvPr>
        </p:nvSpPr>
        <p:spPr/>
        <p:txBody>
          <a:bodyPr/>
          <a:lstStyle>
            <a:lvl1pPr>
              <a:defRPr/>
            </a:lvl1pPr>
          </a:lstStyle>
          <a:p>
            <a:pPr>
              <a:defRPr/>
            </a:pPr>
            <a:fld id="{9CAEF13D-34C3-4698-A677-AD0BB2518813}" type="slidenum">
              <a:rPr lang="en-GB" altLang="en-US"/>
              <a:pPr>
                <a:defRPr/>
              </a:pPr>
              <a:t>‹#›</a:t>
            </a:fld>
            <a:endParaRPr lang="en-GB" altLang="en-US"/>
          </a:p>
        </p:txBody>
      </p:sp>
    </p:spTree>
    <p:extLst>
      <p:ext uri="{BB962C8B-B14F-4D97-AF65-F5344CB8AC3E}">
        <p14:creationId xmlns:p14="http://schemas.microsoft.com/office/powerpoint/2010/main" val="290969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p:cNvSpPr>
            <a:spLocks noGrp="1"/>
          </p:cNvSpPr>
          <p:nvPr>
            <p:ph type="dt" idx="10"/>
          </p:nvPr>
        </p:nvSpPr>
        <p:spPr/>
        <p:txBody>
          <a:bodyPr/>
          <a:lstStyle>
            <a:lvl1pPr>
              <a:defRPr>
                <a:cs typeface="+mn-ea"/>
              </a:defRPr>
            </a:lvl1pPr>
          </a:lstStyle>
          <a:p>
            <a:pPr>
              <a:defRPr/>
            </a:pPr>
            <a:endParaRPr lang="en-GB" altLang="en-US"/>
          </a:p>
        </p:txBody>
      </p:sp>
      <p:sp>
        <p:nvSpPr>
          <p:cNvPr id="4"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5" name="Rectangle 7"/>
          <p:cNvSpPr>
            <a:spLocks noGrp="1"/>
          </p:cNvSpPr>
          <p:nvPr>
            <p:ph type="sldNum" idx="12"/>
          </p:nvPr>
        </p:nvSpPr>
        <p:spPr/>
        <p:txBody>
          <a:bodyPr/>
          <a:lstStyle>
            <a:lvl1pPr>
              <a:defRPr/>
            </a:lvl1pPr>
          </a:lstStyle>
          <a:p>
            <a:pPr>
              <a:defRPr/>
            </a:pPr>
            <a:fld id="{B87F8ED3-B786-4718-B095-47574D775D93}" type="slidenum">
              <a:rPr lang="en-GB" altLang="en-US"/>
              <a:pPr>
                <a:defRPr/>
              </a:pPr>
              <a:t>‹#›</a:t>
            </a:fld>
            <a:endParaRPr lang="en-GB" altLang="en-US"/>
          </a:p>
        </p:txBody>
      </p:sp>
    </p:spTree>
    <p:extLst>
      <p:ext uri="{BB962C8B-B14F-4D97-AF65-F5344CB8AC3E}">
        <p14:creationId xmlns:p14="http://schemas.microsoft.com/office/powerpoint/2010/main" val="3463146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p:cNvSpPr>
          <p:nvPr>
            <p:ph type="dt" idx="10"/>
          </p:nvPr>
        </p:nvSpPr>
        <p:spPr/>
        <p:txBody>
          <a:bodyPr/>
          <a:lstStyle>
            <a:lvl1pPr>
              <a:defRPr>
                <a:cs typeface="+mn-ea"/>
              </a:defRPr>
            </a:lvl1pPr>
          </a:lstStyle>
          <a:p>
            <a:pPr>
              <a:defRPr/>
            </a:pPr>
            <a:endParaRPr lang="en-GB" altLang="en-US"/>
          </a:p>
        </p:txBody>
      </p:sp>
      <p:sp>
        <p:nvSpPr>
          <p:cNvPr id="3"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4" name="Rectangle 7"/>
          <p:cNvSpPr>
            <a:spLocks noGrp="1"/>
          </p:cNvSpPr>
          <p:nvPr>
            <p:ph type="sldNum" idx="12"/>
          </p:nvPr>
        </p:nvSpPr>
        <p:spPr/>
        <p:txBody>
          <a:bodyPr/>
          <a:lstStyle>
            <a:lvl1pPr>
              <a:defRPr/>
            </a:lvl1pPr>
          </a:lstStyle>
          <a:p>
            <a:pPr>
              <a:defRPr/>
            </a:pPr>
            <a:fld id="{58A8C4A4-6304-4F11-A61A-F709F92BF13D}" type="slidenum">
              <a:rPr lang="en-GB" altLang="en-US"/>
              <a:pPr>
                <a:defRPr/>
              </a:pPr>
              <a:t>‹#›</a:t>
            </a:fld>
            <a:endParaRPr lang="en-GB" altLang="en-US"/>
          </a:p>
        </p:txBody>
      </p:sp>
    </p:spTree>
    <p:extLst>
      <p:ext uri="{BB962C8B-B14F-4D97-AF65-F5344CB8AC3E}">
        <p14:creationId xmlns:p14="http://schemas.microsoft.com/office/powerpoint/2010/main" val="268440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p:cNvSpPr>
            <a:spLocks noGrp="1"/>
          </p:cNvSpPr>
          <p:nvPr>
            <p:ph type="dt" idx="10"/>
          </p:nvPr>
        </p:nvSpPr>
        <p:spPr/>
        <p:txBody>
          <a:bodyPr/>
          <a:lstStyle>
            <a:lvl1pPr>
              <a:defRPr>
                <a:cs typeface="+mn-ea"/>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19FE0728-CF25-4246-B4D0-E31BA2A1FE69}" type="slidenum">
              <a:rPr lang="en-GB" altLang="en-US"/>
              <a:pPr>
                <a:defRPr/>
              </a:pPr>
              <a:t>‹#›</a:t>
            </a:fld>
            <a:endParaRPr lang="en-GB" altLang="en-US"/>
          </a:p>
        </p:txBody>
      </p:sp>
    </p:spTree>
    <p:extLst>
      <p:ext uri="{BB962C8B-B14F-4D97-AF65-F5344CB8AC3E}">
        <p14:creationId xmlns:p14="http://schemas.microsoft.com/office/powerpoint/2010/main" val="1623093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
        <p:nvSpPr>
          <p:cNvPr id="5" name="Rectangle 5"/>
          <p:cNvSpPr>
            <a:spLocks noGrp="1"/>
          </p:cNvSpPr>
          <p:nvPr>
            <p:ph type="dt" idx="10"/>
          </p:nvPr>
        </p:nvSpPr>
        <p:spPr/>
        <p:txBody>
          <a:bodyPr/>
          <a:lstStyle>
            <a:lvl1pPr>
              <a:defRPr>
                <a:cs typeface="+mn-ea"/>
              </a:defRPr>
            </a:lvl1pPr>
          </a:lstStyle>
          <a:p>
            <a:pPr>
              <a:defRPr/>
            </a:pPr>
            <a:endParaRPr lang="en-GB" altLang="en-US"/>
          </a:p>
        </p:txBody>
      </p:sp>
      <p:sp>
        <p:nvSpPr>
          <p:cNvPr id="6"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7" name="Rectangle 7"/>
          <p:cNvSpPr>
            <a:spLocks noGrp="1"/>
          </p:cNvSpPr>
          <p:nvPr>
            <p:ph type="sldNum" idx="12"/>
          </p:nvPr>
        </p:nvSpPr>
        <p:spPr/>
        <p:txBody>
          <a:bodyPr/>
          <a:lstStyle>
            <a:lvl1pPr>
              <a:defRPr/>
            </a:lvl1pPr>
          </a:lstStyle>
          <a:p>
            <a:pPr>
              <a:defRPr/>
            </a:pPr>
            <a:fld id="{DBD107E2-0DB6-42E5-8B3A-4068A3304452}" type="slidenum">
              <a:rPr lang="en-GB" altLang="en-US"/>
              <a:pPr>
                <a:defRPr/>
              </a:pPr>
              <a:t>‹#›</a:t>
            </a:fld>
            <a:endParaRPr lang="en-GB" altLang="en-US"/>
          </a:p>
        </p:txBody>
      </p:sp>
    </p:spTree>
    <p:extLst>
      <p:ext uri="{BB962C8B-B14F-4D97-AF65-F5344CB8AC3E}">
        <p14:creationId xmlns:p14="http://schemas.microsoft.com/office/powerpoint/2010/main" val="964889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cs typeface="+mn-ea"/>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87D6B2F2-62D6-407B-8D89-E4C4521E1CEC}" type="slidenum">
              <a:rPr lang="en-GB" altLang="en-US"/>
              <a:pPr>
                <a:defRPr/>
              </a:pPr>
              <a:t>‹#›</a:t>
            </a:fld>
            <a:endParaRPr lang="en-GB" altLang="en-US"/>
          </a:p>
        </p:txBody>
      </p:sp>
    </p:spTree>
    <p:extLst>
      <p:ext uri="{BB962C8B-B14F-4D97-AF65-F5344CB8AC3E}">
        <p14:creationId xmlns:p14="http://schemas.microsoft.com/office/powerpoint/2010/main" val="3040962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5278" y="301625"/>
            <a:ext cx="2267347" cy="58102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3238" y="301625"/>
            <a:ext cx="6670600" cy="58102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5"/>
          <p:cNvSpPr>
            <a:spLocks noGrp="1"/>
          </p:cNvSpPr>
          <p:nvPr>
            <p:ph type="dt" idx="10"/>
          </p:nvPr>
        </p:nvSpPr>
        <p:spPr/>
        <p:txBody>
          <a:bodyPr/>
          <a:lstStyle>
            <a:lvl1pPr>
              <a:defRPr>
                <a:cs typeface="+mn-ea"/>
              </a:defRPr>
            </a:lvl1pPr>
          </a:lstStyle>
          <a:p>
            <a:pPr>
              <a:defRPr/>
            </a:pPr>
            <a:endParaRPr lang="en-GB" altLang="en-US"/>
          </a:p>
        </p:txBody>
      </p:sp>
      <p:sp>
        <p:nvSpPr>
          <p:cNvPr id="5" name="Rectangle 6"/>
          <p:cNvSpPr>
            <a:spLocks noGrp="1"/>
          </p:cNvSpPr>
          <p:nvPr>
            <p:ph type="ftr" idx="11"/>
          </p:nvPr>
        </p:nvSpPr>
        <p:spPr/>
        <p:txBody>
          <a:bodyPr vert="horz" wrap="square" numCol="1" anchor="t" anchorCtr="0" compatLnSpc="1">
            <a:prstTxWarp prst="textNoShape">
              <a:avLst/>
            </a:prstTxWarp>
          </a:bodyPr>
          <a:lstStyle>
            <a:lvl1pPr>
              <a:defRPr>
                <a:latin typeface="Comic Sans MS" panose="030F0702030302020204" pitchFamily="66" charset="0"/>
                <a:ea typeface="DejaVu Sans"/>
                <a:cs typeface="DejaVu Sans"/>
              </a:defRPr>
            </a:lvl1pPr>
          </a:lstStyle>
          <a:p>
            <a:pPr>
              <a:defRPr/>
            </a:pPr>
            <a:endParaRPr lang="zh-CN" altLang="zh-CN"/>
          </a:p>
        </p:txBody>
      </p:sp>
      <p:sp>
        <p:nvSpPr>
          <p:cNvPr id="6" name="Rectangle 7"/>
          <p:cNvSpPr>
            <a:spLocks noGrp="1"/>
          </p:cNvSpPr>
          <p:nvPr>
            <p:ph type="sldNum" idx="12"/>
          </p:nvPr>
        </p:nvSpPr>
        <p:spPr/>
        <p:txBody>
          <a:bodyPr/>
          <a:lstStyle>
            <a:lvl1pPr>
              <a:defRPr/>
            </a:lvl1pPr>
          </a:lstStyle>
          <a:p>
            <a:pPr>
              <a:defRPr/>
            </a:pPr>
            <a:fld id="{44508333-C960-4346-80AD-C9484C38AD89}" type="slidenum">
              <a:rPr lang="en-GB" altLang="en-US"/>
              <a:pPr>
                <a:defRPr/>
              </a:pPr>
              <a:t>‹#›</a:t>
            </a:fld>
            <a:endParaRPr lang="en-GB" altLang="en-US"/>
          </a:p>
        </p:txBody>
      </p:sp>
    </p:spTree>
    <p:extLst>
      <p:ext uri="{BB962C8B-B14F-4D97-AF65-F5344CB8AC3E}">
        <p14:creationId xmlns:p14="http://schemas.microsoft.com/office/powerpoint/2010/main" val="4294340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60078" y="1237197"/>
            <a:ext cx="7560469" cy="2631887"/>
          </a:xfrm>
        </p:spPr>
        <p:txBody>
          <a:bodyPr anchor="b"/>
          <a:lstStyle>
            <a:lvl1pPr algn="ctr">
              <a:defRPr sz="4960"/>
            </a:lvl1pPr>
          </a:lstStyle>
          <a:p>
            <a:r>
              <a:rPr lang="zh-CN" altLang="en-US" noProof="1"/>
              <a:t>单击此处编辑母版标题样式</a:t>
            </a:r>
          </a:p>
        </p:txBody>
      </p:sp>
      <p:sp>
        <p:nvSpPr>
          <p:cNvPr id="3" name="副标题 2"/>
          <p:cNvSpPr>
            <a:spLocks noGrp="1"/>
          </p:cNvSpPr>
          <p:nvPr>
            <p:ph type="subTitle" idx="1"/>
          </p:nvPr>
        </p:nvSpPr>
        <p:spPr>
          <a:xfrm>
            <a:off x="1260078" y="3970580"/>
            <a:ext cx="7560469" cy="1825171"/>
          </a:xfrm>
        </p:spPr>
        <p:txBody>
          <a:bodyPr/>
          <a:lstStyle>
            <a:lvl1pPr marL="0" indent="0" algn="ctr">
              <a:buNone/>
              <a:defRPr sz="1985"/>
            </a:lvl1pPr>
            <a:lvl2pPr marL="377825" indent="0" algn="ctr">
              <a:buNone/>
              <a:defRPr sz="1655"/>
            </a:lvl2pPr>
            <a:lvl3pPr marL="756285" indent="0" algn="ctr">
              <a:buNone/>
              <a:defRPr sz="1490"/>
            </a:lvl3pPr>
            <a:lvl4pPr marL="1134110" indent="0" algn="ctr">
              <a:buNone/>
              <a:defRPr sz="1325"/>
            </a:lvl4pPr>
            <a:lvl5pPr marL="1511935" indent="0" algn="ctr">
              <a:buNone/>
              <a:defRPr sz="1325"/>
            </a:lvl5pPr>
            <a:lvl6pPr marL="1890395" indent="0" algn="ctr">
              <a:buNone/>
              <a:defRPr sz="1325"/>
            </a:lvl6pPr>
            <a:lvl7pPr marL="2268220" indent="0" algn="ctr">
              <a:buNone/>
              <a:defRPr sz="1325"/>
            </a:lvl7pPr>
            <a:lvl8pPr marL="2646045" indent="0" algn="ctr">
              <a:buNone/>
              <a:defRPr sz="1325"/>
            </a:lvl8pPr>
            <a:lvl9pPr marL="3024505" indent="0" algn="ctr">
              <a:buNone/>
              <a:defRPr sz="1325"/>
            </a:lvl9pPr>
          </a:lstStyle>
          <a:p>
            <a:r>
              <a:rPr lang="zh-CN" altLang="en-US" noProof="1"/>
              <a:t>单击此处编辑母版副标题样式</a:t>
            </a:r>
          </a:p>
        </p:txBody>
      </p:sp>
    </p:spTree>
    <p:extLst>
      <p:ext uri="{BB962C8B-B14F-4D97-AF65-F5344CB8AC3E}">
        <p14:creationId xmlns:p14="http://schemas.microsoft.com/office/powerpoint/2010/main" val="2222937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922897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87793" y="1884670"/>
            <a:ext cx="8694539" cy="3144614"/>
          </a:xfrm>
        </p:spPr>
        <p:txBody>
          <a:bodyPr anchor="b"/>
          <a:lstStyle>
            <a:lvl1pPr>
              <a:defRPr sz="4960"/>
            </a:lvl1pPr>
          </a:lstStyle>
          <a:p>
            <a:r>
              <a:rPr lang="zh-CN" altLang="en-US" noProof="1"/>
              <a:t>单击此处编辑母版标题样式</a:t>
            </a:r>
          </a:p>
        </p:txBody>
      </p:sp>
      <p:sp>
        <p:nvSpPr>
          <p:cNvPr id="3" name="文本占位符 2"/>
          <p:cNvSpPr>
            <a:spLocks noGrp="1"/>
          </p:cNvSpPr>
          <p:nvPr>
            <p:ph type="body" idx="1"/>
          </p:nvPr>
        </p:nvSpPr>
        <p:spPr>
          <a:xfrm>
            <a:off x="687793" y="5059033"/>
            <a:ext cx="8694539" cy="1653678"/>
          </a:xfrm>
        </p:spPr>
        <p:txBody>
          <a:bodyPr/>
          <a:lstStyle>
            <a:lvl1pPr marL="0" indent="0">
              <a:buNone/>
              <a:defRPr sz="1985">
                <a:solidFill>
                  <a:schemeClr val="tx1">
                    <a:tint val="75000"/>
                  </a:schemeClr>
                </a:solidFill>
              </a:defRPr>
            </a:lvl1pPr>
            <a:lvl2pPr marL="377825" indent="0">
              <a:buNone/>
              <a:defRPr sz="1655">
                <a:solidFill>
                  <a:schemeClr val="tx1">
                    <a:tint val="75000"/>
                  </a:schemeClr>
                </a:solidFill>
              </a:defRPr>
            </a:lvl2pPr>
            <a:lvl3pPr marL="756285" indent="0">
              <a:buNone/>
              <a:defRPr sz="1490">
                <a:solidFill>
                  <a:schemeClr val="tx1">
                    <a:tint val="75000"/>
                  </a:schemeClr>
                </a:solidFill>
              </a:defRPr>
            </a:lvl3pPr>
            <a:lvl4pPr marL="1134110" indent="0">
              <a:buNone/>
              <a:defRPr sz="1325">
                <a:solidFill>
                  <a:schemeClr val="tx1">
                    <a:tint val="75000"/>
                  </a:schemeClr>
                </a:solidFill>
              </a:defRPr>
            </a:lvl4pPr>
            <a:lvl5pPr marL="1511935" indent="0">
              <a:buNone/>
              <a:defRPr sz="1325">
                <a:solidFill>
                  <a:schemeClr val="tx1">
                    <a:tint val="75000"/>
                  </a:schemeClr>
                </a:solidFill>
              </a:defRPr>
            </a:lvl5pPr>
            <a:lvl6pPr marL="1890395" indent="0">
              <a:buNone/>
              <a:defRPr sz="1325">
                <a:solidFill>
                  <a:schemeClr val="tx1">
                    <a:tint val="75000"/>
                  </a:schemeClr>
                </a:solidFill>
              </a:defRPr>
            </a:lvl6pPr>
            <a:lvl7pPr marL="2268220" indent="0">
              <a:buNone/>
              <a:defRPr sz="1325">
                <a:solidFill>
                  <a:schemeClr val="tx1">
                    <a:tint val="75000"/>
                  </a:schemeClr>
                </a:solidFill>
              </a:defRPr>
            </a:lvl7pPr>
            <a:lvl8pPr marL="2646045" indent="0">
              <a:buNone/>
              <a:defRPr sz="1325">
                <a:solidFill>
                  <a:schemeClr val="tx1">
                    <a:tint val="75000"/>
                  </a:schemeClr>
                </a:solidFill>
              </a:defRPr>
            </a:lvl8pPr>
            <a:lvl9pPr marL="3024505" indent="0">
              <a:buNone/>
              <a:defRPr sz="1325">
                <a:solidFill>
                  <a:schemeClr val="tx1">
                    <a:tint val="75000"/>
                  </a:schemeClr>
                </a:solidFill>
              </a:defRPr>
            </a:lvl9pPr>
          </a:lstStyle>
          <a:p>
            <a:pPr lvl="0"/>
            <a:r>
              <a:rPr lang="zh-CN" altLang="en-US" noProof="1"/>
              <a:t>单击此处编辑母版文本样式</a:t>
            </a:r>
          </a:p>
        </p:txBody>
      </p:sp>
    </p:spTree>
    <p:extLst>
      <p:ext uri="{BB962C8B-B14F-4D97-AF65-F5344CB8AC3E}">
        <p14:creationId xmlns:p14="http://schemas.microsoft.com/office/powerpoint/2010/main" val="1549918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967288"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7316820" y="1944688"/>
            <a:ext cx="2257393" cy="43830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627710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94356" y="402483"/>
            <a:ext cx="8694539" cy="1461188"/>
          </a:xfrm>
        </p:spPr>
        <p:txBody>
          <a:bodyPr/>
          <a:lstStyle/>
          <a:p>
            <a:r>
              <a:rPr lang="zh-CN" altLang="en-US" noProof="1"/>
              <a:t>单击此处编辑母版标题样式</a:t>
            </a:r>
          </a:p>
        </p:txBody>
      </p:sp>
      <p:sp>
        <p:nvSpPr>
          <p:cNvPr id="3" name="文本占位符 2"/>
          <p:cNvSpPr>
            <a:spLocks noGrp="1"/>
          </p:cNvSpPr>
          <p:nvPr>
            <p:ph type="body" idx="1"/>
          </p:nvPr>
        </p:nvSpPr>
        <p:spPr>
          <a:xfrm>
            <a:off x="694356" y="1853171"/>
            <a:ext cx="4264576"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4" name="内容占位符 3"/>
          <p:cNvSpPr>
            <a:spLocks noGrp="1"/>
          </p:cNvSpPr>
          <p:nvPr>
            <p:ph sz="half" idx="2"/>
          </p:nvPr>
        </p:nvSpPr>
        <p:spPr>
          <a:xfrm>
            <a:off x="694356" y="2761381"/>
            <a:ext cx="4264576"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3316" y="1853171"/>
            <a:ext cx="4285579" cy="908210"/>
          </a:xfrm>
        </p:spPr>
        <p:txBody>
          <a:bodyPr anchor="b"/>
          <a:lstStyle>
            <a:lvl1pPr marL="0" indent="0">
              <a:buNone/>
              <a:defRPr sz="1985" b="1"/>
            </a:lvl1pPr>
            <a:lvl2pPr marL="377825" indent="0">
              <a:buNone/>
              <a:defRPr sz="1655" b="1"/>
            </a:lvl2pPr>
            <a:lvl3pPr marL="756285" indent="0">
              <a:buNone/>
              <a:defRPr sz="1490" b="1"/>
            </a:lvl3pPr>
            <a:lvl4pPr marL="1134110" indent="0">
              <a:buNone/>
              <a:defRPr sz="1325" b="1"/>
            </a:lvl4pPr>
            <a:lvl5pPr marL="1511935" indent="0">
              <a:buNone/>
              <a:defRPr sz="1325" b="1"/>
            </a:lvl5pPr>
            <a:lvl6pPr marL="1890395" indent="0">
              <a:buNone/>
              <a:defRPr sz="1325" b="1"/>
            </a:lvl6pPr>
            <a:lvl7pPr marL="2268220" indent="0">
              <a:buNone/>
              <a:defRPr sz="1325" b="1"/>
            </a:lvl7pPr>
            <a:lvl8pPr marL="2646045" indent="0">
              <a:buNone/>
              <a:defRPr sz="1325" b="1"/>
            </a:lvl8pPr>
            <a:lvl9pPr marL="3024505" indent="0">
              <a:buNone/>
              <a:defRPr sz="1325" b="1"/>
            </a:lvl9pPr>
          </a:lstStyle>
          <a:p>
            <a:pPr lvl="0"/>
            <a:r>
              <a:rPr lang="zh-CN" altLang="en-US" noProof="1"/>
              <a:t>单击此处编辑母版文本样式</a:t>
            </a:r>
          </a:p>
        </p:txBody>
      </p:sp>
      <p:sp>
        <p:nvSpPr>
          <p:cNvPr id="6" name="内容占位符 5"/>
          <p:cNvSpPr>
            <a:spLocks noGrp="1"/>
          </p:cNvSpPr>
          <p:nvPr>
            <p:ph sz="quarter" idx="4"/>
          </p:nvPr>
        </p:nvSpPr>
        <p:spPr>
          <a:xfrm>
            <a:off x="5103316" y="2761381"/>
            <a:ext cx="4285579" cy="406157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2495523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Tree>
    <p:extLst>
      <p:ext uri="{BB962C8B-B14F-4D97-AF65-F5344CB8AC3E}">
        <p14:creationId xmlns:p14="http://schemas.microsoft.com/office/powerpoint/2010/main" val="1279666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86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内容占位符 2"/>
          <p:cNvSpPr>
            <a:spLocks noGrp="1"/>
          </p:cNvSpPr>
          <p:nvPr>
            <p:ph idx="1"/>
          </p:nvPr>
        </p:nvSpPr>
        <p:spPr>
          <a:xfrm>
            <a:off x="4285579" y="1088453"/>
            <a:ext cx="5103316" cy="5372269"/>
          </a:xfrm>
        </p:spPr>
        <p:txBody>
          <a:bodyPr/>
          <a:lstStyle>
            <a:lvl1pPr>
              <a:defRPr sz="2645"/>
            </a:lvl1pPr>
            <a:lvl2pPr>
              <a:defRPr sz="2315"/>
            </a:lvl2pPr>
            <a:lvl3pPr>
              <a:defRPr sz="1985"/>
            </a:lvl3pPr>
            <a:lvl4pPr>
              <a:defRPr sz="1655"/>
            </a:lvl4pPr>
            <a:lvl5pPr>
              <a:defRPr sz="1655"/>
            </a:lvl5pPr>
            <a:lvl6pPr>
              <a:defRPr sz="1655"/>
            </a:lvl6pPr>
            <a:lvl7pPr>
              <a:defRPr sz="1655"/>
            </a:lvl7pPr>
            <a:lvl8pPr>
              <a:defRPr sz="1655"/>
            </a:lvl8pPr>
            <a:lvl9pPr>
              <a:defRPr sz="1655"/>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2290510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94356" y="503978"/>
            <a:ext cx="3251264" cy="1763924"/>
          </a:xfrm>
        </p:spPr>
        <p:txBody>
          <a:bodyPr anchor="b"/>
          <a:lstStyle>
            <a:lvl1pPr>
              <a:defRPr sz="2645"/>
            </a:lvl1pPr>
          </a:lstStyle>
          <a:p>
            <a:r>
              <a:rPr lang="zh-CN" altLang="en-US" noProof="1"/>
              <a:t>单击此处编辑母版标题样式</a:t>
            </a:r>
          </a:p>
        </p:txBody>
      </p:sp>
      <p:sp>
        <p:nvSpPr>
          <p:cNvPr id="3" name="图片占位符 2"/>
          <p:cNvSpPr>
            <a:spLocks noGrp="1"/>
          </p:cNvSpPr>
          <p:nvPr>
            <p:ph type="pic" idx="1"/>
          </p:nvPr>
        </p:nvSpPr>
        <p:spPr>
          <a:xfrm>
            <a:off x="4285579" y="1088453"/>
            <a:ext cx="5103316" cy="5372269"/>
          </a:xfrm>
        </p:spPr>
        <p:txBody>
          <a:bodyPr/>
          <a:lstStyle>
            <a:lvl1pPr marL="0" indent="0">
              <a:buNone/>
              <a:defRPr sz="2645"/>
            </a:lvl1pPr>
            <a:lvl2pPr marL="377825" indent="0">
              <a:buNone/>
              <a:defRPr sz="2315"/>
            </a:lvl2pPr>
            <a:lvl3pPr marL="756285" indent="0">
              <a:buNone/>
              <a:defRPr sz="1985"/>
            </a:lvl3pPr>
            <a:lvl4pPr marL="1134110" indent="0">
              <a:buNone/>
              <a:defRPr sz="1655"/>
            </a:lvl4pPr>
            <a:lvl5pPr marL="1511935" indent="0">
              <a:buNone/>
              <a:defRPr sz="1655"/>
            </a:lvl5pPr>
            <a:lvl6pPr marL="1890395" indent="0">
              <a:buNone/>
              <a:defRPr sz="1655"/>
            </a:lvl6pPr>
            <a:lvl7pPr marL="2268220" indent="0">
              <a:buNone/>
              <a:defRPr sz="1655"/>
            </a:lvl7pPr>
            <a:lvl8pPr marL="2646045" indent="0">
              <a:buNone/>
              <a:defRPr sz="1655"/>
            </a:lvl8pPr>
            <a:lvl9pPr marL="3024505" indent="0">
              <a:buNone/>
              <a:defRPr sz="1655"/>
            </a:lvl9pPr>
          </a:lstStyle>
          <a:p>
            <a:pPr lvl="0"/>
            <a:endParaRPr lang="zh-CN" altLang="en-US" noProof="1"/>
          </a:p>
        </p:txBody>
      </p:sp>
      <p:sp>
        <p:nvSpPr>
          <p:cNvPr id="4" name="文本占位符 3"/>
          <p:cNvSpPr>
            <a:spLocks noGrp="1"/>
          </p:cNvSpPr>
          <p:nvPr>
            <p:ph type="body" sz="half" idx="2"/>
          </p:nvPr>
        </p:nvSpPr>
        <p:spPr>
          <a:xfrm>
            <a:off x="694356" y="2267903"/>
            <a:ext cx="3251264" cy="4201570"/>
          </a:xfrm>
        </p:spPr>
        <p:txBody>
          <a:bodyPr/>
          <a:lstStyle>
            <a:lvl1pPr marL="0" indent="0">
              <a:buNone/>
              <a:defRPr sz="1325"/>
            </a:lvl1pPr>
            <a:lvl2pPr marL="377825" indent="0">
              <a:buNone/>
              <a:defRPr sz="1160"/>
            </a:lvl2pPr>
            <a:lvl3pPr marL="756285" indent="0">
              <a:buNone/>
              <a:defRPr sz="990"/>
            </a:lvl3pPr>
            <a:lvl4pPr marL="1134110" indent="0">
              <a:buNone/>
              <a:defRPr sz="825"/>
            </a:lvl4pPr>
            <a:lvl5pPr marL="1511935" indent="0">
              <a:buNone/>
              <a:defRPr sz="825"/>
            </a:lvl5pPr>
            <a:lvl6pPr marL="1890395" indent="0">
              <a:buNone/>
              <a:defRPr sz="825"/>
            </a:lvl6pPr>
            <a:lvl7pPr marL="2268220" indent="0">
              <a:buNone/>
              <a:defRPr sz="825"/>
            </a:lvl7pPr>
            <a:lvl8pPr marL="2646045" indent="0">
              <a:buNone/>
              <a:defRPr sz="825"/>
            </a:lvl8pPr>
            <a:lvl9pPr marL="3024505" indent="0">
              <a:buNone/>
              <a:defRPr sz="825"/>
            </a:lvl9pPr>
          </a:lstStyle>
          <a:p>
            <a:pPr lvl="0"/>
            <a:r>
              <a:rPr lang="zh-CN" altLang="en-US" noProof="1"/>
              <a:t>单击此处编辑母版文本样式</a:t>
            </a:r>
          </a:p>
        </p:txBody>
      </p:sp>
    </p:spTree>
    <p:extLst>
      <p:ext uri="{BB962C8B-B14F-4D97-AF65-F5344CB8AC3E}">
        <p14:creationId xmlns:p14="http://schemas.microsoft.com/office/powerpoint/2010/main" val="40442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7423493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06866" y="1944688"/>
            <a:ext cx="2267347" cy="4383087"/>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04825" y="1944688"/>
            <a:ext cx="6670601" cy="4383087"/>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402052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663A8815-3CA8-4EC8-9A8B-BC4E27DDCC1E}" type="slidenum">
              <a:rPr lang="en-US"/>
              <a:pPr>
                <a:defRPr/>
              </a:pPr>
              <a:t>‹#›</a:t>
            </a:fld>
            <a:endParaRPr lang="en-US"/>
          </a:p>
        </p:txBody>
      </p:sp>
    </p:spTree>
    <p:extLst>
      <p:ext uri="{BB962C8B-B14F-4D97-AF65-F5344CB8AC3E}">
        <p14:creationId xmlns:p14="http://schemas.microsoft.com/office/powerpoint/2010/main" val="19892021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1F535CF-9FA2-417D-855C-A8D9EC245586}" type="slidenum">
              <a:rPr lang="en-US"/>
              <a:pPr>
                <a:defRPr/>
              </a:pPr>
              <a:t>‹#›</a:t>
            </a:fld>
            <a:endParaRPr lang="en-US" dirty="0"/>
          </a:p>
        </p:txBody>
      </p:sp>
    </p:spTree>
    <p:extLst>
      <p:ext uri="{BB962C8B-B14F-4D97-AF65-F5344CB8AC3E}">
        <p14:creationId xmlns:p14="http://schemas.microsoft.com/office/powerpoint/2010/main" val="3004397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846C15A-3875-4386-9A1A-9C8B1166EF54}" type="slidenum">
              <a:rPr lang="en-US"/>
              <a:pPr>
                <a:defRPr/>
              </a:pPr>
              <a:t>‹#›</a:t>
            </a:fld>
            <a:endParaRPr lang="en-US" dirty="0"/>
          </a:p>
        </p:txBody>
      </p:sp>
    </p:spTree>
    <p:extLst>
      <p:ext uri="{BB962C8B-B14F-4D97-AF65-F5344CB8AC3E}">
        <p14:creationId xmlns:p14="http://schemas.microsoft.com/office/powerpoint/2010/main" val="40796824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6FE9F93-ACC9-4819-BED5-0843CC687484}" type="slidenum">
              <a:rPr lang="en-US"/>
              <a:pPr>
                <a:defRPr/>
              </a:pPr>
              <a:t>‹#›</a:t>
            </a:fld>
            <a:endParaRPr lang="en-US" dirty="0"/>
          </a:p>
        </p:txBody>
      </p:sp>
    </p:spTree>
    <p:extLst>
      <p:ext uri="{BB962C8B-B14F-4D97-AF65-F5344CB8AC3E}">
        <p14:creationId xmlns:p14="http://schemas.microsoft.com/office/powerpoint/2010/main" val="33282874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5C0FC27-7D75-4A3D-ACAA-F602F52A99CE}" type="slidenum">
              <a:rPr lang="en-US"/>
              <a:pPr>
                <a:defRPr/>
              </a:pPr>
              <a:t>‹#›</a:t>
            </a:fld>
            <a:endParaRPr lang="en-US" dirty="0"/>
          </a:p>
        </p:txBody>
      </p:sp>
    </p:spTree>
    <p:extLst>
      <p:ext uri="{BB962C8B-B14F-4D97-AF65-F5344CB8AC3E}">
        <p14:creationId xmlns:p14="http://schemas.microsoft.com/office/powerpoint/2010/main" val="25540908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E306A0C-C45E-4DD6-99DC-B4967F283B5C}" type="slidenum">
              <a:rPr lang="en-US"/>
              <a:pPr>
                <a:defRPr/>
              </a:pPr>
              <a:t>‹#›</a:t>
            </a:fld>
            <a:endParaRPr lang="en-US" dirty="0"/>
          </a:p>
        </p:txBody>
      </p:sp>
    </p:spTree>
    <p:extLst>
      <p:ext uri="{BB962C8B-B14F-4D97-AF65-F5344CB8AC3E}">
        <p14:creationId xmlns:p14="http://schemas.microsoft.com/office/powerpoint/2010/main" val="10689668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F1F453A-7DE2-4E2C-9A90-77DABE74ADBB}" type="slidenum">
              <a:rPr lang="en-US"/>
              <a:pPr>
                <a:defRPr/>
              </a:pPr>
              <a:t>‹#›</a:t>
            </a:fld>
            <a:endParaRPr lang="en-US" dirty="0"/>
          </a:p>
        </p:txBody>
      </p:sp>
    </p:spTree>
    <p:extLst>
      <p:ext uri="{BB962C8B-B14F-4D97-AF65-F5344CB8AC3E}">
        <p14:creationId xmlns:p14="http://schemas.microsoft.com/office/powerpoint/2010/main" val="34312076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79CA12A-A0CB-4961-9479-58018471394A}" type="slidenum">
              <a:rPr lang="en-US"/>
              <a:pPr>
                <a:defRPr/>
              </a:pPr>
              <a:t>‹#›</a:t>
            </a:fld>
            <a:endParaRPr lang="en-US" dirty="0"/>
          </a:p>
        </p:txBody>
      </p:sp>
    </p:spTree>
    <p:extLst>
      <p:ext uri="{BB962C8B-B14F-4D97-AF65-F5344CB8AC3E}">
        <p14:creationId xmlns:p14="http://schemas.microsoft.com/office/powerpoint/2010/main" val="12222747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2C062DD-8E26-4B02-B911-81B3FCAE8F62}" type="slidenum">
              <a:rPr lang="en-US"/>
              <a:pPr>
                <a:defRPr/>
              </a:pPr>
              <a:t>‹#›</a:t>
            </a:fld>
            <a:endParaRPr lang="en-US" dirty="0"/>
          </a:p>
        </p:txBody>
      </p:sp>
    </p:spTree>
    <p:extLst>
      <p:ext uri="{BB962C8B-B14F-4D97-AF65-F5344CB8AC3E}">
        <p14:creationId xmlns:p14="http://schemas.microsoft.com/office/powerpoint/2010/main" val="18426466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639801F-B3AC-44BD-BE98-333D49C3436F}" type="slidenum">
              <a:rPr lang="en-US"/>
              <a:pPr>
                <a:defRPr/>
              </a:pPr>
              <a:t>‹#›</a:t>
            </a:fld>
            <a:endParaRPr lang="en-US" dirty="0"/>
          </a:p>
        </p:txBody>
      </p:sp>
    </p:spTree>
    <p:extLst>
      <p:ext uri="{BB962C8B-B14F-4D97-AF65-F5344CB8AC3E}">
        <p14:creationId xmlns:p14="http://schemas.microsoft.com/office/powerpoint/2010/main" val="10126353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eaLnBrk="1" hangingPunct="1">
              <a:lnSpc>
                <a:spcPct val="93000"/>
              </a:lnSpc>
              <a:buSzPct val="100000"/>
              <a:buFont typeface="Times New Roman" panose="02020603050405020304" pitchFamily="18" charset="0"/>
              <a:buNone/>
              <a:defRPr/>
            </a:pPr>
            <a:r>
              <a:rPr lang="en-US" sz="8818" dirty="0">
                <a:ln w="3175" cmpd="sng">
                  <a:noFill/>
                </a:ln>
                <a:solidFill>
                  <a:schemeClr val="accent1">
                    <a:lumMod val="60000"/>
                    <a:lumOff val="40000"/>
                  </a:schemeClr>
                </a:solidFill>
                <a:latin typeface="Arial"/>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eaLnBrk="1" hangingPunct="1">
              <a:lnSpc>
                <a:spcPct val="93000"/>
              </a:lnSpc>
              <a:buSzPct val="100000"/>
              <a:buFont typeface="Times New Roman" panose="02020603050405020304" pitchFamily="18" charset="0"/>
              <a:buNone/>
              <a:defRPr/>
            </a:pPr>
            <a:r>
              <a:rPr lang="en-US" sz="8818"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835AD137-FA2C-4F92-91B2-CE7CC2F4EC21}" type="slidenum">
              <a:rPr lang="en-US"/>
              <a:pPr>
                <a:defRPr/>
              </a:pPr>
              <a:t>‹#›</a:t>
            </a:fld>
            <a:endParaRPr lang="en-US"/>
          </a:p>
        </p:txBody>
      </p:sp>
    </p:spTree>
    <p:extLst>
      <p:ext uri="{BB962C8B-B14F-4D97-AF65-F5344CB8AC3E}">
        <p14:creationId xmlns:p14="http://schemas.microsoft.com/office/powerpoint/2010/main" val="4491026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5A60E2F-A685-4305-B164-0075937506CA}" type="slidenum">
              <a:rPr lang="en-US"/>
              <a:pPr>
                <a:defRPr/>
              </a:pPr>
              <a:t>‹#›</a:t>
            </a:fld>
            <a:endParaRPr lang="en-US" dirty="0"/>
          </a:p>
        </p:txBody>
      </p:sp>
    </p:spTree>
    <p:extLst>
      <p:ext uri="{BB962C8B-B14F-4D97-AF65-F5344CB8AC3E}">
        <p14:creationId xmlns:p14="http://schemas.microsoft.com/office/powerpoint/2010/main" val="2164118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eaLnBrk="1" hangingPunct="1">
              <a:lnSpc>
                <a:spcPct val="93000"/>
              </a:lnSpc>
              <a:buSzPct val="100000"/>
              <a:buFont typeface="Times New Roman" panose="02020603050405020304" pitchFamily="18" charset="0"/>
              <a:buNone/>
              <a:defRPr/>
            </a:pPr>
            <a:r>
              <a:rPr lang="en-US" sz="8818" dirty="0">
                <a:ln w="3175" cmpd="sng">
                  <a:noFill/>
                </a:ln>
                <a:solidFill>
                  <a:schemeClr val="accent1">
                    <a:lumMod val="60000"/>
                    <a:lumOff val="40000"/>
                  </a:schemeClr>
                </a:solidFill>
                <a:latin typeface="Arial"/>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eaLnBrk="1" hangingPunct="1">
              <a:lnSpc>
                <a:spcPct val="93000"/>
              </a:lnSpc>
              <a:buSzPct val="100000"/>
              <a:buFont typeface="Times New Roman" panose="02020603050405020304" pitchFamily="18" charset="0"/>
              <a:buNone/>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4C400AA4-D969-4370-8AD8-527F9899C015}" type="slidenum">
              <a:rPr lang="en-US"/>
              <a:pPr>
                <a:defRPr/>
              </a:pPr>
              <a:t>‹#›</a:t>
            </a:fld>
            <a:endParaRPr lang="en-US"/>
          </a:p>
        </p:txBody>
      </p:sp>
    </p:spTree>
    <p:extLst>
      <p:ext uri="{BB962C8B-B14F-4D97-AF65-F5344CB8AC3E}">
        <p14:creationId xmlns:p14="http://schemas.microsoft.com/office/powerpoint/2010/main" val="39893509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438A49E2-98CD-47F2-B6A4-0561B6D8120B}" type="slidenum">
              <a:rPr lang="en-US"/>
              <a:pPr>
                <a:defRPr/>
              </a:pPr>
              <a:t>‹#›</a:t>
            </a:fld>
            <a:endParaRPr lang="en-US" dirty="0"/>
          </a:p>
        </p:txBody>
      </p:sp>
    </p:spTree>
    <p:extLst>
      <p:ext uri="{BB962C8B-B14F-4D97-AF65-F5344CB8AC3E}">
        <p14:creationId xmlns:p14="http://schemas.microsoft.com/office/powerpoint/2010/main" val="35253652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3D6123-3180-4608-9235-8FE59156211A}" type="slidenum">
              <a:rPr lang="en-US"/>
              <a:pPr>
                <a:defRPr/>
              </a:pPr>
              <a:t>‹#›</a:t>
            </a:fld>
            <a:endParaRPr lang="en-US" dirty="0"/>
          </a:p>
        </p:txBody>
      </p:sp>
    </p:spTree>
    <p:extLst>
      <p:ext uri="{BB962C8B-B14F-4D97-AF65-F5344CB8AC3E}">
        <p14:creationId xmlns:p14="http://schemas.microsoft.com/office/powerpoint/2010/main" val="5115791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C8D9ED3-2189-4145-A77A-A9C72024AC8F}" type="slidenum">
              <a:rPr lang="en-US"/>
              <a:pPr>
                <a:defRPr/>
              </a:pPr>
              <a:t>‹#›</a:t>
            </a:fld>
            <a:endParaRPr lang="en-US" dirty="0"/>
          </a:p>
        </p:txBody>
      </p:sp>
    </p:spTree>
    <p:extLst>
      <p:ext uri="{BB962C8B-B14F-4D97-AF65-F5344CB8AC3E}">
        <p14:creationId xmlns:p14="http://schemas.microsoft.com/office/powerpoint/2010/main" val="35375944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a:defRPr/>
            </a:lvl1pPr>
          </a:lstStyle>
          <a:p>
            <a:pPr>
              <a:defRPr/>
            </a:pPr>
            <a:endParaRPr lang="en-US" dirty="0"/>
          </a:p>
        </p:txBody>
      </p:sp>
      <p:sp>
        <p:nvSpPr>
          <p:cNvPr id="16" name="Footer Placeholder 4"/>
          <p:cNvSpPr>
            <a:spLocks noGrp="1"/>
          </p:cNvSpPr>
          <p:nvPr>
            <p:ph type="ftr" sz="quarter" idx="11"/>
          </p:nvPr>
        </p:nvSpPr>
        <p:spPr/>
        <p:txBody>
          <a:bodyPr/>
          <a:lstStyle>
            <a:lvl1pPr>
              <a:defRPr/>
            </a:lvl1pPr>
          </a:lstStyle>
          <a:p>
            <a:pPr>
              <a:defRPr/>
            </a:pPr>
            <a:endParaRPr lang="en-US"/>
          </a:p>
        </p:txBody>
      </p:sp>
      <p:sp>
        <p:nvSpPr>
          <p:cNvPr id="17" name="Slide Number Placeholder 5"/>
          <p:cNvSpPr>
            <a:spLocks noGrp="1"/>
          </p:cNvSpPr>
          <p:nvPr>
            <p:ph type="sldNum" sz="quarter" idx="12"/>
          </p:nvPr>
        </p:nvSpPr>
        <p:spPr/>
        <p:txBody>
          <a:bodyPr/>
          <a:lstStyle>
            <a:lvl1pPr>
              <a:defRPr/>
            </a:lvl1pPr>
          </a:lstStyle>
          <a:p>
            <a:pPr>
              <a:defRPr/>
            </a:pPr>
            <a:fld id="{B94E808B-D963-4D88-8CA4-F306C2B533BF}" type="slidenum">
              <a:rPr lang="en-US"/>
              <a:pPr>
                <a:defRPr/>
              </a:pPr>
              <a:t>‹#›</a:t>
            </a:fld>
            <a:endParaRPr lang="en-US"/>
          </a:p>
        </p:txBody>
      </p:sp>
    </p:spTree>
    <p:extLst>
      <p:ext uri="{BB962C8B-B14F-4D97-AF65-F5344CB8AC3E}">
        <p14:creationId xmlns:p14="http://schemas.microsoft.com/office/powerpoint/2010/main" val="17102883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48864A3-7802-4631-BE0D-FF357BC6A1A9}" type="slidenum">
              <a:rPr lang="en-US"/>
              <a:pPr>
                <a:defRPr/>
              </a:pPr>
              <a:t>‹#›</a:t>
            </a:fld>
            <a:endParaRPr lang="en-US" dirty="0"/>
          </a:p>
        </p:txBody>
      </p:sp>
    </p:spTree>
    <p:extLst>
      <p:ext uri="{BB962C8B-B14F-4D97-AF65-F5344CB8AC3E}">
        <p14:creationId xmlns:p14="http://schemas.microsoft.com/office/powerpoint/2010/main" val="35787689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628ED6-F24E-4290-86C8-A769F0319C25}" type="slidenum">
              <a:rPr lang="en-US"/>
              <a:pPr>
                <a:defRPr/>
              </a:pPr>
              <a:t>‹#›</a:t>
            </a:fld>
            <a:endParaRPr lang="en-US" dirty="0"/>
          </a:p>
        </p:txBody>
      </p:sp>
    </p:spTree>
    <p:extLst>
      <p:ext uri="{BB962C8B-B14F-4D97-AF65-F5344CB8AC3E}">
        <p14:creationId xmlns:p14="http://schemas.microsoft.com/office/powerpoint/2010/main" val="20253468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21E6DAB-DB12-405E-8295-B0315D350366}" type="slidenum">
              <a:rPr lang="en-US"/>
              <a:pPr>
                <a:defRPr/>
              </a:pPr>
              <a:t>‹#›</a:t>
            </a:fld>
            <a:endParaRPr lang="en-US" dirty="0"/>
          </a:p>
        </p:txBody>
      </p:sp>
    </p:spTree>
    <p:extLst>
      <p:ext uri="{BB962C8B-B14F-4D97-AF65-F5344CB8AC3E}">
        <p14:creationId xmlns:p14="http://schemas.microsoft.com/office/powerpoint/2010/main" val="19157252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5DF5795-B754-48CD-BDE7-02B08E5D3413}" type="slidenum">
              <a:rPr lang="en-US"/>
              <a:pPr>
                <a:defRPr/>
              </a:pPr>
              <a:t>‹#›</a:t>
            </a:fld>
            <a:endParaRPr lang="en-US" dirty="0"/>
          </a:p>
        </p:txBody>
      </p:sp>
    </p:spTree>
    <p:extLst>
      <p:ext uri="{BB962C8B-B14F-4D97-AF65-F5344CB8AC3E}">
        <p14:creationId xmlns:p14="http://schemas.microsoft.com/office/powerpoint/2010/main" val="20424710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2C1A6311-06EC-490D-B653-D338CBEA9CE7}" type="slidenum">
              <a:rPr lang="en-US"/>
              <a:pPr>
                <a:defRPr/>
              </a:pPr>
              <a:t>‹#›</a:t>
            </a:fld>
            <a:endParaRPr lang="en-US" dirty="0"/>
          </a:p>
        </p:txBody>
      </p:sp>
    </p:spTree>
    <p:extLst>
      <p:ext uri="{BB962C8B-B14F-4D97-AF65-F5344CB8AC3E}">
        <p14:creationId xmlns:p14="http://schemas.microsoft.com/office/powerpoint/2010/main" val="17817944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851D80C-7A20-4F54-B8C8-6511F454D316}" type="slidenum">
              <a:rPr lang="en-US"/>
              <a:pPr>
                <a:defRPr/>
              </a:pPr>
              <a:t>‹#›</a:t>
            </a:fld>
            <a:endParaRPr lang="en-US" dirty="0"/>
          </a:p>
        </p:txBody>
      </p:sp>
    </p:spTree>
    <p:extLst>
      <p:ext uri="{BB962C8B-B14F-4D97-AF65-F5344CB8AC3E}">
        <p14:creationId xmlns:p14="http://schemas.microsoft.com/office/powerpoint/2010/main" val="1634548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EB3C092-2CAC-4805-BDDE-8C762727C77D}" type="slidenum">
              <a:rPr lang="en-US"/>
              <a:pPr>
                <a:defRPr/>
              </a:pPr>
              <a:t>‹#›</a:t>
            </a:fld>
            <a:endParaRPr lang="en-US" dirty="0"/>
          </a:p>
        </p:txBody>
      </p:sp>
    </p:spTree>
    <p:extLst>
      <p:ext uri="{BB962C8B-B14F-4D97-AF65-F5344CB8AC3E}">
        <p14:creationId xmlns:p14="http://schemas.microsoft.com/office/powerpoint/2010/main" val="16612576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5414EB3-B9BB-4EF9-9602-78934D4DD7D2}" type="slidenum">
              <a:rPr lang="en-US"/>
              <a:pPr>
                <a:defRPr/>
              </a:pPr>
              <a:t>‹#›</a:t>
            </a:fld>
            <a:endParaRPr lang="en-US" dirty="0"/>
          </a:p>
        </p:txBody>
      </p:sp>
    </p:spTree>
    <p:extLst>
      <p:ext uri="{BB962C8B-B14F-4D97-AF65-F5344CB8AC3E}">
        <p14:creationId xmlns:p14="http://schemas.microsoft.com/office/powerpoint/2010/main" val="3991146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86E43F9-C4A4-44DC-9E5A-737AC64A30BC}" type="slidenum">
              <a:rPr lang="en-US"/>
              <a:pPr>
                <a:defRPr/>
              </a:pPr>
              <a:t>‹#›</a:t>
            </a:fld>
            <a:endParaRPr lang="en-US" dirty="0"/>
          </a:p>
        </p:txBody>
      </p:sp>
    </p:spTree>
    <p:extLst>
      <p:ext uri="{BB962C8B-B14F-4D97-AF65-F5344CB8AC3E}">
        <p14:creationId xmlns:p14="http://schemas.microsoft.com/office/powerpoint/2010/main" val="36683800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endParaRPr lang="en-US" sz="1984" dirty="0">
              <a:solidFill>
                <a:schemeClr val="accent1">
                  <a:lumMod val="60000"/>
                  <a:lumOff val="40000"/>
                </a:schemeClr>
              </a:solidFill>
              <a:latin typeface="Arial"/>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BA2CAB63-D3CB-4D1B-877D-B6CCC1825B44}" type="slidenum">
              <a:rPr lang="en-US"/>
              <a:pPr>
                <a:defRPr/>
              </a:pPr>
              <a:t>‹#›</a:t>
            </a:fld>
            <a:endParaRPr lang="en-US"/>
          </a:p>
        </p:txBody>
      </p:sp>
    </p:spTree>
    <p:extLst>
      <p:ext uri="{BB962C8B-B14F-4D97-AF65-F5344CB8AC3E}">
        <p14:creationId xmlns:p14="http://schemas.microsoft.com/office/powerpoint/2010/main" val="37322353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D743F7-E289-4F4A-BCF8-D9AFC62C79F1}" type="slidenum">
              <a:rPr lang="en-US"/>
              <a:pPr>
                <a:defRPr/>
              </a:pPr>
              <a:t>‹#›</a:t>
            </a:fld>
            <a:endParaRPr lang="en-US" dirty="0"/>
          </a:p>
        </p:txBody>
      </p:sp>
    </p:spTree>
    <p:extLst>
      <p:ext uri="{BB962C8B-B14F-4D97-AF65-F5344CB8AC3E}">
        <p14:creationId xmlns:p14="http://schemas.microsoft.com/office/powerpoint/2010/main" val="24581608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a:defRPr/>
            </a:lvl1pPr>
          </a:lstStyle>
          <a:p>
            <a:pPr>
              <a:defRPr/>
            </a:pPr>
            <a:endParaRPr lang="en-US" dirty="0"/>
          </a:p>
        </p:txBody>
      </p:sp>
      <p:sp>
        <p:nvSpPr>
          <p:cNvPr id="8" name="Footer Placeholder 4"/>
          <p:cNvSpPr>
            <a:spLocks noGrp="1"/>
          </p:cNvSpPr>
          <p:nvPr>
            <p:ph type="ftr" sz="quarter" idx="15"/>
          </p:nvPr>
        </p:nvSpPr>
        <p:spPr/>
        <p:txBody>
          <a:bodyPr/>
          <a:lstStyle>
            <a:lvl1pPr>
              <a:defRPr/>
            </a:lvl1pPr>
          </a:lstStyle>
          <a:p>
            <a:pPr>
              <a:defRPr/>
            </a:pPr>
            <a:endParaRPr lang="en-US"/>
          </a:p>
        </p:txBody>
      </p:sp>
      <p:sp>
        <p:nvSpPr>
          <p:cNvPr id="9" name="Slide Number Placeholder 5"/>
          <p:cNvSpPr>
            <a:spLocks noGrp="1"/>
          </p:cNvSpPr>
          <p:nvPr>
            <p:ph type="sldNum" sz="quarter" idx="16"/>
          </p:nvPr>
        </p:nvSpPr>
        <p:spPr/>
        <p:txBody>
          <a:bodyPr/>
          <a:lstStyle>
            <a:lvl1pPr>
              <a:defRPr/>
            </a:lvl1pPr>
          </a:lstStyle>
          <a:p>
            <a:pPr>
              <a:defRPr/>
            </a:pPr>
            <a:fld id="{B95A7BFC-E46A-4782-942E-528A995D4548}" type="slidenum">
              <a:rPr lang="en-US"/>
              <a:pPr>
                <a:defRPr/>
              </a:pPr>
              <a:t>‹#›</a:t>
            </a:fld>
            <a:endParaRPr lang="en-US"/>
          </a:p>
        </p:txBody>
      </p:sp>
    </p:spTree>
    <p:extLst>
      <p:ext uri="{BB962C8B-B14F-4D97-AF65-F5344CB8AC3E}">
        <p14:creationId xmlns:p14="http://schemas.microsoft.com/office/powerpoint/2010/main" val="11823324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a:defRPr/>
            </a:lvl1pPr>
          </a:lstStyle>
          <a:p>
            <a:pPr>
              <a:defRPr/>
            </a:pPr>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5C53B2E3-BD08-4222-AB01-07BC9F94FADA}" type="slidenum">
              <a:rPr lang="en-US"/>
              <a:pPr>
                <a:defRPr/>
              </a:pPr>
              <a:t>‹#›</a:t>
            </a:fld>
            <a:endParaRPr lang="en-US" dirty="0"/>
          </a:p>
        </p:txBody>
      </p:sp>
    </p:spTree>
    <p:extLst>
      <p:ext uri="{BB962C8B-B14F-4D97-AF65-F5344CB8AC3E}">
        <p14:creationId xmlns:p14="http://schemas.microsoft.com/office/powerpoint/2010/main" val="15378761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96B832-12B5-4516-8320-3DA275DB2EE1}" type="slidenum">
              <a:rPr lang="en-US"/>
              <a:pPr>
                <a:defRPr/>
              </a:pPr>
              <a:t>‹#›</a:t>
            </a:fld>
            <a:endParaRPr lang="en-US" dirty="0"/>
          </a:p>
        </p:txBody>
      </p:sp>
    </p:spTree>
    <p:extLst>
      <p:ext uri="{BB962C8B-B14F-4D97-AF65-F5344CB8AC3E}">
        <p14:creationId xmlns:p14="http://schemas.microsoft.com/office/powerpoint/2010/main" val="30523080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DDB8BA-46E0-4322-949C-DA4BADA188CE}" type="slidenum">
              <a:rPr lang="en-US"/>
              <a:pPr>
                <a:defRPr/>
              </a:pPr>
              <a:t>‹#›</a:t>
            </a:fld>
            <a:endParaRPr lang="en-US" dirty="0"/>
          </a:p>
        </p:txBody>
      </p:sp>
    </p:spTree>
    <p:extLst>
      <p:ext uri="{BB962C8B-B14F-4D97-AF65-F5344CB8AC3E}">
        <p14:creationId xmlns:p14="http://schemas.microsoft.com/office/powerpoint/2010/main" val="205702796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FDCB40E-1871-49A7-A819-B651B09ACAAE}" type="slidenum">
              <a:rPr lang="en-US"/>
              <a:pPr>
                <a:defRPr/>
              </a:pPr>
              <a:t>‹#›</a:t>
            </a:fld>
            <a:endParaRPr lang="en-US"/>
          </a:p>
        </p:txBody>
      </p:sp>
    </p:spTree>
    <p:extLst>
      <p:ext uri="{BB962C8B-B14F-4D97-AF65-F5344CB8AC3E}">
        <p14:creationId xmlns:p14="http://schemas.microsoft.com/office/powerpoint/2010/main" val="22064582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AD973C42-6F47-403C-AB58-85D3F479677F}" type="slidenum">
              <a:rPr lang="en-US"/>
              <a:pPr>
                <a:defRPr/>
              </a:pPr>
              <a:t>‹#›</a:t>
            </a:fld>
            <a:endParaRPr lang="en-US" dirty="0"/>
          </a:p>
        </p:txBody>
      </p:sp>
    </p:spTree>
    <p:extLst>
      <p:ext uri="{BB962C8B-B14F-4D97-AF65-F5344CB8AC3E}">
        <p14:creationId xmlns:p14="http://schemas.microsoft.com/office/powerpoint/2010/main" val="33058205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75AD8F9-4897-4832-88F7-DD84F5F8B8FB}" type="slidenum">
              <a:rPr lang="en-US"/>
              <a:pPr>
                <a:defRPr/>
              </a:pPr>
              <a:t>‹#›</a:t>
            </a:fld>
            <a:endParaRPr lang="en-US"/>
          </a:p>
        </p:txBody>
      </p:sp>
    </p:spTree>
    <p:extLst>
      <p:ext uri="{BB962C8B-B14F-4D97-AF65-F5344CB8AC3E}">
        <p14:creationId xmlns:p14="http://schemas.microsoft.com/office/powerpoint/2010/main" val="32084342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3EE08E1-2071-4CA9-9AD0-DF317CF8AB9E}" type="slidenum">
              <a:rPr lang="en-US"/>
              <a:pPr>
                <a:defRPr/>
              </a:pPr>
              <a:t>‹#›</a:t>
            </a:fld>
            <a:endParaRPr lang="en-US"/>
          </a:p>
        </p:txBody>
      </p:sp>
    </p:spTree>
    <p:extLst>
      <p:ext uri="{BB962C8B-B14F-4D97-AF65-F5344CB8AC3E}">
        <p14:creationId xmlns:p14="http://schemas.microsoft.com/office/powerpoint/2010/main" val="7592906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C5F6CE8-DD77-4F4C-8FC4-216435E56F90}" type="slidenum">
              <a:rPr lang="en-US"/>
              <a:pPr>
                <a:defRPr/>
              </a:pPr>
              <a:t>‹#›</a:t>
            </a:fld>
            <a:endParaRPr lang="en-US"/>
          </a:p>
        </p:txBody>
      </p:sp>
    </p:spTree>
    <p:extLst>
      <p:ext uri="{BB962C8B-B14F-4D97-AF65-F5344CB8AC3E}">
        <p14:creationId xmlns:p14="http://schemas.microsoft.com/office/powerpoint/2010/main" val="396471128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F5E9EA1-E0E8-4CA7-AD58-ECB115D2CD77}" type="slidenum">
              <a:rPr lang="en-US"/>
              <a:pPr>
                <a:defRPr/>
              </a:pPr>
              <a:t>‹#›</a:t>
            </a:fld>
            <a:endParaRPr lang="en-US"/>
          </a:p>
        </p:txBody>
      </p:sp>
    </p:spTree>
    <p:extLst>
      <p:ext uri="{BB962C8B-B14F-4D97-AF65-F5344CB8AC3E}">
        <p14:creationId xmlns:p14="http://schemas.microsoft.com/office/powerpoint/2010/main" val="742911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A405753-DEFE-4ACA-B323-FC631F4966A3}" type="slidenum">
              <a:rPr lang="en-US"/>
              <a:pPr>
                <a:defRPr/>
              </a:pPr>
              <a:t>‹#›</a:t>
            </a:fld>
            <a:endParaRPr lang="en-US"/>
          </a:p>
        </p:txBody>
      </p:sp>
    </p:spTree>
    <p:extLst>
      <p:ext uri="{BB962C8B-B14F-4D97-AF65-F5344CB8AC3E}">
        <p14:creationId xmlns:p14="http://schemas.microsoft.com/office/powerpoint/2010/main" val="275514641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779F45A-C647-4865-9D83-062365F80307}" type="slidenum">
              <a:rPr lang="en-US"/>
              <a:pPr>
                <a:defRPr/>
              </a:pPr>
              <a:t>‹#›</a:t>
            </a:fld>
            <a:endParaRPr lang="en-US"/>
          </a:p>
        </p:txBody>
      </p:sp>
    </p:spTree>
    <p:extLst>
      <p:ext uri="{BB962C8B-B14F-4D97-AF65-F5344CB8AC3E}">
        <p14:creationId xmlns:p14="http://schemas.microsoft.com/office/powerpoint/2010/main" val="18163395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2DBA222-116B-44A5-9534-CAF7326C214D}" type="slidenum">
              <a:rPr lang="en-US"/>
              <a:pPr>
                <a:defRPr/>
              </a:pPr>
              <a:t>‹#›</a:t>
            </a:fld>
            <a:endParaRPr lang="en-US"/>
          </a:p>
        </p:txBody>
      </p:sp>
    </p:spTree>
    <p:extLst>
      <p:ext uri="{BB962C8B-B14F-4D97-AF65-F5344CB8AC3E}">
        <p14:creationId xmlns:p14="http://schemas.microsoft.com/office/powerpoint/2010/main" val="2882052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F408ABD-1333-4324-8FBF-A90E8A86F495}" type="slidenum">
              <a:rPr lang="en-US"/>
              <a:pPr>
                <a:defRPr/>
              </a:pPr>
              <a:t>‹#›</a:t>
            </a:fld>
            <a:endParaRPr lang="en-US"/>
          </a:p>
        </p:txBody>
      </p:sp>
    </p:spTree>
    <p:extLst>
      <p:ext uri="{BB962C8B-B14F-4D97-AF65-F5344CB8AC3E}">
        <p14:creationId xmlns:p14="http://schemas.microsoft.com/office/powerpoint/2010/main" val="29556119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1193B69-FDBD-49D9-A620-285670C74136}" type="slidenum">
              <a:rPr lang="en-US"/>
              <a:pPr>
                <a:defRPr/>
              </a:pPr>
              <a:t>‹#›</a:t>
            </a:fld>
            <a:endParaRPr lang="en-US"/>
          </a:p>
        </p:txBody>
      </p:sp>
    </p:spTree>
    <p:extLst>
      <p:ext uri="{BB962C8B-B14F-4D97-AF65-F5344CB8AC3E}">
        <p14:creationId xmlns:p14="http://schemas.microsoft.com/office/powerpoint/2010/main" val="41527174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D46BBEC-8658-4792-97D9-4E1790DC8044}" type="slidenum">
              <a:rPr lang="en-US"/>
              <a:pPr>
                <a:defRPr/>
              </a:pPr>
              <a:t>‹#›</a:t>
            </a:fld>
            <a:endParaRPr lang="en-US"/>
          </a:p>
        </p:txBody>
      </p:sp>
    </p:spTree>
    <p:extLst>
      <p:ext uri="{BB962C8B-B14F-4D97-AF65-F5344CB8AC3E}">
        <p14:creationId xmlns:p14="http://schemas.microsoft.com/office/powerpoint/2010/main" val="156346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3902E25-9007-41BA-B760-7BDFC3B6FC25}" type="slidenum">
              <a:rPr lang="en-US"/>
              <a:pPr>
                <a:defRPr/>
              </a:pPr>
              <a:t>‹#›</a:t>
            </a:fld>
            <a:endParaRPr lang="en-US"/>
          </a:p>
        </p:txBody>
      </p:sp>
    </p:spTree>
    <p:extLst>
      <p:ext uri="{BB962C8B-B14F-4D97-AF65-F5344CB8AC3E}">
        <p14:creationId xmlns:p14="http://schemas.microsoft.com/office/powerpoint/2010/main" val="15095231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FE7BD20-C1E8-4349-81FF-EBFA3D4FB841}" type="slidenum">
              <a:rPr lang="en-US"/>
              <a:pPr>
                <a:defRPr/>
              </a:pPr>
              <a:t>‹#›</a:t>
            </a:fld>
            <a:endParaRPr lang="en-US"/>
          </a:p>
        </p:txBody>
      </p:sp>
    </p:spTree>
    <p:extLst>
      <p:ext uri="{BB962C8B-B14F-4D97-AF65-F5344CB8AC3E}">
        <p14:creationId xmlns:p14="http://schemas.microsoft.com/office/powerpoint/2010/main" val="279739037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7288781-27AF-4D38-9727-A6C0E3C78812}" type="slidenum">
              <a:rPr lang="en-US"/>
              <a:pPr>
                <a:defRPr/>
              </a:pPr>
              <a:t>‹#›</a:t>
            </a:fld>
            <a:endParaRPr lang="en-US"/>
          </a:p>
        </p:txBody>
      </p:sp>
    </p:spTree>
    <p:extLst>
      <p:ext uri="{BB962C8B-B14F-4D97-AF65-F5344CB8AC3E}">
        <p14:creationId xmlns:p14="http://schemas.microsoft.com/office/powerpoint/2010/main" val="21584501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5ADE4BB-7E15-4A1C-A9C6-FF2BB76624E1}" type="slidenum">
              <a:rPr lang="en-US"/>
              <a:pPr>
                <a:defRPr/>
              </a:pPr>
              <a:t>‹#›</a:t>
            </a:fld>
            <a:endParaRPr lang="en-US"/>
          </a:p>
        </p:txBody>
      </p:sp>
    </p:spTree>
    <p:extLst>
      <p:ext uri="{BB962C8B-B14F-4D97-AF65-F5344CB8AC3E}">
        <p14:creationId xmlns:p14="http://schemas.microsoft.com/office/powerpoint/2010/main" val="38347082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AD97DA1-38E3-4F15-B2EA-1D427762173D}" type="slidenum">
              <a:rPr lang="en-US"/>
              <a:pPr>
                <a:defRPr/>
              </a:pPr>
              <a:t>‹#›</a:t>
            </a:fld>
            <a:endParaRPr lang="en-US"/>
          </a:p>
        </p:txBody>
      </p:sp>
    </p:spTree>
    <p:extLst>
      <p:ext uri="{BB962C8B-B14F-4D97-AF65-F5344CB8AC3E}">
        <p14:creationId xmlns:p14="http://schemas.microsoft.com/office/powerpoint/2010/main" val="33041319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309FDD71-EE7B-4B10-8F90-A8015DD4A829}" type="slidenum">
              <a:rPr lang="en-US"/>
              <a:pPr>
                <a:defRPr/>
              </a:pPr>
              <a:t>‹#›</a:t>
            </a:fld>
            <a:endParaRPr lang="en-US" dirty="0"/>
          </a:p>
        </p:txBody>
      </p:sp>
    </p:spTree>
    <p:extLst>
      <p:ext uri="{BB962C8B-B14F-4D97-AF65-F5344CB8AC3E}">
        <p14:creationId xmlns:p14="http://schemas.microsoft.com/office/powerpoint/2010/main" val="422352290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D4BF807-A2A8-40EE-972A-7259B580014A}" type="slidenum">
              <a:rPr lang="en-US"/>
              <a:pPr>
                <a:defRPr/>
              </a:pPr>
              <a:t>‹#›</a:t>
            </a:fld>
            <a:endParaRPr lang="en-US"/>
          </a:p>
        </p:txBody>
      </p:sp>
    </p:spTree>
    <p:extLst>
      <p:ext uri="{BB962C8B-B14F-4D97-AF65-F5344CB8AC3E}">
        <p14:creationId xmlns:p14="http://schemas.microsoft.com/office/powerpoint/2010/main" val="415925163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FE2846D-0631-430B-A09A-73FD8169428C}" type="slidenum">
              <a:rPr lang="en-US"/>
              <a:pPr>
                <a:defRPr/>
              </a:pPr>
              <a:t>‹#›</a:t>
            </a:fld>
            <a:endParaRPr lang="en-US"/>
          </a:p>
        </p:txBody>
      </p:sp>
    </p:spTree>
    <p:extLst>
      <p:ext uri="{BB962C8B-B14F-4D97-AF65-F5344CB8AC3E}">
        <p14:creationId xmlns:p14="http://schemas.microsoft.com/office/powerpoint/2010/main" val="398136466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F8B854E-960B-4D55-803D-7320D0615F9F}" type="slidenum">
              <a:rPr lang="en-US"/>
              <a:pPr>
                <a:defRPr/>
              </a:pPr>
              <a:t>‹#›</a:t>
            </a:fld>
            <a:endParaRPr lang="en-US"/>
          </a:p>
        </p:txBody>
      </p:sp>
    </p:spTree>
    <p:extLst>
      <p:ext uri="{BB962C8B-B14F-4D97-AF65-F5344CB8AC3E}">
        <p14:creationId xmlns:p14="http://schemas.microsoft.com/office/powerpoint/2010/main" val="205773137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E91006B-F6E7-4EA9-A505-AEC43462E182}" type="slidenum">
              <a:rPr lang="en-US"/>
              <a:pPr>
                <a:defRPr/>
              </a:pPr>
              <a:t>‹#›</a:t>
            </a:fld>
            <a:endParaRPr lang="en-US"/>
          </a:p>
        </p:txBody>
      </p:sp>
    </p:spTree>
    <p:extLst>
      <p:ext uri="{BB962C8B-B14F-4D97-AF65-F5344CB8AC3E}">
        <p14:creationId xmlns:p14="http://schemas.microsoft.com/office/powerpoint/2010/main" val="249355953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CB76F3E-BFEB-4FC1-8B6A-C466BA634CAE}" type="slidenum">
              <a:rPr lang="en-US"/>
              <a:pPr>
                <a:defRPr/>
              </a:pPr>
              <a:t>‹#›</a:t>
            </a:fld>
            <a:endParaRPr lang="en-US"/>
          </a:p>
        </p:txBody>
      </p:sp>
    </p:spTree>
    <p:extLst>
      <p:ext uri="{BB962C8B-B14F-4D97-AF65-F5344CB8AC3E}">
        <p14:creationId xmlns:p14="http://schemas.microsoft.com/office/powerpoint/2010/main" val="41064514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E129C6E-8D9D-4C61-8C68-7880A8948821}" type="slidenum">
              <a:rPr lang="en-US"/>
              <a:pPr>
                <a:defRPr/>
              </a:pPr>
              <a:t>‹#›</a:t>
            </a:fld>
            <a:endParaRPr lang="en-US"/>
          </a:p>
        </p:txBody>
      </p:sp>
    </p:spTree>
    <p:extLst>
      <p:ext uri="{BB962C8B-B14F-4D97-AF65-F5344CB8AC3E}">
        <p14:creationId xmlns:p14="http://schemas.microsoft.com/office/powerpoint/2010/main" val="32299932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6AA6313-54FB-413D-8F3D-F4D405F2B1E3}" type="slidenum">
              <a:rPr lang="en-US"/>
              <a:pPr>
                <a:defRPr/>
              </a:pPr>
              <a:t>‹#›</a:t>
            </a:fld>
            <a:endParaRPr lang="en-US"/>
          </a:p>
        </p:txBody>
      </p:sp>
    </p:spTree>
    <p:extLst>
      <p:ext uri="{BB962C8B-B14F-4D97-AF65-F5344CB8AC3E}">
        <p14:creationId xmlns:p14="http://schemas.microsoft.com/office/powerpoint/2010/main" val="418607077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4B526CD-92C5-4737-9C30-5BA487D81379}" type="slidenum">
              <a:rPr lang="en-US"/>
              <a:pPr>
                <a:defRPr/>
              </a:pPr>
              <a:t>‹#›</a:t>
            </a:fld>
            <a:endParaRPr lang="en-US"/>
          </a:p>
        </p:txBody>
      </p:sp>
    </p:spTree>
    <p:extLst>
      <p:ext uri="{BB962C8B-B14F-4D97-AF65-F5344CB8AC3E}">
        <p14:creationId xmlns:p14="http://schemas.microsoft.com/office/powerpoint/2010/main" val="418460726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9CBFF2C-B2E1-41C7-9DBA-1C1F7DDBFD43}" type="slidenum">
              <a:rPr lang="en-US"/>
              <a:pPr>
                <a:defRPr/>
              </a:pPr>
              <a:t>‹#›</a:t>
            </a:fld>
            <a:endParaRPr lang="en-US"/>
          </a:p>
        </p:txBody>
      </p:sp>
    </p:spTree>
    <p:extLst>
      <p:ext uri="{BB962C8B-B14F-4D97-AF65-F5344CB8AC3E}">
        <p14:creationId xmlns:p14="http://schemas.microsoft.com/office/powerpoint/2010/main" val="3370680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74510F1-F11F-416C-9B94-80506028A180}" type="slidenum">
              <a:rPr lang="en-US"/>
              <a:pPr>
                <a:defRPr/>
              </a:pPr>
              <a:t>‹#›</a:t>
            </a:fld>
            <a:endParaRPr lang="en-US"/>
          </a:p>
        </p:txBody>
      </p:sp>
    </p:spTree>
    <p:extLst>
      <p:ext uri="{BB962C8B-B14F-4D97-AF65-F5344CB8AC3E}">
        <p14:creationId xmlns:p14="http://schemas.microsoft.com/office/powerpoint/2010/main" val="414008866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435ED39-D391-4188-A597-59A2BD8F914D}" type="slidenum">
              <a:rPr lang="en-US"/>
              <a:pPr>
                <a:defRPr/>
              </a:pPr>
              <a:t>‹#›</a:t>
            </a:fld>
            <a:endParaRPr lang="en-US"/>
          </a:p>
        </p:txBody>
      </p:sp>
    </p:spTree>
    <p:extLst>
      <p:ext uri="{BB962C8B-B14F-4D97-AF65-F5344CB8AC3E}">
        <p14:creationId xmlns:p14="http://schemas.microsoft.com/office/powerpoint/2010/main" val="92118857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EDA1183-554D-43AC-AE01-3017094232F3}" type="slidenum">
              <a:rPr lang="en-US"/>
              <a:pPr>
                <a:defRPr/>
              </a:pPr>
              <a:t>‹#›</a:t>
            </a:fld>
            <a:endParaRPr lang="en-US"/>
          </a:p>
        </p:txBody>
      </p:sp>
    </p:spTree>
    <p:extLst>
      <p:ext uri="{BB962C8B-B14F-4D97-AF65-F5344CB8AC3E}">
        <p14:creationId xmlns:p14="http://schemas.microsoft.com/office/powerpoint/2010/main" val="17181187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EFB6557-270D-4677-9EAA-225D1EBFE879}" type="slidenum">
              <a:rPr lang="en-US"/>
              <a:pPr>
                <a:defRPr/>
              </a:pPr>
              <a:t>‹#›</a:t>
            </a:fld>
            <a:endParaRPr lang="en-US"/>
          </a:p>
        </p:txBody>
      </p:sp>
    </p:spTree>
    <p:extLst>
      <p:ext uri="{BB962C8B-B14F-4D97-AF65-F5344CB8AC3E}">
        <p14:creationId xmlns:p14="http://schemas.microsoft.com/office/powerpoint/2010/main" val="762351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10E68F8-3F9D-42E1-9585-7920F9639A65}" type="slidenum">
              <a:rPr lang="en-US"/>
              <a:pPr>
                <a:defRPr/>
              </a:pPr>
              <a:t>‹#›</a:t>
            </a:fld>
            <a:endParaRPr lang="en-US"/>
          </a:p>
        </p:txBody>
      </p:sp>
    </p:spTree>
    <p:extLst>
      <p:ext uri="{BB962C8B-B14F-4D97-AF65-F5344CB8AC3E}">
        <p14:creationId xmlns:p14="http://schemas.microsoft.com/office/powerpoint/2010/main" val="116392786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DB8E613-CB84-4D89-94DF-CE1721F96AC0}" type="slidenum">
              <a:rPr lang="en-US"/>
              <a:pPr>
                <a:defRPr/>
              </a:pPr>
              <a:t>‹#›</a:t>
            </a:fld>
            <a:endParaRPr lang="en-US"/>
          </a:p>
        </p:txBody>
      </p:sp>
    </p:spTree>
    <p:extLst>
      <p:ext uri="{BB962C8B-B14F-4D97-AF65-F5344CB8AC3E}">
        <p14:creationId xmlns:p14="http://schemas.microsoft.com/office/powerpoint/2010/main" val="310670696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91F9677F-18E9-458C-9EBC-5441E1C69256}" type="slidenum">
              <a:rPr lang="en-US"/>
              <a:pPr>
                <a:defRPr/>
              </a:pPr>
              <a:t>‹#›</a:t>
            </a:fld>
            <a:endParaRPr lang="en-US" dirty="0"/>
          </a:p>
        </p:txBody>
      </p:sp>
    </p:spTree>
    <p:extLst>
      <p:ext uri="{BB962C8B-B14F-4D97-AF65-F5344CB8AC3E}">
        <p14:creationId xmlns:p14="http://schemas.microsoft.com/office/powerpoint/2010/main" val="375345648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651D312-4979-4B5F-B9BE-861C40C8929E}" type="slidenum">
              <a:rPr lang="en-US"/>
              <a:pPr>
                <a:defRPr/>
              </a:pPr>
              <a:t>‹#›</a:t>
            </a:fld>
            <a:endParaRPr lang="en-US"/>
          </a:p>
        </p:txBody>
      </p:sp>
    </p:spTree>
    <p:extLst>
      <p:ext uri="{BB962C8B-B14F-4D97-AF65-F5344CB8AC3E}">
        <p14:creationId xmlns:p14="http://schemas.microsoft.com/office/powerpoint/2010/main" val="267931827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3C42A82-BA1D-468F-96C7-EBEF362C085F}" type="slidenum">
              <a:rPr lang="en-US"/>
              <a:pPr>
                <a:defRPr/>
              </a:pPr>
              <a:t>‹#›</a:t>
            </a:fld>
            <a:endParaRPr lang="en-US"/>
          </a:p>
        </p:txBody>
      </p:sp>
    </p:spTree>
    <p:extLst>
      <p:ext uri="{BB962C8B-B14F-4D97-AF65-F5344CB8AC3E}">
        <p14:creationId xmlns:p14="http://schemas.microsoft.com/office/powerpoint/2010/main" val="25793656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F820B6A-ACEA-4BF7-BD5D-B085ABD395E6}" type="slidenum">
              <a:rPr lang="en-US"/>
              <a:pPr>
                <a:defRPr/>
              </a:pPr>
              <a:t>‹#›</a:t>
            </a:fld>
            <a:endParaRPr lang="en-US"/>
          </a:p>
        </p:txBody>
      </p:sp>
    </p:spTree>
    <p:extLst>
      <p:ext uri="{BB962C8B-B14F-4D97-AF65-F5344CB8AC3E}">
        <p14:creationId xmlns:p14="http://schemas.microsoft.com/office/powerpoint/2010/main" val="315590904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1D48A84-28F1-4B19-B764-07A5CB3E4BE6}" type="slidenum">
              <a:rPr lang="en-US"/>
              <a:pPr>
                <a:defRPr/>
              </a:pPr>
              <a:t>‹#›</a:t>
            </a:fld>
            <a:endParaRPr lang="en-US"/>
          </a:p>
        </p:txBody>
      </p:sp>
    </p:spTree>
    <p:extLst>
      <p:ext uri="{BB962C8B-B14F-4D97-AF65-F5344CB8AC3E}">
        <p14:creationId xmlns:p14="http://schemas.microsoft.com/office/powerpoint/2010/main" val="21609078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B824FDD-7ADA-4E8E-98E0-F748658B7518}" type="slidenum">
              <a:rPr lang="en-US"/>
              <a:pPr>
                <a:defRPr/>
              </a:pPr>
              <a:t>‹#›</a:t>
            </a:fld>
            <a:endParaRPr lang="en-US"/>
          </a:p>
        </p:txBody>
      </p:sp>
    </p:spTree>
    <p:extLst>
      <p:ext uri="{BB962C8B-B14F-4D97-AF65-F5344CB8AC3E}">
        <p14:creationId xmlns:p14="http://schemas.microsoft.com/office/powerpoint/2010/main" val="33011209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3D58D71-4506-451A-A202-F3717A559C53}" type="slidenum">
              <a:rPr lang="en-US"/>
              <a:pPr>
                <a:defRPr/>
              </a:pPr>
              <a:t>‹#›</a:t>
            </a:fld>
            <a:endParaRPr lang="en-US"/>
          </a:p>
        </p:txBody>
      </p:sp>
    </p:spTree>
    <p:extLst>
      <p:ext uri="{BB962C8B-B14F-4D97-AF65-F5344CB8AC3E}">
        <p14:creationId xmlns:p14="http://schemas.microsoft.com/office/powerpoint/2010/main" val="42904759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2078A68-535C-4983-B20F-37DBE9F1AE4C}" type="slidenum">
              <a:rPr lang="en-US"/>
              <a:pPr>
                <a:defRPr/>
              </a:pPr>
              <a:t>‹#›</a:t>
            </a:fld>
            <a:endParaRPr lang="en-US"/>
          </a:p>
        </p:txBody>
      </p:sp>
    </p:spTree>
    <p:extLst>
      <p:ext uri="{BB962C8B-B14F-4D97-AF65-F5344CB8AC3E}">
        <p14:creationId xmlns:p14="http://schemas.microsoft.com/office/powerpoint/2010/main" val="22087813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B3E324A-74F9-4D16-9B47-3EF347965C73}" type="slidenum">
              <a:rPr lang="en-US"/>
              <a:pPr>
                <a:defRPr/>
              </a:pPr>
              <a:t>‹#›</a:t>
            </a:fld>
            <a:endParaRPr lang="en-US"/>
          </a:p>
        </p:txBody>
      </p:sp>
    </p:spTree>
    <p:extLst>
      <p:ext uri="{BB962C8B-B14F-4D97-AF65-F5344CB8AC3E}">
        <p14:creationId xmlns:p14="http://schemas.microsoft.com/office/powerpoint/2010/main" val="348752601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8F7493C-89D7-4ECE-AD1C-DFBC9C257639}" type="slidenum">
              <a:rPr lang="en-US"/>
              <a:pPr>
                <a:defRPr/>
              </a:pPr>
              <a:t>‹#›</a:t>
            </a:fld>
            <a:endParaRPr lang="en-US"/>
          </a:p>
        </p:txBody>
      </p:sp>
    </p:spTree>
    <p:extLst>
      <p:ext uri="{BB962C8B-B14F-4D97-AF65-F5344CB8AC3E}">
        <p14:creationId xmlns:p14="http://schemas.microsoft.com/office/powerpoint/2010/main" val="148450491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F73EFAB-4355-4D2A-8EFC-25224F6E8289}" type="slidenum">
              <a:rPr lang="en-US"/>
              <a:pPr>
                <a:defRPr/>
              </a:pPr>
              <a:t>‹#›</a:t>
            </a:fld>
            <a:endParaRPr lang="en-US"/>
          </a:p>
        </p:txBody>
      </p:sp>
    </p:spTree>
    <p:extLst>
      <p:ext uri="{BB962C8B-B14F-4D97-AF65-F5344CB8AC3E}">
        <p14:creationId xmlns:p14="http://schemas.microsoft.com/office/powerpoint/2010/main" val="306024377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3E8695D-E10F-45CC-A05D-756DBB9B3DF9}" type="slidenum">
              <a:rPr lang="en-US"/>
              <a:pPr>
                <a:defRPr/>
              </a:pPr>
              <a:t>‹#›</a:t>
            </a:fld>
            <a:endParaRPr lang="en-US"/>
          </a:p>
        </p:txBody>
      </p:sp>
    </p:spTree>
    <p:extLst>
      <p:ext uri="{BB962C8B-B14F-4D97-AF65-F5344CB8AC3E}">
        <p14:creationId xmlns:p14="http://schemas.microsoft.com/office/powerpoint/2010/main" val="187823301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DB80A62-C285-47CE-85E3-083C19217558}" type="slidenum">
              <a:rPr lang="en-US"/>
              <a:pPr>
                <a:defRPr/>
              </a:pPr>
              <a:t>‹#›</a:t>
            </a:fld>
            <a:endParaRPr lang="en-US"/>
          </a:p>
        </p:txBody>
      </p:sp>
    </p:spTree>
    <p:extLst>
      <p:ext uri="{BB962C8B-B14F-4D97-AF65-F5344CB8AC3E}">
        <p14:creationId xmlns:p14="http://schemas.microsoft.com/office/powerpoint/2010/main" val="114292568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6A576F6-6B32-4004-B805-75281AF6DCD8}" type="slidenum">
              <a:rPr lang="en-US"/>
              <a:pPr>
                <a:defRPr/>
              </a:pPr>
              <a:t>‹#›</a:t>
            </a:fld>
            <a:endParaRPr lang="en-US"/>
          </a:p>
        </p:txBody>
      </p:sp>
    </p:spTree>
    <p:extLst>
      <p:ext uri="{BB962C8B-B14F-4D97-AF65-F5344CB8AC3E}">
        <p14:creationId xmlns:p14="http://schemas.microsoft.com/office/powerpoint/2010/main" val="143743450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48E7A67-4C9B-44D9-BEE7-F678743F5020}" type="slidenum">
              <a:rPr lang="en-US"/>
              <a:pPr>
                <a:defRPr/>
              </a:pPr>
              <a:t>‹#›</a:t>
            </a:fld>
            <a:endParaRPr lang="en-US"/>
          </a:p>
        </p:txBody>
      </p:sp>
    </p:spTree>
    <p:extLst>
      <p:ext uri="{BB962C8B-B14F-4D97-AF65-F5344CB8AC3E}">
        <p14:creationId xmlns:p14="http://schemas.microsoft.com/office/powerpoint/2010/main" val="360707846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38CB8CA-5085-4653-90B7-6946121E7156}" type="slidenum">
              <a:rPr lang="en-US"/>
              <a:pPr>
                <a:defRPr/>
              </a:pPr>
              <a:t>‹#›</a:t>
            </a:fld>
            <a:endParaRPr lang="en-US"/>
          </a:p>
        </p:txBody>
      </p:sp>
    </p:spTree>
    <p:extLst>
      <p:ext uri="{BB962C8B-B14F-4D97-AF65-F5344CB8AC3E}">
        <p14:creationId xmlns:p14="http://schemas.microsoft.com/office/powerpoint/2010/main" val="70789815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AF24DC6D-F0E2-4288-9C5E-C42098F430F0}" type="slidenum">
              <a:rPr lang="en-US"/>
              <a:pPr>
                <a:defRPr/>
              </a:pPr>
              <a:t>‹#›</a:t>
            </a:fld>
            <a:endParaRPr lang="en-US" dirty="0"/>
          </a:p>
        </p:txBody>
      </p:sp>
    </p:spTree>
    <p:extLst>
      <p:ext uri="{BB962C8B-B14F-4D97-AF65-F5344CB8AC3E}">
        <p14:creationId xmlns:p14="http://schemas.microsoft.com/office/powerpoint/2010/main" val="204457092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911E4DA-5CE0-4E91-88B8-1FEAFBEB3711}" type="slidenum">
              <a:rPr lang="en-US"/>
              <a:pPr>
                <a:defRPr/>
              </a:pPr>
              <a:t>‹#›</a:t>
            </a:fld>
            <a:endParaRPr lang="en-US"/>
          </a:p>
        </p:txBody>
      </p:sp>
    </p:spTree>
    <p:extLst>
      <p:ext uri="{BB962C8B-B14F-4D97-AF65-F5344CB8AC3E}">
        <p14:creationId xmlns:p14="http://schemas.microsoft.com/office/powerpoint/2010/main" val="13985984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5A4F0DB-D1EC-4EA8-8408-6EA0223C989A}" type="slidenum">
              <a:rPr lang="en-US"/>
              <a:pPr>
                <a:defRPr/>
              </a:pPr>
              <a:t>‹#›</a:t>
            </a:fld>
            <a:endParaRPr lang="en-US"/>
          </a:p>
        </p:txBody>
      </p:sp>
    </p:spTree>
    <p:extLst>
      <p:ext uri="{BB962C8B-B14F-4D97-AF65-F5344CB8AC3E}">
        <p14:creationId xmlns:p14="http://schemas.microsoft.com/office/powerpoint/2010/main" val="238596133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E860BFB-B6F6-4D97-AE89-6072626AC758}" type="slidenum">
              <a:rPr lang="en-US"/>
              <a:pPr>
                <a:defRPr/>
              </a:pPr>
              <a:t>‹#›</a:t>
            </a:fld>
            <a:endParaRPr lang="en-US"/>
          </a:p>
        </p:txBody>
      </p:sp>
    </p:spTree>
    <p:extLst>
      <p:ext uri="{BB962C8B-B14F-4D97-AF65-F5344CB8AC3E}">
        <p14:creationId xmlns:p14="http://schemas.microsoft.com/office/powerpoint/2010/main" val="12735089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82CAC1D-08F9-4DD2-81CF-4CAD405C42DE}" type="slidenum">
              <a:rPr lang="en-US"/>
              <a:pPr>
                <a:defRPr/>
              </a:pPr>
              <a:t>‹#›</a:t>
            </a:fld>
            <a:endParaRPr lang="en-US"/>
          </a:p>
        </p:txBody>
      </p:sp>
    </p:spTree>
    <p:extLst>
      <p:ext uri="{BB962C8B-B14F-4D97-AF65-F5344CB8AC3E}">
        <p14:creationId xmlns:p14="http://schemas.microsoft.com/office/powerpoint/2010/main" val="262815038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028512B-2800-441F-8224-A5D92857EF30}" type="slidenum">
              <a:rPr lang="en-US"/>
              <a:pPr>
                <a:defRPr/>
              </a:pPr>
              <a:t>‹#›</a:t>
            </a:fld>
            <a:endParaRPr lang="en-US"/>
          </a:p>
        </p:txBody>
      </p:sp>
    </p:spTree>
    <p:extLst>
      <p:ext uri="{BB962C8B-B14F-4D97-AF65-F5344CB8AC3E}">
        <p14:creationId xmlns:p14="http://schemas.microsoft.com/office/powerpoint/2010/main" val="377816943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811A7EB-0A2D-441D-BAE1-A97B4F49A64D}" type="slidenum">
              <a:rPr lang="en-US"/>
              <a:pPr>
                <a:defRPr/>
              </a:pPr>
              <a:t>‹#›</a:t>
            </a:fld>
            <a:endParaRPr lang="en-US"/>
          </a:p>
        </p:txBody>
      </p:sp>
    </p:spTree>
    <p:extLst>
      <p:ext uri="{BB962C8B-B14F-4D97-AF65-F5344CB8AC3E}">
        <p14:creationId xmlns:p14="http://schemas.microsoft.com/office/powerpoint/2010/main" val="41688288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74AE733-74C8-4221-BDC1-B6277B2F38B8}" type="slidenum">
              <a:rPr lang="en-US"/>
              <a:pPr>
                <a:defRPr/>
              </a:pPr>
              <a:t>‹#›</a:t>
            </a:fld>
            <a:endParaRPr lang="en-US"/>
          </a:p>
        </p:txBody>
      </p:sp>
    </p:spTree>
    <p:extLst>
      <p:ext uri="{BB962C8B-B14F-4D97-AF65-F5344CB8AC3E}">
        <p14:creationId xmlns:p14="http://schemas.microsoft.com/office/powerpoint/2010/main" val="163841671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0D8CDC3-227D-4214-AC25-011668A89F3A}" type="slidenum">
              <a:rPr lang="en-US"/>
              <a:pPr>
                <a:defRPr/>
              </a:pPr>
              <a:t>‹#›</a:t>
            </a:fld>
            <a:endParaRPr lang="en-US"/>
          </a:p>
        </p:txBody>
      </p:sp>
    </p:spTree>
    <p:extLst>
      <p:ext uri="{BB962C8B-B14F-4D97-AF65-F5344CB8AC3E}">
        <p14:creationId xmlns:p14="http://schemas.microsoft.com/office/powerpoint/2010/main" val="116715158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1DBC3F3-4B79-438E-96B6-8214623B4475}" type="slidenum">
              <a:rPr lang="en-US"/>
              <a:pPr>
                <a:defRPr/>
              </a:pPr>
              <a:t>‹#›</a:t>
            </a:fld>
            <a:endParaRPr lang="en-US"/>
          </a:p>
        </p:txBody>
      </p:sp>
    </p:spTree>
    <p:extLst>
      <p:ext uri="{BB962C8B-B14F-4D97-AF65-F5344CB8AC3E}">
        <p14:creationId xmlns:p14="http://schemas.microsoft.com/office/powerpoint/2010/main" val="321089338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39FD706-D942-4102-AD43-BD6D63F01937}" type="slidenum">
              <a:rPr lang="en-US"/>
              <a:pPr>
                <a:defRPr/>
              </a:pPr>
              <a:t>‹#›</a:t>
            </a:fld>
            <a:endParaRPr lang="en-US"/>
          </a:p>
        </p:txBody>
      </p:sp>
    </p:spTree>
    <p:extLst>
      <p:ext uri="{BB962C8B-B14F-4D97-AF65-F5344CB8AC3E}">
        <p14:creationId xmlns:p14="http://schemas.microsoft.com/office/powerpoint/2010/main" val="10503385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4D188A3-FBED-40B2-9F60-8C8B51D29175}" type="slidenum">
              <a:rPr lang="en-US"/>
              <a:pPr>
                <a:defRPr/>
              </a:pPr>
              <a:t>‹#›</a:t>
            </a:fld>
            <a:endParaRPr lang="en-US"/>
          </a:p>
        </p:txBody>
      </p:sp>
    </p:spTree>
    <p:extLst>
      <p:ext uri="{BB962C8B-B14F-4D97-AF65-F5344CB8AC3E}">
        <p14:creationId xmlns:p14="http://schemas.microsoft.com/office/powerpoint/2010/main" val="14583317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61D79D4-1575-4795-89E0-5FFB90D41617}" type="slidenum">
              <a:rPr lang="en-US"/>
              <a:pPr>
                <a:defRPr/>
              </a:pPr>
              <a:t>‹#›</a:t>
            </a:fld>
            <a:endParaRPr lang="en-US"/>
          </a:p>
        </p:txBody>
      </p:sp>
    </p:spTree>
    <p:extLst>
      <p:ext uri="{BB962C8B-B14F-4D97-AF65-F5344CB8AC3E}">
        <p14:creationId xmlns:p14="http://schemas.microsoft.com/office/powerpoint/2010/main" val="384532692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F026CE2-17DA-4A96-A80C-EC0F33938B6E}" type="slidenum">
              <a:rPr lang="en-US"/>
              <a:pPr>
                <a:defRPr/>
              </a:pPr>
              <a:t>‹#›</a:t>
            </a:fld>
            <a:endParaRPr lang="en-US"/>
          </a:p>
        </p:txBody>
      </p:sp>
    </p:spTree>
    <p:extLst>
      <p:ext uri="{BB962C8B-B14F-4D97-AF65-F5344CB8AC3E}">
        <p14:creationId xmlns:p14="http://schemas.microsoft.com/office/powerpoint/2010/main" val="381191600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9C17206-563E-4F8E-85F0-526343B1915C}" type="slidenum">
              <a:rPr lang="en-US"/>
              <a:pPr>
                <a:defRPr/>
              </a:pPr>
              <a:t>‹#›</a:t>
            </a:fld>
            <a:endParaRPr lang="en-US"/>
          </a:p>
        </p:txBody>
      </p:sp>
    </p:spTree>
    <p:extLst>
      <p:ext uri="{BB962C8B-B14F-4D97-AF65-F5344CB8AC3E}">
        <p14:creationId xmlns:p14="http://schemas.microsoft.com/office/powerpoint/2010/main" val="5421142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4E12E21-8CAF-4324-9F56-DD6A1B27CC1D}" type="slidenum">
              <a:rPr lang="en-US"/>
              <a:pPr>
                <a:defRPr/>
              </a:pPr>
              <a:t>‹#›</a:t>
            </a:fld>
            <a:endParaRPr lang="en-US"/>
          </a:p>
        </p:txBody>
      </p:sp>
    </p:spTree>
    <p:extLst>
      <p:ext uri="{BB962C8B-B14F-4D97-AF65-F5344CB8AC3E}">
        <p14:creationId xmlns:p14="http://schemas.microsoft.com/office/powerpoint/2010/main" val="113238140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CBE9AC54-2E90-4A44-AA2B-B05E6A791A35}" type="slidenum">
              <a:rPr lang="en-US"/>
              <a:pPr>
                <a:defRPr/>
              </a:pPr>
              <a:t>‹#›</a:t>
            </a:fld>
            <a:endParaRPr lang="en-US" dirty="0"/>
          </a:p>
        </p:txBody>
      </p:sp>
    </p:spTree>
    <p:extLst>
      <p:ext uri="{BB962C8B-B14F-4D97-AF65-F5344CB8AC3E}">
        <p14:creationId xmlns:p14="http://schemas.microsoft.com/office/powerpoint/2010/main" val="47776671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943AF7A-2A2C-47BB-9E2C-D784E4ABA513}" type="slidenum">
              <a:rPr lang="en-US"/>
              <a:pPr>
                <a:defRPr/>
              </a:pPr>
              <a:t>‹#›</a:t>
            </a:fld>
            <a:endParaRPr lang="en-US"/>
          </a:p>
        </p:txBody>
      </p:sp>
    </p:spTree>
    <p:extLst>
      <p:ext uri="{BB962C8B-B14F-4D97-AF65-F5344CB8AC3E}">
        <p14:creationId xmlns:p14="http://schemas.microsoft.com/office/powerpoint/2010/main" val="118263389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602635F-2140-407D-ACF1-1F8FC69A8D9A}" type="slidenum">
              <a:rPr lang="en-US"/>
              <a:pPr>
                <a:defRPr/>
              </a:pPr>
              <a:t>‹#›</a:t>
            </a:fld>
            <a:endParaRPr lang="en-US"/>
          </a:p>
        </p:txBody>
      </p:sp>
    </p:spTree>
    <p:extLst>
      <p:ext uri="{BB962C8B-B14F-4D97-AF65-F5344CB8AC3E}">
        <p14:creationId xmlns:p14="http://schemas.microsoft.com/office/powerpoint/2010/main" val="219039159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E0DE466-1CDE-4FFB-BB7E-120F0E1FD67C}" type="slidenum">
              <a:rPr lang="en-US"/>
              <a:pPr>
                <a:defRPr/>
              </a:pPr>
              <a:t>‹#›</a:t>
            </a:fld>
            <a:endParaRPr lang="en-US"/>
          </a:p>
        </p:txBody>
      </p:sp>
    </p:spTree>
    <p:extLst>
      <p:ext uri="{BB962C8B-B14F-4D97-AF65-F5344CB8AC3E}">
        <p14:creationId xmlns:p14="http://schemas.microsoft.com/office/powerpoint/2010/main" val="302638044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07EB01B-0678-49ED-B43B-637433F6ABC8}" type="slidenum">
              <a:rPr lang="en-US"/>
              <a:pPr>
                <a:defRPr/>
              </a:pPr>
              <a:t>‹#›</a:t>
            </a:fld>
            <a:endParaRPr lang="en-US"/>
          </a:p>
        </p:txBody>
      </p:sp>
    </p:spTree>
    <p:extLst>
      <p:ext uri="{BB962C8B-B14F-4D97-AF65-F5344CB8AC3E}">
        <p14:creationId xmlns:p14="http://schemas.microsoft.com/office/powerpoint/2010/main" val="28866164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9466443-64E3-4C20-9141-E1BA17508A1F}" type="slidenum">
              <a:rPr lang="en-US"/>
              <a:pPr>
                <a:defRPr/>
              </a:pPr>
              <a:t>‹#›</a:t>
            </a:fld>
            <a:endParaRPr lang="en-US"/>
          </a:p>
        </p:txBody>
      </p:sp>
    </p:spTree>
    <p:extLst>
      <p:ext uri="{BB962C8B-B14F-4D97-AF65-F5344CB8AC3E}">
        <p14:creationId xmlns:p14="http://schemas.microsoft.com/office/powerpoint/2010/main" val="203231278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F87BFE8-77D9-4067-808A-20770D2AFE61}" type="slidenum">
              <a:rPr lang="en-US"/>
              <a:pPr>
                <a:defRPr/>
              </a:pPr>
              <a:t>‹#›</a:t>
            </a:fld>
            <a:endParaRPr lang="en-US"/>
          </a:p>
        </p:txBody>
      </p:sp>
    </p:spTree>
    <p:extLst>
      <p:ext uri="{BB962C8B-B14F-4D97-AF65-F5344CB8AC3E}">
        <p14:creationId xmlns:p14="http://schemas.microsoft.com/office/powerpoint/2010/main" val="404911687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9CCB33E-B778-4D89-87A9-895D546C63F3}" type="slidenum">
              <a:rPr lang="en-US"/>
              <a:pPr>
                <a:defRPr/>
              </a:pPr>
              <a:t>‹#›</a:t>
            </a:fld>
            <a:endParaRPr lang="en-US"/>
          </a:p>
        </p:txBody>
      </p:sp>
    </p:spTree>
    <p:extLst>
      <p:ext uri="{BB962C8B-B14F-4D97-AF65-F5344CB8AC3E}">
        <p14:creationId xmlns:p14="http://schemas.microsoft.com/office/powerpoint/2010/main" val="353884480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DDD829C-BED1-400E-A24E-7EDB379F8194}" type="slidenum">
              <a:rPr lang="en-US"/>
              <a:pPr>
                <a:defRPr/>
              </a:pPr>
              <a:t>‹#›</a:t>
            </a:fld>
            <a:endParaRPr lang="en-US"/>
          </a:p>
        </p:txBody>
      </p:sp>
    </p:spTree>
    <p:extLst>
      <p:ext uri="{BB962C8B-B14F-4D97-AF65-F5344CB8AC3E}">
        <p14:creationId xmlns:p14="http://schemas.microsoft.com/office/powerpoint/2010/main" val="100677914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4598C11-0569-4EE4-ADCC-53761A56343F}" type="slidenum">
              <a:rPr lang="en-US"/>
              <a:pPr>
                <a:defRPr/>
              </a:pPr>
              <a:t>‹#›</a:t>
            </a:fld>
            <a:endParaRPr lang="en-US"/>
          </a:p>
        </p:txBody>
      </p:sp>
    </p:spTree>
    <p:extLst>
      <p:ext uri="{BB962C8B-B14F-4D97-AF65-F5344CB8AC3E}">
        <p14:creationId xmlns:p14="http://schemas.microsoft.com/office/powerpoint/2010/main" val="164557464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DB47A70-186B-4391-856C-8F66925CADE3}" type="slidenum">
              <a:rPr lang="en-US"/>
              <a:pPr>
                <a:defRPr/>
              </a:pPr>
              <a:t>‹#›</a:t>
            </a:fld>
            <a:endParaRPr lang="en-US"/>
          </a:p>
        </p:txBody>
      </p:sp>
    </p:spTree>
    <p:extLst>
      <p:ext uri="{BB962C8B-B14F-4D97-AF65-F5344CB8AC3E}">
        <p14:creationId xmlns:p14="http://schemas.microsoft.com/office/powerpoint/2010/main" val="165826285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A605DFC-2D3C-4E87-8992-F42DFDE77810}" type="slidenum">
              <a:rPr lang="en-US"/>
              <a:pPr>
                <a:defRPr/>
              </a:pPr>
              <a:t>‹#›</a:t>
            </a:fld>
            <a:endParaRPr lang="en-US"/>
          </a:p>
        </p:txBody>
      </p:sp>
    </p:spTree>
    <p:extLst>
      <p:ext uri="{BB962C8B-B14F-4D97-AF65-F5344CB8AC3E}">
        <p14:creationId xmlns:p14="http://schemas.microsoft.com/office/powerpoint/2010/main" val="421950244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FA813A8-7DB0-48CE-AA97-0BADA88B4474}" type="slidenum">
              <a:rPr lang="en-US"/>
              <a:pPr>
                <a:defRPr/>
              </a:pPr>
              <a:t>‹#›</a:t>
            </a:fld>
            <a:endParaRPr lang="en-US"/>
          </a:p>
        </p:txBody>
      </p:sp>
    </p:spTree>
    <p:extLst>
      <p:ext uri="{BB962C8B-B14F-4D97-AF65-F5344CB8AC3E}">
        <p14:creationId xmlns:p14="http://schemas.microsoft.com/office/powerpoint/2010/main" val="248540837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AE1BF54-986F-4C90-A3E9-84EDD5E5C819}" type="slidenum">
              <a:rPr lang="en-US"/>
              <a:pPr>
                <a:defRPr/>
              </a:pPr>
              <a:t>‹#›</a:t>
            </a:fld>
            <a:endParaRPr lang="en-US"/>
          </a:p>
        </p:txBody>
      </p:sp>
    </p:spTree>
    <p:extLst>
      <p:ext uri="{BB962C8B-B14F-4D97-AF65-F5344CB8AC3E}">
        <p14:creationId xmlns:p14="http://schemas.microsoft.com/office/powerpoint/2010/main" val="403201133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CBCA0AD-BAF2-4365-BBBA-F5668092CFAB}" type="slidenum">
              <a:rPr lang="en-US"/>
              <a:pPr>
                <a:defRPr/>
              </a:pPr>
              <a:t>‹#›</a:t>
            </a:fld>
            <a:endParaRPr lang="en-US"/>
          </a:p>
        </p:txBody>
      </p:sp>
    </p:spTree>
    <p:extLst>
      <p:ext uri="{BB962C8B-B14F-4D97-AF65-F5344CB8AC3E}">
        <p14:creationId xmlns:p14="http://schemas.microsoft.com/office/powerpoint/2010/main" val="143935729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00F40EE-B024-46D2-8580-4C60D05F5F50}" type="slidenum">
              <a:rPr lang="en-US"/>
              <a:pPr>
                <a:defRPr/>
              </a:pPr>
              <a:t>‹#›</a:t>
            </a:fld>
            <a:endParaRPr lang="en-US"/>
          </a:p>
        </p:txBody>
      </p:sp>
    </p:spTree>
    <p:extLst>
      <p:ext uri="{BB962C8B-B14F-4D97-AF65-F5344CB8AC3E}">
        <p14:creationId xmlns:p14="http://schemas.microsoft.com/office/powerpoint/2010/main" val="230572296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9F876B47-8EE2-4FAD-A1DD-102715043ED8}" type="slidenum">
              <a:rPr lang="en-US"/>
              <a:pPr>
                <a:defRPr/>
              </a:pPr>
              <a:t>‹#›</a:t>
            </a:fld>
            <a:endParaRPr lang="en-US" dirty="0"/>
          </a:p>
        </p:txBody>
      </p:sp>
    </p:spTree>
    <p:extLst>
      <p:ext uri="{BB962C8B-B14F-4D97-AF65-F5344CB8AC3E}">
        <p14:creationId xmlns:p14="http://schemas.microsoft.com/office/powerpoint/2010/main" val="271624756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070CC40-DCD6-4F04-91D5-59925F452555}" type="slidenum">
              <a:rPr lang="en-US"/>
              <a:pPr>
                <a:defRPr/>
              </a:pPr>
              <a:t>‹#›</a:t>
            </a:fld>
            <a:endParaRPr lang="en-US"/>
          </a:p>
        </p:txBody>
      </p:sp>
    </p:spTree>
    <p:extLst>
      <p:ext uri="{BB962C8B-B14F-4D97-AF65-F5344CB8AC3E}">
        <p14:creationId xmlns:p14="http://schemas.microsoft.com/office/powerpoint/2010/main" val="209456514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C3C2E5E-FB27-4F59-ABB6-6C0467463850}" type="slidenum">
              <a:rPr lang="en-US"/>
              <a:pPr>
                <a:defRPr/>
              </a:pPr>
              <a:t>‹#›</a:t>
            </a:fld>
            <a:endParaRPr lang="en-US"/>
          </a:p>
        </p:txBody>
      </p:sp>
    </p:spTree>
    <p:extLst>
      <p:ext uri="{BB962C8B-B14F-4D97-AF65-F5344CB8AC3E}">
        <p14:creationId xmlns:p14="http://schemas.microsoft.com/office/powerpoint/2010/main" val="177447007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4F62E7E-A0C6-493E-B27B-9C0D04012482}" type="slidenum">
              <a:rPr lang="en-US"/>
              <a:pPr>
                <a:defRPr/>
              </a:pPr>
              <a:t>‹#›</a:t>
            </a:fld>
            <a:endParaRPr lang="en-US"/>
          </a:p>
        </p:txBody>
      </p:sp>
    </p:spTree>
    <p:extLst>
      <p:ext uri="{BB962C8B-B14F-4D97-AF65-F5344CB8AC3E}">
        <p14:creationId xmlns:p14="http://schemas.microsoft.com/office/powerpoint/2010/main" val="63170007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E979738-002F-421F-AF28-744378670164}" type="slidenum">
              <a:rPr lang="en-US"/>
              <a:pPr>
                <a:defRPr/>
              </a:pPr>
              <a:t>‹#›</a:t>
            </a:fld>
            <a:endParaRPr lang="en-US"/>
          </a:p>
        </p:txBody>
      </p:sp>
    </p:spTree>
    <p:extLst>
      <p:ext uri="{BB962C8B-B14F-4D97-AF65-F5344CB8AC3E}">
        <p14:creationId xmlns:p14="http://schemas.microsoft.com/office/powerpoint/2010/main" val="65790517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6BF1E89-1477-4AB8-A0DF-5689A0843C59}" type="slidenum">
              <a:rPr lang="en-US"/>
              <a:pPr>
                <a:defRPr/>
              </a:pPr>
              <a:t>‹#›</a:t>
            </a:fld>
            <a:endParaRPr lang="en-US"/>
          </a:p>
        </p:txBody>
      </p:sp>
    </p:spTree>
    <p:extLst>
      <p:ext uri="{BB962C8B-B14F-4D97-AF65-F5344CB8AC3E}">
        <p14:creationId xmlns:p14="http://schemas.microsoft.com/office/powerpoint/2010/main" val="131797563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C729E58-2B3B-4564-940F-0AA5D0CCCE30}" type="slidenum">
              <a:rPr lang="en-US"/>
              <a:pPr>
                <a:defRPr/>
              </a:pPr>
              <a:t>‹#›</a:t>
            </a:fld>
            <a:endParaRPr lang="en-US"/>
          </a:p>
        </p:txBody>
      </p:sp>
    </p:spTree>
    <p:extLst>
      <p:ext uri="{BB962C8B-B14F-4D97-AF65-F5344CB8AC3E}">
        <p14:creationId xmlns:p14="http://schemas.microsoft.com/office/powerpoint/2010/main" val="5235276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E509DDE-C667-44ED-8497-0379ACCD435A}" type="slidenum">
              <a:rPr lang="en-US"/>
              <a:pPr>
                <a:defRPr/>
              </a:pPr>
              <a:t>‹#›</a:t>
            </a:fld>
            <a:endParaRPr lang="en-US"/>
          </a:p>
        </p:txBody>
      </p:sp>
    </p:spTree>
    <p:extLst>
      <p:ext uri="{BB962C8B-B14F-4D97-AF65-F5344CB8AC3E}">
        <p14:creationId xmlns:p14="http://schemas.microsoft.com/office/powerpoint/2010/main" val="360453705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8213E28-870F-4E40-9BDF-62351A1A8D4F}" type="slidenum">
              <a:rPr lang="en-US"/>
              <a:pPr>
                <a:defRPr/>
              </a:pPr>
              <a:t>‹#›</a:t>
            </a:fld>
            <a:endParaRPr lang="en-US"/>
          </a:p>
        </p:txBody>
      </p:sp>
    </p:spTree>
    <p:extLst>
      <p:ext uri="{BB962C8B-B14F-4D97-AF65-F5344CB8AC3E}">
        <p14:creationId xmlns:p14="http://schemas.microsoft.com/office/powerpoint/2010/main" val="234215989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843C6D1-DA0C-4422-8527-5DCB9AF66C46}" type="slidenum">
              <a:rPr lang="en-US"/>
              <a:pPr>
                <a:defRPr/>
              </a:pPr>
              <a:t>‹#›</a:t>
            </a:fld>
            <a:endParaRPr lang="en-US"/>
          </a:p>
        </p:txBody>
      </p:sp>
    </p:spTree>
    <p:extLst>
      <p:ext uri="{BB962C8B-B14F-4D97-AF65-F5344CB8AC3E}">
        <p14:creationId xmlns:p14="http://schemas.microsoft.com/office/powerpoint/2010/main" val="362775478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ED94082-D960-404F-889A-EAF6575BDE90}" type="slidenum">
              <a:rPr lang="en-US"/>
              <a:pPr>
                <a:defRPr/>
              </a:pPr>
              <a:t>‹#›</a:t>
            </a:fld>
            <a:endParaRPr lang="en-US"/>
          </a:p>
        </p:txBody>
      </p:sp>
    </p:spTree>
    <p:extLst>
      <p:ext uri="{BB962C8B-B14F-4D97-AF65-F5344CB8AC3E}">
        <p14:creationId xmlns:p14="http://schemas.microsoft.com/office/powerpoint/2010/main" val="58705061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10B3BF4-977A-4D29-BED9-0AC89F598390}" type="slidenum">
              <a:rPr lang="en-US"/>
              <a:pPr>
                <a:defRPr/>
              </a:pPr>
              <a:t>‹#›</a:t>
            </a:fld>
            <a:endParaRPr lang="en-US"/>
          </a:p>
        </p:txBody>
      </p:sp>
    </p:spTree>
    <p:extLst>
      <p:ext uri="{BB962C8B-B14F-4D97-AF65-F5344CB8AC3E}">
        <p14:creationId xmlns:p14="http://schemas.microsoft.com/office/powerpoint/2010/main" val="337571043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466E0D6-8C93-4D93-8D36-8BB85FADE8DB}" type="slidenum">
              <a:rPr lang="en-US"/>
              <a:pPr>
                <a:defRPr/>
              </a:pPr>
              <a:t>‹#›</a:t>
            </a:fld>
            <a:endParaRPr lang="en-US"/>
          </a:p>
        </p:txBody>
      </p:sp>
    </p:spTree>
    <p:extLst>
      <p:ext uri="{BB962C8B-B14F-4D97-AF65-F5344CB8AC3E}">
        <p14:creationId xmlns:p14="http://schemas.microsoft.com/office/powerpoint/2010/main" val="256017041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CCF958F-F371-4E72-8F25-E8C92E5311D0}" type="slidenum">
              <a:rPr lang="en-US"/>
              <a:pPr>
                <a:defRPr/>
              </a:pPr>
              <a:t>‹#›</a:t>
            </a:fld>
            <a:endParaRPr lang="en-US"/>
          </a:p>
        </p:txBody>
      </p:sp>
    </p:spTree>
    <p:extLst>
      <p:ext uri="{BB962C8B-B14F-4D97-AF65-F5344CB8AC3E}">
        <p14:creationId xmlns:p14="http://schemas.microsoft.com/office/powerpoint/2010/main" val="38725204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45A1826-9206-4759-BBC6-44B1FA56577F}" type="slidenum">
              <a:rPr lang="en-US"/>
              <a:pPr>
                <a:defRPr/>
              </a:pPr>
              <a:t>‹#›</a:t>
            </a:fld>
            <a:endParaRPr lang="en-US"/>
          </a:p>
        </p:txBody>
      </p:sp>
    </p:spTree>
    <p:extLst>
      <p:ext uri="{BB962C8B-B14F-4D97-AF65-F5344CB8AC3E}">
        <p14:creationId xmlns:p14="http://schemas.microsoft.com/office/powerpoint/2010/main" val="139170114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706A365-2003-4AD8-BFD8-0A9627ACBF9F}" type="slidenum">
              <a:rPr lang="en-US"/>
              <a:pPr>
                <a:defRPr/>
              </a:pPr>
              <a:t>‹#›</a:t>
            </a:fld>
            <a:endParaRPr lang="en-US"/>
          </a:p>
        </p:txBody>
      </p:sp>
    </p:spTree>
    <p:extLst>
      <p:ext uri="{BB962C8B-B14F-4D97-AF65-F5344CB8AC3E}">
        <p14:creationId xmlns:p14="http://schemas.microsoft.com/office/powerpoint/2010/main" val="356534077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10734148-31B1-484D-A706-BB5779F70298}" type="slidenum">
              <a:rPr lang="en-US"/>
              <a:pPr>
                <a:defRPr/>
              </a:pPr>
              <a:t>‹#›</a:t>
            </a:fld>
            <a:endParaRPr lang="en-US" dirty="0"/>
          </a:p>
        </p:txBody>
      </p:sp>
    </p:spTree>
    <p:extLst>
      <p:ext uri="{BB962C8B-B14F-4D97-AF65-F5344CB8AC3E}">
        <p14:creationId xmlns:p14="http://schemas.microsoft.com/office/powerpoint/2010/main" val="315309352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7955DA7-9E3E-4135-B469-12F5F9EB09A8}" type="slidenum">
              <a:rPr lang="en-US"/>
              <a:pPr>
                <a:defRPr/>
              </a:pPr>
              <a:t>‹#›</a:t>
            </a:fld>
            <a:endParaRPr lang="en-US"/>
          </a:p>
        </p:txBody>
      </p:sp>
    </p:spTree>
    <p:extLst>
      <p:ext uri="{BB962C8B-B14F-4D97-AF65-F5344CB8AC3E}">
        <p14:creationId xmlns:p14="http://schemas.microsoft.com/office/powerpoint/2010/main" val="327353659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26B766B-76B5-4F79-80E3-B651ADDB2DBF}" type="slidenum">
              <a:rPr lang="en-US"/>
              <a:pPr>
                <a:defRPr/>
              </a:pPr>
              <a:t>‹#›</a:t>
            </a:fld>
            <a:endParaRPr lang="en-US"/>
          </a:p>
        </p:txBody>
      </p:sp>
    </p:spTree>
    <p:extLst>
      <p:ext uri="{BB962C8B-B14F-4D97-AF65-F5344CB8AC3E}">
        <p14:creationId xmlns:p14="http://schemas.microsoft.com/office/powerpoint/2010/main" val="123474877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B71E075-7992-4445-8E47-0CBB9DEC3D33}" type="slidenum">
              <a:rPr lang="en-US"/>
              <a:pPr>
                <a:defRPr/>
              </a:pPr>
              <a:t>‹#›</a:t>
            </a:fld>
            <a:endParaRPr lang="en-US"/>
          </a:p>
        </p:txBody>
      </p:sp>
    </p:spTree>
    <p:extLst>
      <p:ext uri="{BB962C8B-B14F-4D97-AF65-F5344CB8AC3E}">
        <p14:creationId xmlns:p14="http://schemas.microsoft.com/office/powerpoint/2010/main" val="66032972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7DA39F3-2F15-4DDC-9C78-CE8404727C75}" type="slidenum">
              <a:rPr lang="en-US"/>
              <a:pPr>
                <a:defRPr/>
              </a:pPr>
              <a:t>‹#›</a:t>
            </a:fld>
            <a:endParaRPr lang="en-US"/>
          </a:p>
        </p:txBody>
      </p:sp>
    </p:spTree>
    <p:extLst>
      <p:ext uri="{BB962C8B-B14F-4D97-AF65-F5344CB8AC3E}">
        <p14:creationId xmlns:p14="http://schemas.microsoft.com/office/powerpoint/2010/main" val="234785008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5B5A1AB-78EA-4C67-9D44-81E4EE13A128}" type="slidenum">
              <a:rPr lang="en-US"/>
              <a:pPr>
                <a:defRPr/>
              </a:pPr>
              <a:t>‹#›</a:t>
            </a:fld>
            <a:endParaRPr lang="en-US"/>
          </a:p>
        </p:txBody>
      </p:sp>
    </p:spTree>
    <p:extLst>
      <p:ext uri="{BB962C8B-B14F-4D97-AF65-F5344CB8AC3E}">
        <p14:creationId xmlns:p14="http://schemas.microsoft.com/office/powerpoint/2010/main" val="239763426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A4AE43E-643C-4DEB-9400-7C9CD3A593E7}" type="slidenum">
              <a:rPr lang="en-US"/>
              <a:pPr>
                <a:defRPr/>
              </a:pPr>
              <a:t>‹#›</a:t>
            </a:fld>
            <a:endParaRPr lang="en-US"/>
          </a:p>
        </p:txBody>
      </p:sp>
    </p:spTree>
    <p:extLst>
      <p:ext uri="{BB962C8B-B14F-4D97-AF65-F5344CB8AC3E}">
        <p14:creationId xmlns:p14="http://schemas.microsoft.com/office/powerpoint/2010/main" val="3750155599"/>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863FEF0-6823-4AAD-BE8E-719B10FE815C}" type="slidenum">
              <a:rPr lang="en-US"/>
              <a:pPr>
                <a:defRPr/>
              </a:pPr>
              <a:t>‹#›</a:t>
            </a:fld>
            <a:endParaRPr lang="en-US"/>
          </a:p>
        </p:txBody>
      </p:sp>
    </p:spTree>
    <p:extLst>
      <p:ext uri="{BB962C8B-B14F-4D97-AF65-F5344CB8AC3E}">
        <p14:creationId xmlns:p14="http://schemas.microsoft.com/office/powerpoint/2010/main" val="3680500551"/>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09259D9-F96D-47DD-9612-727E4CA8965D}" type="slidenum">
              <a:rPr lang="en-US"/>
              <a:pPr>
                <a:defRPr/>
              </a:pPr>
              <a:t>‹#›</a:t>
            </a:fld>
            <a:endParaRPr lang="en-US"/>
          </a:p>
        </p:txBody>
      </p:sp>
    </p:spTree>
    <p:extLst>
      <p:ext uri="{BB962C8B-B14F-4D97-AF65-F5344CB8AC3E}">
        <p14:creationId xmlns:p14="http://schemas.microsoft.com/office/powerpoint/2010/main" val="2918299635"/>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8BDEAA4-FF88-460F-9D53-984749C78670}" type="slidenum">
              <a:rPr lang="en-US"/>
              <a:pPr>
                <a:defRPr/>
              </a:pPr>
              <a:t>‹#›</a:t>
            </a:fld>
            <a:endParaRPr lang="en-US"/>
          </a:p>
        </p:txBody>
      </p:sp>
    </p:spTree>
    <p:extLst>
      <p:ext uri="{BB962C8B-B14F-4D97-AF65-F5344CB8AC3E}">
        <p14:creationId xmlns:p14="http://schemas.microsoft.com/office/powerpoint/2010/main" val="45690944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B9CF33A-7C51-4892-8F97-29629390D4B3}" type="slidenum">
              <a:rPr lang="en-US"/>
              <a:pPr>
                <a:defRPr/>
              </a:pPr>
              <a:t>‹#›</a:t>
            </a:fld>
            <a:endParaRPr lang="en-US"/>
          </a:p>
        </p:txBody>
      </p:sp>
    </p:spTree>
    <p:extLst>
      <p:ext uri="{BB962C8B-B14F-4D97-AF65-F5344CB8AC3E}">
        <p14:creationId xmlns:p14="http://schemas.microsoft.com/office/powerpoint/2010/main" val="235479345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AB54C8F-85FB-45DB-91C4-B1BCCDFAC7C8}" type="slidenum">
              <a:rPr lang="en-US"/>
              <a:pPr>
                <a:defRPr/>
              </a:pPr>
              <a:t>‹#›</a:t>
            </a:fld>
            <a:endParaRPr lang="en-US"/>
          </a:p>
        </p:txBody>
      </p:sp>
    </p:spTree>
    <p:extLst>
      <p:ext uri="{BB962C8B-B14F-4D97-AF65-F5344CB8AC3E}">
        <p14:creationId xmlns:p14="http://schemas.microsoft.com/office/powerpoint/2010/main" val="255247123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8ADA327-80BA-42F2-B7D4-686CB31861E4}" type="slidenum">
              <a:rPr lang="en-US"/>
              <a:pPr>
                <a:defRPr/>
              </a:pPr>
              <a:t>‹#›</a:t>
            </a:fld>
            <a:endParaRPr lang="en-US"/>
          </a:p>
        </p:txBody>
      </p:sp>
    </p:spTree>
    <p:extLst>
      <p:ext uri="{BB962C8B-B14F-4D97-AF65-F5344CB8AC3E}">
        <p14:creationId xmlns:p14="http://schemas.microsoft.com/office/powerpoint/2010/main" val="556503065"/>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84BA642-F09F-4AC7-A73A-74D0A359FCC2}" type="slidenum">
              <a:rPr lang="en-US"/>
              <a:pPr>
                <a:defRPr/>
              </a:pPr>
              <a:t>‹#›</a:t>
            </a:fld>
            <a:endParaRPr lang="en-US"/>
          </a:p>
        </p:txBody>
      </p:sp>
    </p:spTree>
    <p:extLst>
      <p:ext uri="{BB962C8B-B14F-4D97-AF65-F5344CB8AC3E}">
        <p14:creationId xmlns:p14="http://schemas.microsoft.com/office/powerpoint/2010/main" val="151752599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95E00C0-8108-4519-B4E7-75182461178B}" type="slidenum">
              <a:rPr lang="en-US"/>
              <a:pPr>
                <a:defRPr/>
              </a:pPr>
              <a:t>‹#›</a:t>
            </a:fld>
            <a:endParaRPr lang="en-US"/>
          </a:p>
        </p:txBody>
      </p:sp>
    </p:spTree>
    <p:extLst>
      <p:ext uri="{BB962C8B-B14F-4D97-AF65-F5344CB8AC3E}">
        <p14:creationId xmlns:p14="http://schemas.microsoft.com/office/powerpoint/2010/main" val="66420764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F2EFD96-DB5A-4315-955F-EE36AFE0CB0E}" type="slidenum">
              <a:rPr lang="en-US"/>
              <a:pPr>
                <a:defRPr/>
              </a:pPr>
              <a:t>‹#›</a:t>
            </a:fld>
            <a:endParaRPr lang="en-US"/>
          </a:p>
        </p:txBody>
      </p:sp>
    </p:spTree>
    <p:extLst>
      <p:ext uri="{BB962C8B-B14F-4D97-AF65-F5344CB8AC3E}">
        <p14:creationId xmlns:p14="http://schemas.microsoft.com/office/powerpoint/2010/main" val="160552999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67579396-F93F-4ECB-B71C-2122ECF1BA2B}" type="slidenum">
              <a:rPr lang="en-US"/>
              <a:pPr>
                <a:defRPr/>
              </a:pPr>
              <a:t>‹#›</a:t>
            </a:fld>
            <a:endParaRPr lang="en-US" dirty="0"/>
          </a:p>
        </p:txBody>
      </p:sp>
    </p:spTree>
    <p:extLst>
      <p:ext uri="{BB962C8B-B14F-4D97-AF65-F5344CB8AC3E}">
        <p14:creationId xmlns:p14="http://schemas.microsoft.com/office/powerpoint/2010/main" val="51562933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F152FFD-4763-4D54-92F2-1FB3E2EFF575}" type="slidenum">
              <a:rPr lang="en-US"/>
              <a:pPr>
                <a:defRPr/>
              </a:pPr>
              <a:t>‹#›</a:t>
            </a:fld>
            <a:endParaRPr lang="en-US"/>
          </a:p>
        </p:txBody>
      </p:sp>
    </p:spTree>
    <p:extLst>
      <p:ext uri="{BB962C8B-B14F-4D97-AF65-F5344CB8AC3E}">
        <p14:creationId xmlns:p14="http://schemas.microsoft.com/office/powerpoint/2010/main" val="220702749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6230035-8280-46C0-BAC5-F09B4D773D45}" type="slidenum">
              <a:rPr lang="en-US"/>
              <a:pPr>
                <a:defRPr/>
              </a:pPr>
              <a:t>‹#›</a:t>
            </a:fld>
            <a:endParaRPr lang="en-US"/>
          </a:p>
        </p:txBody>
      </p:sp>
    </p:spTree>
    <p:extLst>
      <p:ext uri="{BB962C8B-B14F-4D97-AF65-F5344CB8AC3E}">
        <p14:creationId xmlns:p14="http://schemas.microsoft.com/office/powerpoint/2010/main" val="169804403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392997C-F705-4143-B176-A2391A713182}" type="slidenum">
              <a:rPr lang="en-US"/>
              <a:pPr>
                <a:defRPr/>
              </a:pPr>
              <a:t>‹#›</a:t>
            </a:fld>
            <a:endParaRPr lang="en-US"/>
          </a:p>
        </p:txBody>
      </p:sp>
    </p:spTree>
    <p:extLst>
      <p:ext uri="{BB962C8B-B14F-4D97-AF65-F5344CB8AC3E}">
        <p14:creationId xmlns:p14="http://schemas.microsoft.com/office/powerpoint/2010/main" val="294686131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69D8DA7-64C2-4B67-801C-AFB3327201A5}" type="slidenum">
              <a:rPr lang="en-US"/>
              <a:pPr>
                <a:defRPr/>
              </a:pPr>
              <a:t>‹#›</a:t>
            </a:fld>
            <a:endParaRPr lang="en-US"/>
          </a:p>
        </p:txBody>
      </p:sp>
    </p:spTree>
    <p:extLst>
      <p:ext uri="{BB962C8B-B14F-4D97-AF65-F5344CB8AC3E}">
        <p14:creationId xmlns:p14="http://schemas.microsoft.com/office/powerpoint/2010/main" val="338963392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B2F9C5A-B122-49ED-88C0-E35C74D6AA8B}" type="slidenum">
              <a:rPr lang="en-US"/>
              <a:pPr>
                <a:defRPr/>
              </a:pPr>
              <a:t>‹#›</a:t>
            </a:fld>
            <a:endParaRPr lang="en-US"/>
          </a:p>
        </p:txBody>
      </p:sp>
    </p:spTree>
    <p:extLst>
      <p:ext uri="{BB962C8B-B14F-4D97-AF65-F5344CB8AC3E}">
        <p14:creationId xmlns:p14="http://schemas.microsoft.com/office/powerpoint/2010/main" val="37820940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98A51F1-6D19-4968-B724-28B2A2E4A57C}" type="slidenum">
              <a:rPr lang="en-US"/>
              <a:pPr>
                <a:defRPr/>
              </a:pPr>
              <a:t>‹#›</a:t>
            </a:fld>
            <a:endParaRPr lang="en-US"/>
          </a:p>
        </p:txBody>
      </p:sp>
    </p:spTree>
    <p:extLst>
      <p:ext uri="{BB962C8B-B14F-4D97-AF65-F5344CB8AC3E}">
        <p14:creationId xmlns:p14="http://schemas.microsoft.com/office/powerpoint/2010/main" val="7215131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7CCE298-2CC1-42B0-B16C-E2CFDAA6A6A1}" type="slidenum">
              <a:rPr lang="en-US"/>
              <a:pPr>
                <a:defRPr/>
              </a:pPr>
              <a:t>‹#›</a:t>
            </a:fld>
            <a:endParaRPr lang="en-US"/>
          </a:p>
        </p:txBody>
      </p:sp>
    </p:spTree>
    <p:extLst>
      <p:ext uri="{BB962C8B-B14F-4D97-AF65-F5344CB8AC3E}">
        <p14:creationId xmlns:p14="http://schemas.microsoft.com/office/powerpoint/2010/main" val="316236654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F3D4DDC-4C03-4F18-AF9A-1B22A9C14AA6}" type="slidenum">
              <a:rPr lang="en-US"/>
              <a:pPr>
                <a:defRPr/>
              </a:pPr>
              <a:t>‹#›</a:t>
            </a:fld>
            <a:endParaRPr lang="en-US"/>
          </a:p>
        </p:txBody>
      </p:sp>
    </p:spTree>
    <p:extLst>
      <p:ext uri="{BB962C8B-B14F-4D97-AF65-F5344CB8AC3E}">
        <p14:creationId xmlns:p14="http://schemas.microsoft.com/office/powerpoint/2010/main" val="101921229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4923E72-B8C4-4113-AD2A-E51BA75700D9}" type="slidenum">
              <a:rPr lang="en-US"/>
              <a:pPr>
                <a:defRPr/>
              </a:pPr>
              <a:t>‹#›</a:t>
            </a:fld>
            <a:endParaRPr lang="en-US"/>
          </a:p>
        </p:txBody>
      </p:sp>
    </p:spTree>
    <p:extLst>
      <p:ext uri="{BB962C8B-B14F-4D97-AF65-F5344CB8AC3E}">
        <p14:creationId xmlns:p14="http://schemas.microsoft.com/office/powerpoint/2010/main" val="378619879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8B23744-5D7E-4A8A-9ABA-80714D87C433}" type="slidenum">
              <a:rPr lang="en-US"/>
              <a:pPr>
                <a:defRPr/>
              </a:pPr>
              <a:t>‹#›</a:t>
            </a:fld>
            <a:endParaRPr lang="en-US"/>
          </a:p>
        </p:txBody>
      </p:sp>
    </p:spTree>
    <p:extLst>
      <p:ext uri="{BB962C8B-B14F-4D97-AF65-F5344CB8AC3E}">
        <p14:creationId xmlns:p14="http://schemas.microsoft.com/office/powerpoint/2010/main" val="313599403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195C266-B60B-4C5F-B248-149917C7A02E}" type="slidenum">
              <a:rPr lang="en-US"/>
              <a:pPr>
                <a:defRPr/>
              </a:pPr>
              <a:t>‹#›</a:t>
            </a:fld>
            <a:endParaRPr lang="en-US"/>
          </a:p>
        </p:txBody>
      </p:sp>
    </p:spTree>
    <p:extLst>
      <p:ext uri="{BB962C8B-B14F-4D97-AF65-F5344CB8AC3E}">
        <p14:creationId xmlns:p14="http://schemas.microsoft.com/office/powerpoint/2010/main" val="85994824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3CC5599-692C-47C0-B3CF-451FD0538A9D}" type="slidenum">
              <a:rPr lang="en-US"/>
              <a:pPr>
                <a:defRPr/>
              </a:pPr>
              <a:t>‹#›</a:t>
            </a:fld>
            <a:endParaRPr lang="en-US"/>
          </a:p>
        </p:txBody>
      </p:sp>
    </p:spTree>
    <p:extLst>
      <p:ext uri="{BB962C8B-B14F-4D97-AF65-F5344CB8AC3E}">
        <p14:creationId xmlns:p14="http://schemas.microsoft.com/office/powerpoint/2010/main" val="88519600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A639553-FB46-4F0E-A20F-4307D4B3F970}" type="slidenum">
              <a:rPr lang="en-US"/>
              <a:pPr>
                <a:defRPr/>
              </a:pPr>
              <a:t>‹#›</a:t>
            </a:fld>
            <a:endParaRPr lang="en-US"/>
          </a:p>
        </p:txBody>
      </p:sp>
    </p:spTree>
    <p:extLst>
      <p:ext uri="{BB962C8B-B14F-4D97-AF65-F5344CB8AC3E}">
        <p14:creationId xmlns:p14="http://schemas.microsoft.com/office/powerpoint/2010/main" val="368442653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16089A4-5ADA-43BC-A294-D580874A2782}" type="slidenum">
              <a:rPr lang="en-US"/>
              <a:pPr>
                <a:defRPr/>
              </a:pPr>
              <a:t>‹#›</a:t>
            </a:fld>
            <a:endParaRPr lang="en-US"/>
          </a:p>
        </p:txBody>
      </p:sp>
    </p:spTree>
    <p:extLst>
      <p:ext uri="{BB962C8B-B14F-4D97-AF65-F5344CB8AC3E}">
        <p14:creationId xmlns:p14="http://schemas.microsoft.com/office/powerpoint/2010/main" val="139735377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BDCB86C-F955-405E-99DE-D3BFB4F1DBB0}" type="slidenum">
              <a:rPr lang="en-US"/>
              <a:pPr>
                <a:defRPr/>
              </a:pPr>
              <a:t>‹#›</a:t>
            </a:fld>
            <a:endParaRPr lang="en-US"/>
          </a:p>
        </p:txBody>
      </p:sp>
    </p:spTree>
    <p:extLst>
      <p:ext uri="{BB962C8B-B14F-4D97-AF65-F5344CB8AC3E}">
        <p14:creationId xmlns:p14="http://schemas.microsoft.com/office/powerpoint/2010/main" val="369399236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F3B7C3AC-12A5-4049-9CE2-B3D803252B5F}" type="slidenum">
              <a:rPr lang="en-US"/>
              <a:pPr>
                <a:defRPr/>
              </a:pPr>
              <a:t>‹#›</a:t>
            </a:fld>
            <a:endParaRPr lang="en-US" dirty="0"/>
          </a:p>
        </p:txBody>
      </p:sp>
    </p:spTree>
    <p:extLst>
      <p:ext uri="{BB962C8B-B14F-4D97-AF65-F5344CB8AC3E}">
        <p14:creationId xmlns:p14="http://schemas.microsoft.com/office/powerpoint/2010/main" val="182593376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69DE286-9F0B-4AFA-AA62-C7B9F887964D}" type="slidenum">
              <a:rPr lang="en-US"/>
              <a:pPr>
                <a:defRPr/>
              </a:pPr>
              <a:t>‹#›</a:t>
            </a:fld>
            <a:endParaRPr lang="en-US"/>
          </a:p>
        </p:txBody>
      </p:sp>
    </p:spTree>
    <p:extLst>
      <p:ext uri="{BB962C8B-B14F-4D97-AF65-F5344CB8AC3E}">
        <p14:creationId xmlns:p14="http://schemas.microsoft.com/office/powerpoint/2010/main" val="2902812425"/>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7CFB54C-925C-48BE-BFD4-F7CA94AB6863}" type="slidenum">
              <a:rPr lang="en-US"/>
              <a:pPr>
                <a:defRPr/>
              </a:pPr>
              <a:t>‹#›</a:t>
            </a:fld>
            <a:endParaRPr lang="en-US"/>
          </a:p>
        </p:txBody>
      </p:sp>
    </p:spTree>
    <p:extLst>
      <p:ext uri="{BB962C8B-B14F-4D97-AF65-F5344CB8AC3E}">
        <p14:creationId xmlns:p14="http://schemas.microsoft.com/office/powerpoint/2010/main" val="69174000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207FEE8-2F36-43F1-ACE3-713934CBF383}" type="slidenum">
              <a:rPr lang="en-US"/>
              <a:pPr>
                <a:defRPr/>
              </a:pPr>
              <a:t>‹#›</a:t>
            </a:fld>
            <a:endParaRPr lang="en-US"/>
          </a:p>
        </p:txBody>
      </p:sp>
    </p:spTree>
    <p:extLst>
      <p:ext uri="{BB962C8B-B14F-4D97-AF65-F5344CB8AC3E}">
        <p14:creationId xmlns:p14="http://schemas.microsoft.com/office/powerpoint/2010/main" val="336050716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34084B2-BF7E-4D86-B6A3-AB8C6904D017}" type="slidenum">
              <a:rPr lang="en-US"/>
              <a:pPr>
                <a:defRPr/>
              </a:pPr>
              <a:t>‹#›</a:t>
            </a:fld>
            <a:endParaRPr lang="en-US"/>
          </a:p>
        </p:txBody>
      </p:sp>
    </p:spTree>
    <p:extLst>
      <p:ext uri="{BB962C8B-B14F-4D97-AF65-F5344CB8AC3E}">
        <p14:creationId xmlns:p14="http://schemas.microsoft.com/office/powerpoint/2010/main" val="92916988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626B2B1-7F14-42FC-834B-B2FE2D52B38A}" type="slidenum">
              <a:rPr lang="en-US"/>
              <a:pPr>
                <a:defRPr/>
              </a:pPr>
              <a:t>‹#›</a:t>
            </a:fld>
            <a:endParaRPr lang="en-US"/>
          </a:p>
        </p:txBody>
      </p:sp>
    </p:spTree>
    <p:extLst>
      <p:ext uri="{BB962C8B-B14F-4D97-AF65-F5344CB8AC3E}">
        <p14:creationId xmlns:p14="http://schemas.microsoft.com/office/powerpoint/2010/main" val="785798657"/>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2FF9712-B5FD-4AE4-A18F-02C5A46A88C0}" type="slidenum">
              <a:rPr lang="en-US"/>
              <a:pPr>
                <a:defRPr/>
              </a:pPr>
              <a:t>‹#›</a:t>
            </a:fld>
            <a:endParaRPr lang="en-US"/>
          </a:p>
        </p:txBody>
      </p:sp>
    </p:spTree>
    <p:extLst>
      <p:ext uri="{BB962C8B-B14F-4D97-AF65-F5344CB8AC3E}">
        <p14:creationId xmlns:p14="http://schemas.microsoft.com/office/powerpoint/2010/main" val="103610932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8C10C86-FCA6-49F1-9D3F-A0A838ACBEB9}" type="slidenum">
              <a:rPr lang="en-US"/>
              <a:pPr>
                <a:defRPr/>
              </a:pPr>
              <a:t>‹#›</a:t>
            </a:fld>
            <a:endParaRPr lang="en-US"/>
          </a:p>
        </p:txBody>
      </p:sp>
    </p:spTree>
    <p:extLst>
      <p:ext uri="{BB962C8B-B14F-4D97-AF65-F5344CB8AC3E}">
        <p14:creationId xmlns:p14="http://schemas.microsoft.com/office/powerpoint/2010/main" val="223029517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78ED10F-3A8A-4A78-9B75-1EA8E2A1FA52}" type="slidenum">
              <a:rPr lang="en-US"/>
              <a:pPr>
                <a:defRPr/>
              </a:pPr>
              <a:t>‹#›</a:t>
            </a:fld>
            <a:endParaRPr lang="en-US"/>
          </a:p>
        </p:txBody>
      </p:sp>
    </p:spTree>
    <p:extLst>
      <p:ext uri="{BB962C8B-B14F-4D97-AF65-F5344CB8AC3E}">
        <p14:creationId xmlns:p14="http://schemas.microsoft.com/office/powerpoint/2010/main" val="179363924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5DD22F6-F8A8-4022-9C7C-514FF947AD78}" type="slidenum">
              <a:rPr lang="en-US"/>
              <a:pPr>
                <a:defRPr/>
              </a:pPr>
              <a:t>‹#›</a:t>
            </a:fld>
            <a:endParaRPr lang="en-US"/>
          </a:p>
        </p:txBody>
      </p:sp>
    </p:spTree>
    <p:extLst>
      <p:ext uri="{BB962C8B-B14F-4D97-AF65-F5344CB8AC3E}">
        <p14:creationId xmlns:p14="http://schemas.microsoft.com/office/powerpoint/2010/main" val="1923753492"/>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BB97471-F7F4-4E06-A52C-F09DA81F4094}" type="slidenum">
              <a:rPr lang="en-US"/>
              <a:pPr>
                <a:defRPr/>
              </a:pPr>
              <a:t>‹#›</a:t>
            </a:fld>
            <a:endParaRPr lang="en-US"/>
          </a:p>
        </p:txBody>
      </p:sp>
    </p:spTree>
    <p:extLst>
      <p:ext uri="{BB962C8B-B14F-4D97-AF65-F5344CB8AC3E}">
        <p14:creationId xmlns:p14="http://schemas.microsoft.com/office/powerpoint/2010/main" val="115105145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8BAF14A-B410-4553-A1D8-2ECDAF8C6A99}" type="slidenum">
              <a:rPr lang="en-US"/>
              <a:pPr>
                <a:defRPr/>
              </a:pPr>
              <a:t>‹#›</a:t>
            </a:fld>
            <a:endParaRPr lang="en-US"/>
          </a:p>
        </p:txBody>
      </p:sp>
    </p:spTree>
    <p:extLst>
      <p:ext uri="{BB962C8B-B14F-4D97-AF65-F5344CB8AC3E}">
        <p14:creationId xmlns:p14="http://schemas.microsoft.com/office/powerpoint/2010/main" val="215109708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8CC9AD9-2F4C-4C54-90E2-BD0B8673FA45}" type="slidenum">
              <a:rPr lang="en-US"/>
              <a:pPr>
                <a:defRPr/>
              </a:pPr>
              <a:t>‹#›</a:t>
            </a:fld>
            <a:endParaRPr lang="en-US"/>
          </a:p>
        </p:txBody>
      </p:sp>
    </p:spTree>
    <p:extLst>
      <p:ext uri="{BB962C8B-B14F-4D97-AF65-F5344CB8AC3E}">
        <p14:creationId xmlns:p14="http://schemas.microsoft.com/office/powerpoint/2010/main" val="235246582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6B24BD5-3CD1-497B-9F70-D7FE83D57339}" type="slidenum">
              <a:rPr lang="en-US"/>
              <a:pPr>
                <a:defRPr/>
              </a:pPr>
              <a:t>‹#›</a:t>
            </a:fld>
            <a:endParaRPr lang="en-US"/>
          </a:p>
        </p:txBody>
      </p:sp>
    </p:spTree>
    <p:extLst>
      <p:ext uri="{BB962C8B-B14F-4D97-AF65-F5344CB8AC3E}">
        <p14:creationId xmlns:p14="http://schemas.microsoft.com/office/powerpoint/2010/main" val="14603832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E089088-BDEA-44E9-B53A-2476C8AE4497}" type="slidenum">
              <a:rPr lang="en-US"/>
              <a:pPr>
                <a:defRPr/>
              </a:pPr>
              <a:t>‹#›</a:t>
            </a:fld>
            <a:endParaRPr lang="en-US"/>
          </a:p>
        </p:txBody>
      </p:sp>
    </p:spTree>
    <p:extLst>
      <p:ext uri="{BB962C8B-B14F-4D97-AF65-F5344CB8AC3E}">
        <p14:creationId xmlns:p14="http://schemas.microsoft.com/office/powerpoint/2010/main" val="194713792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3BC71BB-ECC4-4CBD-86DD-9D641399D316}" type="slidenum">
              <a:rPr lang="en-US"/>
              <a:pPr>
                <a:defRPr/>
              </a:pPr>
              <a:t>‹#›</a:t>
            </a:fld>
            <a:endParaRPr lang="en-US"/>
          </a:p>
        </p:txBody>
      </p:sp>
    </p:spTree>
    <p:extLst>
      <p:ext uri="{BB962C8B-B14F-4D97-AF65-F5344CB8AC3E}">
        <p14:creationId xmlns:p14="http://schemas.microsoft.com/office/powerpoint/2010/main" val="1200574924"/>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41D3F227-EEE4-4623-8FD5-FEF1A4A9E070}" type="slidenum">
              <a:rPr lang="en-US"/>
              <a:pPr>
                <a:defRPr/>
              </a:pPr>
              <a:t>‹#›</a:t>
            </a:fld>
            <a:endParaRPr lang="en-US" dirty="0"/>
          </a:p>
        </p:txBody>
      </p:sp>
    </p:spTree>
    <p:extLst>
      <p:ext uri="{BB962C8B-B14F-4D97-AF65-F5344CB8AC3E}">
        <p14:creationId xmlns:p14="http://schemas.microsoft.com/office/powerpoint/2010/main" val="2288543596"/>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AA3E3FC-9192-43CE-AEC6-9F7007A1D1E4}" type="slidenum">
              <a:rPr lang="en-US"/>
              <a:pPr>
                <a:defRPr/>
              </a:pPr>
              <a:t>‹#›</a:t>
            </a:fld>
            <a:endParaRPr lang="en-US"/>
          </a:p>
        </p:txBody>
      </p:sp>
    </p:spTree>
    <p:extLst>
      <p:ext uri="{BB962C8B-B14F-4D97-AF65-F5344CB8AC3E}">
        <p14:creationId xmlns:p14="http://schemas.microsoft.com/office/powerpoint/2010/main" val="146132067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7EA07CD-CA85-41CC-B432-8B20B31BBF8D}" type="slidenum">
              <a:rPr lang="en-US"/>
              <a:pPr>
                <a:defRPr/>
              </a:pPr>
              <a:t>‹#›</a:t>
            </a:fld>
            <a:endParaRPr lang="en-US"/>
          </a:p>
        </p:txBody>
      </p:sp>
    </p:spTree>
    <p:extLst>
      <p:ext uri="{BB962C8B-B14F-4D97-AF65-F5344CB8AC3E}">
        <p14:creationId xmlns:p14="http://schemas.microsoft.com/office/powerpoint/2010/main" val="129108240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EAA5DDE-3633-4918-98C2-A39053A39EDD}" type="slidenum">
              <a:rPr lang="en-US"/>
              <a:pPr>
                <a:defRPr/>
              </a:pPr>
              <a:t>‹#›</a:t>
            </a:fld>
            <a:endParaRPr lang="en-US"/>
          </a:p>
        </p:txBody>
      </p:sp>
    </p:spTree>
    <p:extLst>
      <p:ext uri="{BB962C8B-B14F-4D97-AF65-F5344CB8AC3E}">
        <p14:creationId xmlns:p14="http://schemas.microsoft.com/office/powerpoint/2010/main" val="3109294650"/>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F8A6F49-6C42-4F5E-ABA7-014B493D10CE}" type="slidenum">
              <a:rPr lang="en-US"/>
              <a:pPr>
                <a:defRPr/>
              </a:pPr>
              <a:t>‹#›</a:t>
            </a:fld>
            <a:endParaRPr lang="en-US"/>
          </a:p>
        </p:txBody>
      </p:sp>
    </p:spTree>
    <p:extLst>
      <p:ext uri="{BB962C8B-B14F-4D97-AF65-F5344CB8AC3E}">
        <p14:creationId xmlns:p14="http://schemas.microsoft.com/office/powerpoint/2010/main" val="1214015244"/>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631518D-4ECE-4F6C-BBD8-93B72A33FEB9}" type="slidenum">
              <a:rPr lang="en-US"/>
              <a:pPr>
                <a:defRPr/>
              </a:pPr>
              <a:t>‹#›</a:t>
            </a:fld>
            <a:endParaRPr lang="en-US"/>
          </a:p>
        </p:txBody>
      </p:sp>
    </p:spTree>
    <p:extLst>
      <p:ext uri="{BB962C8B-B14F-4D97-AF65-F5344CB8AC3E}">
        <p14:creationId xmlns:p14="http://schemas.microsoft.com/office/powerpoint/2010/main" val="420355050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C055740-C0F1-4CD8-B3D4-7493146D436E}" type="slidenum">
              <a:rPr lang="en-US"/>
              <a:pPr>
                <a:defRPr/>
              </a:pPr>
              <a:t>‹#›</a:t>
            </a:fld>
            <a:endParaRPr lang="en-US"/>
          </a:p>
        </p:txBody>
      </p:sp>
    </p:spTree>
    <p:extLst>
      <p:ext uri="{BB962C8B-B14F-4D97-AF65-F5344CB8AC3E}">
        <p14:creationId xmlns:p14="http://schemas.microsoft.com/office/powerpoint/2010/main" val="335695211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EB41735-10AD-4B81-92F8-1B68AAA72683}" type="slidenum">
              <a:rPr lang="en-US"/>
              <a:pPr>
                <a:defRPr/>
              </a:pPr>
              <a:t>‹#›</a:t>
            </a:fld>
            <a:endParaRPr lang="en-US"/>
          </a:p>
        </p:txBody>
      </p:sp>
    </p:spTree>
    <p:extLst>
      <p:ext uri="{BB962C8B-B14F-4D97-AF65-F5344CB8AC3E}">
        <p14:creationId xmlns:p14="http://schemas.microsoft.com/office/powerpoint/2010/main" val="417676662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AB45883-3117-458B-AB8F-48E1EA3A42B3}" type="slidenum">
              <a:rPr lang="en-US"/>
              <a:pPr>
                <a:defRPr/>
              </a:pPr>
              <a:t>‹#›</a:t>
            </a:fld>
            <a:endParaRPr lang="en-US"/>
          </a:p>
        </p:txBody>
      </p:sp>
    </p:spTree>
    <p:extLst>
      <p:ext uri="{BB962C8B-B14F-4D97-AF65-F5344CB8AC3E}">
        <p14:creationId xmlns:p14="http://schemas.microsoft.com/office/powerpoint/2010/main" val="334717148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7D61224-37A5-4411-995F-25634504E2E8}" type="slidenum">
              <a:rPr lang="en-US"/>
              <a:pPr>
                <a:defRPr/>
              </a:pPr>
              <a:t>‹#›</a:t>
            </a:fld>
            <a:endParaRPr lang="en-US"/>
          </a:p>
        </p:txBody>
      </p:sp>
    </p:spTree>
    <p:extLst>
      <p:ext uri="{BB962C8B-B14F-4D97-AF65-F5344CB8AC3E}">
        <p14:creationId xmlns:p14="http://schemas.microsoft.com/office/powerpoint/2010/main" val="301728589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44C2B41-1299-409A-88C1-9C64D5D918FD}" type="slidenum">
              <a:rPr lang="en-US"/>
              <a:pPr>
                <a:defRPr/>
              </a:pPr>
              <a:t>‹#›</a:t>
            </a:fld>
            <a:endParaRPr lang="en-US"/>
          </a:p>
        </p:txBody>
      </p:sp>
    </p:spTree>
    <p:extLst>
      <p:ext uri="{BB962C8B-B14F-4D97-AF65-F5344CB8AC3E}">
        <p14:creationId xmlns:p14="http://schemas.microsoft.com/office/powerpoint/2010/main" val="220504719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1FD9EDE5-C8D4-4EC9-BA3E-FE514E82F1E6}" type="slidenum">
              <a:rPr lang="en-US"/>
              <a:pPr>
                <a:defRPr/>
              </a:pPr>
              <a:t>‹#›</a:t>
            </a:fld>
            <a:endParaRPr lang="en-US"/>
          </a:p>
        </p:txBody>
      </p:sp>
    </p:spTree>
    <p:extLst>
      <p:ext uri="{BB962C8B-B14F-4D97-AF65-F5344CB8AC3E}">
        <p14:creationId xmlns:p14="http://schemas.microsoft.com/office/powerpoint/2010/main" val="1379195809"/>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1E9C46B-25C2-41ED-A7EC-DCCFB521C375}" type="slidenum">
              <a:rPr lang="en-US"/>
              <a:pPr>
                <a:defRPr/>
              </a:pPr>
              <a:t>‹#›</a:t>
            </a:fld>
            <a:endParaRPr lang="en-US"/>
          </a:p>
        </p:txBody>
      </p:sp>
    </p:spTree>
    <p:extLst>
      <p:ext uri="{BB962C8B-B14F-4D97-AF65-F5344CB8AC3E}">
        <p14:creationId xmlns:p14="http://schemas.microsoft.com/office/powerpoint/2010/main" val="277054594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9037725-B214-476D-BCD2-18C6A3E01087}" type="slidenum">
              <a:rPr lang="en-US"/>
              <a:pPr>
                <a:defRPr/>
              </a:pPr>
              <a:t>‹#›</a:t>
            </a:fld>
            <a:endParaRPr lang="en-US"/>
          </a:p>
        </p:txBody>
      </p:sp>
    </p:spTree>
    <p:extLst>
      <p:ext uri="{BB962C8B-B14F-4D97-AF65-F5344CB8AC3E}">
        <p14:creationId xmlns:p14="http://schemas.microsoft.com/office/powerpoint/2010/main" val="172998996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DCB38F5-3F49-4C7D-AE3F-F1BFD5FAA0D8}" type="slidenum">
              <a:rPr lang="en-US"/>
              <a:pPr>
                <a:defRPr/>
              </a:pPr>
              <a:t>‹#›</a:t>
            </a:fld>
            <a:endParaRPr lang="en-US"/>
          </a:p>
        </p:txBody>
      </p:sp>
    </p:spTree>
    <p:extLst>
      <p:ext uri="{BB962C8B-B14F-4D97-AF65-F5344CB8AC3E}">
        <p14:creationId xmlns:p14="http://schemas.microsoft.com/office/powerpoint/2010/main" val="101777839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82322A1-7F5C-4500-9395-D6E00601A6E1}" type="slidenum">
              <a:rPr lang="en-US"/>
              <a:pPr>
                <a:defRPr/>
              </a:pPr>
              <a:t>‹#›</a:t>
            </a:fld>
            <a:endParaRPr lang="en-US"/>
          </a:p>
        </p:txBody>
      </p:sp>
    </p:spTree>
    <p:extLst>
      <p:ext uri="{BB962C8B-B14F-4D97-AF65-F5344CB8AC3E}">
        <p14:creationId xmlns:p14="http://schemas.microsoft.com/office/powerpoint/2010/main" val="1617745335"/>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20C32DBE-2A8C-4BA8-93DA-10A98FBEBA53}" type="slidenum">
              <a:rPr lang="en-US"/>
              <a:pPr>
                <a:defRPr/>
              </a:pPr>
              <a:t>‹#›</a:t>
            </a:fld>
            <a:endParaRPr lang="en-US" dirty="0"/>
          </a:p>
        </p:txBody>
      </p:sp>
    </p:spTree>
    <p:extLst>
      <p:ext uri="{BB962C8B-B14F-4D97-AF65-F5344CB8AC3E}">
        <p14:creationId xmlns:p14="http://schemas.microsoft.com/office/powerpoint/2010/main" val="260476615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638756A-8842-4EED-88A0-B407129807AB}" type="slidenum">
              <a:rPr lang="en-US"/>
              <a:pPr>
                <a:defRPr/>
              </a:pPr>
              <a:t>‹#›</a:t>
            </a:fld>
            <a:endParaRPr lang="en-US"/>
          </a:p>
        </p:txBody>
      </p:sp>
    </p:spTree>
    <p:extLst>
      <p:ext uri="{BB962C8B-B14F-4D97-AF65-F5344CB8AC3E}">
        <p14:creationId xmlns:p14="http://schemas.microsoft.com/office/powerpoint/2010/main" val="150634346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CC2C79D-8873-48AB-B7B1-7E69A9757A74}" type="slidenum">
              <a:rPr lang="en-US"/>
              <a:pPr>
                <a:defRPr/>
              </a:pPr>
              <a:t>‹#›</a:t>
            </a:fld>
            <a:endParaRPr lang="en-US"/>
          </a:p>
        </p:txBody>
      </p:sp>
    </p:spTree>
    <p:extLst>
      <p:ext uri="{BB962C8B-B14F-4D97-AF65-F5344CB8AC3E}">
        <p14:creationId xmlns:p14="http://schemas.microsoft.com/office/powerpoint/2010/main" val="270193672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B9BB06C-B275-4AAC-A092-7C299180F686}" type="slidenum">
              <a:rPr lang="en-US"/>
              <a:pPr>
                <a:defRPr/>
              </a:pPr>
              <a:t>‹#›</a:t>
            </a:fld>
            <a:endParaRPr lang="en-US"/>
          </a:p>
        </p:txBody>
      </p:sp>
    </p:spTree>
    <p:extLst>
      <p:ext uri="{BB962C8B-B14F-4D97-AF65-F5344CB8AC3E}">
        <p14:creationId xmlns:p14="http://schemas.microsoft.com/office/powerpoint/2010/main" val="59520185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F1199DB-672C-439B-B285-F45652E98489}" type="slidenum">
              <a:rPr lang="en-US"/>
              <a:pPr>
                <a:defRPr/>
              </a:pPr>
              <a:t>‹#›</a:t>
            </a:fld>
            <a:endParaRPr lang="en-US"/>
          </a:p>
        </p:txBody>
      </p:sp>
    </p:spTree>
    <p:extLst>
      <p:ext uri="{BB962C8B-B14F-4D97-AF65-F5344CB8AC3E}">
        <p14:creationId xmlns:p14="http://schemas.microsoft.com/office/powerpoint/2010/main" val="3867985231"/>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D6D00D7-9B54-4555-88F2-7137857B3ECB}" type="slidenum">
              <a:rPr lang="en-US"/>
              <a:pPr>
                <a:defRPr/>
              </a:pPr>
              <a:t>‹#›</a:t>
            </a:fld>
            <a:endParaRPr lang="en-US"/>
          </a:p>
        </p:txBody>
      </p:sp>
    </p:spTree>
    <p:extLst>
      <p:ext uri="{BB962C8B-B14F-4D97-AF65-F5344CB8AC3E}">
        <p14:creationId xmlns:p14="http://schemas.microsoft.com/office/powerpoint/2010/main" val="4232514813"/>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B99F59B-9031-444A-B2B4-13E6C95FD554}" type="slidenum">
              <a:rPr lang="en-US"/>
              <a:pPr>
                <a:defRPr/>
              </a:pPr>
              <a:t>‹#›</a:t>
            </a:fld>
            <a:endParaRPr lang="en-US"/>
          </a:p>
        </p:txBody>
      </p:sp>
    </p:spTree>
    <p:extLst>
      <p:ext uri="{BB962C8B-B14F-4D97-AF65-F5344CB8AC3E}">
        <p14:creationId xmlns:p14="http://schemas.microsoft.com/office/powerpoint/2010/main" val="3412266020"/>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CAA89D1-4F37-4715-B397-CBF927708A10}" type="slidenum">
              <a:rPr lang="en-US"/>
              <a:pPr>
                <a:defRPr/>
              </a:pPr>
              <a:t>‹#›</a:t>
            </a:fld>
            <a:endParaRPr lang="en-US"/>
          </a:p>
        </p:txBody>
      </p:sp>
    </p:spTree>
    <p:extLst>
      <p:ext uri="{BB962C8B-B14F-4D97-AF65-F5344CB8AC3E}">
        <p14:creationId xmlns:p14="http://schemas.microsoft.com/office/powerpoint/2010/main" val="64309767"/>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CDB3F50-D718-4B91-A017-A40E331D2D54}" type="slidenum">
              <a:rPr lang="en-US"/>
              <a:pPr>
                <a:defRPr/>
              </a:pPr>
              <a:t>‹#›</a:t>
            </a:fld>
            <a:endParaRPr lang="en-US"/>
          </a:p>
        </p:txBody>
      </p:sp>
    </p:spTree>
    <p:extLst>
      <p:ext uri="{BB962C8B-B14F-4D97-AF65-F5344CB8AC3E}">
        <p14:creationId xmlns:p14="http://schemas.microsoft.com/office/powerpoint/2010/main" val="267559060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DA0DFDF-6225-4A80-A089-EDF6B0AD9C71}" type="slidenum">
              <a:rPr lang="en-US"/>
              <a:pPr>
                <a:defRPr/>
              </a:pPr>
              <a:t>‹#›</a:t>
            </a:fld>
            <a:endParaRPr lang="en-US"/>
          </a:p>
        </p:txBody>
      </p:sp>
    </p:spTree>
    <p:extLst>
      <p:ext uri="{BB962C8B-B14F-4D97-AF65-F5344CB8AC3E}">
        <p14:creationId xmlns:p14="http://schemas.microsoft.com/office/powerpoint/2010/main" val="4148384210"/>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0968342-370C-485D-9723-37025CBD00B8}" type="slidenum">
              <a:rPr lang="en-US"/>
              <a:pPr>
                <a:defRPr/>
              </a:pPr>
              <a:t>‹#›</a:t>
            </a:fld>
            <a:endParaRPr lang="en-US"/>
          </a:p>
        </p:txBody>
      </p:sp>
    </p:spTree>
    <p:extLst>
      <p:ext uri="{BB962C8B-B14F-4D97-AF65-F5344CB8AC3E}">
        <p14:creationId xmlns:p14="http://schemas.microsoft.com/office/powerpoint/2010/main" val="169403863"/>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731AD28-F639-483C-8ACC-B7AE3CD68346}" type="slidenum">
              <a:rPr lang="en-US"/>
              <a:pPr>
                <a:defRPr/>
              </a:pPr>
              <a:t>‹#›</a:t>
            </a:fld>
            <a:endParaRPr lang="en-US"/>
          </a:p>
        </p:txBody>
      </p:sp>
    </p:spTree>
    <p:extLst>
      <p:ext uri="{BB962C8B-B14F-4D97-AF65-F5344CB8AC3E}">
        <p14:creationId xmlns:p14="http://schemas.microsoft.com/office/powerpoint/2010/main" val="548054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7A1E9BF-CA40-4C94-BB17-8D00A7540EE6}" type="slidenum">
              <a:rPr lang="en-US"/>
              <a:pPr>
                <a:defRPr/>
              </a:pPr>
              <a:t>‹#›</a:t>
            </a:fld>
            <a:endParaRPr lang="en-US"/>
          </a:p>
        </p:txBody>
      </p:sp>
    </p:spTree>
    <p:extLst>
      <p:ext uri="{BB962C8B-B14F-4D97-AF65-F5344CB8AC3E}">
        <p14:creationId xmlns:p14="http://schemas.microsoft.com/office/powerpoint/2010/main" val="55574499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D709150-BDBE-4591-BDCA-28766BDA120F}" type="slidenum">
              <a:rPr lang="en-US"/>
              <a:pPr>
                <a:defRPr/>
              </a:pPr>
              <a:t>‹#›</a:t>
            </a:fld>
            <a:endParaRPr lang="en-US"/>
          </a:p>
        </p:txBody>
      </p:sp>
    </p:spTree>
    <p:extLst>
      <p:ext uri="{BB962C8B-B14F-4D97-AF65-F5344CB8AC3E}">
        <p14:creationId xmlns:p14="http://schemas.microsoft.com/office/powerpoint/2010/main" val="278207315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686690E-B74B-4599-80D6-ED89F98D0565}" type="slidenum">
              <a:rPr lang="en-US"/>
              <a:pPr>
                <a:defRPr/>
              </a:pPr>
              <a:t>‹#›</a:t>
            </a:fld>
            <a:endParaRPr lang="en-US"/>
          </a:p>
        </p:txBody>
      </p:sp>
    </p:spTree>
    <p:extLst>
      <p:ext uri="{BB962C8B-B14F-4D97-AF65-F5344CB8AC3E}">
        <p14:creationId xmlns:p14="http://schemas.microsoft.com/office/powerpoint/2010/main" val="193879593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F356FF8-939A-4ABF-89D1-60EEF1E27CCC}" type="slidenum">
              <a:rPr lang="en-US"/>
              <a:pPr>
                <a:defRPr/>
              </a:pPr>
              <a:t>‹#›</a:t>
            </a:fld>
            <a:endParaRPr lang="en-US"/>
          </a:p>
        </p:txBody>
      </p:sp>
    </p:spTree>
    <p:extLst>
      <p:ext uri="{BB962C8B-B14F-4D97-AF65-F5344CB8AC3E}">
        <p14:creationId xmlns:p14="http://schemas.microsoft.com/office/powerpoint/2010/main" val="215606917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49D1FC2E-2D54-45D6-BF90-E28F0DE83577}" type="slidenum">
              <a:rPr lang="en-US"/>
              <a:pPr>
                <a:defRPr/>
              </a:pPr>
              <a:t>‹#›</a:t>
            </a:fld>
            <a:endParaRPr lang="en-US" dirty="0"/>
          </a:p>
        </p:txBody>
      </p:sp>
    </p:spTree>
    <p:extLst>
      <p:ext uri="{BB962C8B-B14F-4D97-AF65-F5344CB8AC3E}">
        <p14:creationId xmlns:p14="http://schemas.microsoft.com/office/powerpoint/2010/main" val="235575372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AAC62C3C-CF8B-4577-A96F-CCC1F09BEE74}" type="slidenum">
              <a:rPr lang="en-US"/>
              <a:pPr>
                <a:defRPr/>
              </a:pPr>
              <a:t>‹#›</a:t>
            </a:fld>
            <a:endParaRPr lang="en-US"/>
          </a:p>
        </p:txBody>
      </p:sp>
    </p:spTree>
    <p:extLst>
      <p:ext uri="{BB962C8B-B14F-4D97-AF65-F5344CB8AC3E}">
        <p14:creationId xmlns:p14="http://schemas.microsoft.com/office/powerpoint/2010/main" val="77315491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2432352-7E1F-48D9-9B37-A2EF0766CC23}" type="slidenum">
              <a:rPr lang="en-US"/>
              <a:pPr>
                <a:defRPr/>
              </a:pPr>
              <a:t>‹#›</a:t>
            </a:fld>
            <a:endParaRPr lang="en-US"/>
          </a:p>
        </p:txBody>
      </p:sp>
    </p:spTree>
    <p:extLst>
      <p:ext uri="{BB962C8B-B14F-4D97-AF65-F5344CB8AC3E}">
        <p14:creationId xmlns:p14="http://schemas.microsoft.com/office/powerpoint/2010/main" val="656912066"/>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985FD8E-38F7-4D3F-95CC-5253C00017A1}" type="slidenum">
              <a:rPr lang="en-US"/>
              <a:pPr>
                <a:defRPr/>
              </a:pPr>
              <a:t>‹#›</a:t>
            </a:fld>
            <a:endParaRPr lang="en-US"/>
          </a:p>
        </p:txBody>
      </p:sp>
    </p:spTree>
    <p:extLst>
      <p:ext uri="{BB962C8B-B14F-4D97-AF65-F5344CB8AC3E}">
        <p14:creationId xmlns:p14="http://schemas.microsoft.com/office/powerpoint/2010/main" val="18596475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DB651D1-CE0C-439D-9280-98F5A0E51226}" type="slidenum">
              <a:rPr lang="en-US"/>
              <a:pPr>
                <a:defRPr/>
              </a:pPr>
              <a:t>‹#›</a:t>
            </a:fld>
            <a:endParaRPr lang="en-US"/>
          </a:p>
        </p:txBody>
      </p:sp>
    </p:spTree>
    <p:extLst>
      <p:ext uri="{BB962C8B-B14F-4D97-AF65-F5344CB8AC3E}">
        <p14:creationId xmlns:p14="http://schemas.microsoft.com/office/powerpoint/2010/main" val="78251646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5B7E43C-6CFA-48B5-8257-9292C0C5AE11}" type="slidenum">
              <a:rPr lang="en-US"/>
              <a:pPr>
                <a:defRPr/>
              </a:pPr>
              <a:t>‹#›</a:t>
            </a:fld>
            <a:endParaRPr lang="en-US"/>
          </a:p>
        </p:txBody>
      </p:sp>
    </p:spTree>
    <p:extLst>
      <p:ext uri="{BB962C8B-B14F-4D97-AF65-F5344CB8AC3E}">
        <p14:creationId xmlns:p14="http://schemas.microsoft.com/office/powerpoint/2010/main" val="236155590"/>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E13BD43-3059-406C-8672-84ADEBF317FB}" type="slidenum">
              <a:rPr lang="en-US"/>
              <a:pPr>
                <a:defRPr/>
              </a:pPr>
              <a:t>‹#›</a:t>
            </a:fld>
            <a:endParaRPr lang="en-US"/>
          </a:p>
        </p:txBody>
      </p:sp>
    </p:spTree>
    <p:extLst>
      <p:ext uri="{BB962C8B-B14F-4D97-AF65-F5344CB8AC3E}">
        <p14:creationId xmlns:p14="http://schemas.microsoft.com/office/powerpoint/2010/main" val="2257050347"/>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15C7B57-8D40-4BF6-B65A-3BA5B9FE10FD}" type="slidenum">
              <a:rPr lang="en-US"/>
              <a:pPr>
                <a:defRPr/>
              </a:pPr>
              <a:t>‹#›</a:t>
            </a:fld>
            <a:endParaRPr lang="en-US"/>
          </a:p>
        </p:txBody>
      </p:sp>
    </p:spTree>
    <p:extLst>
      <p:ext uri="{BB962C8B-B14F-4D97-AF65-F5344CB8AC3E}">
        <p14:creationId xmlns:p14="http://schemas.microsoft.com/office/powerpoint/2010/main" val="382661018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2AD6A8C-988A-4382-811D-B8F7340DC8EC}" type="slidenum">
              <a:rPr lang="en-US"/>
              <a:pPr>
                <a:defRPr/>
              </a:pPr>
              <a:t>‹#›</a:t>
            </a:fld>
            <a:endParaRPr lang="en-US"/>
          </a:p>
        </p:txBody>
      </p:sp>
    </p:spTree>
    <p:extLst>
      <p:ext uri="{BB962C8B-B14F-4D97-AF65-F5344CB8AC3E}">
        <p14:creationId xmlns:p14="http://schemas.microsoft.com/office/powerpoint/2010/main" val="879005962"/>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CA4220D-E5D5-4A20-BA07-DC9D65130CAE}" type="slidenum">
              <a:rPr lang="en-US"/>
              <a:pPr>
                <a:defRPr/>
              </a:pPr>
              <a:t>‹#›</a:t>
            </a:fld>
            <a:endParaRPr lang="en-US"/>
          </a:p>
        </p:txBody>
      </p:sp>
    </p:spTree>
    <p:extLst>
      <p:ext uri="{BB962C8B-B14F-4D97-AF65-F5344CB8AC3E}">
        <p14:creationId xmlns:p14="http://schemas.microsoft.com/office/powerpoint/2010/main" val="3817459887"/>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AFE9B47-C763-497D-BFED-7415780719BB}" type="slidenum">
              <a:rPr lang="en-US"/>
              <a:pPr>
                <a:defRPr/>
              </a:pPr>
              <a:t>‹#›</a:t>
            </a:fld>
            <a:endParaRPr lang="en-US"/>
          </a:p>
        </p:txBody>
      </p:sp>
    </p:spTree>
    <p:extLst>
      <p:ext uri="{BB962C8B-B14F-4D97-AF65-F5344CB8AC3E}">
        <p14:creationId xmlns:p14="http://schemas.microsoft.com/office/powerpoint/2010/main" val="95061321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0EE8C441-B6F4-42FC-851B-FDB2CBDF12DE}" type="slidenum">
              <a:rPr lang="en-US"/>
              <a:pPr>
                <a:defRPr/>
              </a:pPr>
              <a:t>‹#›</a:t>
            </a:fld>
            <a:endParaRPr lang="en-US"/>
          </a:p>
        </p:txBody>
      </p:sp>
    </p:spTree>
    <p:extLst>
      <p:ext uri="{BB962C8B-B14F-4D97-AF65-F5344CB8AC3E}">
        <p14:creationId xmlns:p14="http://schemas.microsoft.com/office/powerpoint/2010/main" val="1657587856"/>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BB1AE85A-ACD0-4B59-A8C8-CF6E9C3D5438}" type="slidenum">
              <a:rPr lang="en-US"/>
              <a:pPr>
                <a:defRPr/>
              </a:pPr>
              <a:t>‹#›</a:t>
            </a:fld>
            <a:endParaRPr lang="en-US"/>
          </a:p>
        </p:txBody>
      </p:sp>
    </p:spTree>
    <p:extLst>
      <p:ext uri="{BB962C8B-B14F-4D97-AF65-F5344CB8AC3E}">
        <p14:creationId xmlns:p14="http://schemas.microsoft.com/office/powerpoint/2010/main" val="3024023452"/>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DAEC5300-3327-4E02-9C4D-5961AA93FA27}" type="slidenum">
              <a:rPr lang="en-US"/>
              <a:pPr>
                <a:defRPr/>
              </a:pPr>
              <a:t>‹#›</a:t>
            </a:fld>
            <a:endParaRPr lang="en-US"/>
          </a:p>
        </p:txBody>
      </p:sp>
    </p:spTree>
    <p:extLst>
      <p:ext uri="{BB962C8B-B14F-4D97-AF65-F5344CB8AC3E}">
        <p14:creationId xmlns:p14="http://schemas.microsoft.com/office/powerpoint/2010/main" val="3764936931"/>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AA66FC6-FBD0-40F8-A5D1-0F79C7FE6AE8}" type="slidenum">
              <a:rPr lang="en-US"/>
              <a:pPr>
                <a:defRPr/>
              </a:pPr>
              <a:t>‹#›</a:t>
            </a:fld>
            <a:endParaRPr lang="en-US"/>
          </a:p>
        </p:txBody>
      </p:sp>
    </p:spTree>
    <p:extLst>
      <p:ext uri="{BB962C8B-B14F-4D97-AF65-F5344CB8AC3E}">
        <p14:creationId xmlns:p14="http://schemas.microsoft.com/office/powerpoint/2010/main" val="3260164991"/>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59B196B-7248-4F5C-9AF2-27E8D9456E73}" type="slidenum">
              <a:rPr lang="en-US"/>
              <a:pPr>
                <a:defRPr/>
              </a:pPr>
              <a:t>‹#›</a:t>
            </a:fld>
            <a:endParaRPr lang="en-US"/>
          </a:p>
        </p:txBody>
      </p:sp>
    </p:spTree>
    <p:extLst>
      <p:ext uri="{BB962C8B-B14F-4D97-AF65-F5344CB8AC3E}">
        <p14:creationId xmlns:p14="http://schemas.microsoft.com/office/powerpoint/2010/main" val="397227587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latin typeface="+mn-lt"/>
                <a:ea typeface="Droid Sans Fallback"/>
                <a:cs typeface="Droid Sans Fallback"/>
              </a:defRPr>
            </a:lvl1pPr>
          </a:lstStyle>
          <a:p>
            <a:pPr>
              <a:defRPr/>
            </a:pPr>
            <a:fld id="{7C519777-5571-444F-A523-502AC4D9E63B}" type="slidenum">
              <a:rPr lang="en-US"/>
              <a:pPr>
                <a:defRPr/>
              </a:pPr>
              <a:t>‹#›</a:t>
            </a:fld>
            <a:endParaRPr lang="en-US" dirty="0"/>
          </a:p>
        </p:txBody>
      </p:sp>
    </p:spTree>
    <p:extLst>
      <p:ext uri="{BB962C8B-B14F-4D97-AF65-F5344CB8AC3E}">
        <p14:creationId xmlns:p14="http://schemas.microsoft.com/office/powerpoint/2010/main" val="413706215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F0AC3741-B0E6-4BCA-BF0A-6EE72343B4CB}" type="slidenum">
              <a:rPr lang="en-US"/>
              <a:pPr>
                <a:defRPr/>
              </a:pPr>
              <a:t>‹#›</a:t>
            </a:fld>
            <a:endParaRPr lang="en-US"/>
          </a:p>
        </p:txBody>
      </p:sp>
    </p:spTree>
    <p:extLst>
      <p:ext uri="{BB962C8B-B14F-4D97-AF65-F5344CB8AC3E}">
        <p14:creationId xmlns:p14="http://schemas.microsoft.com/office/powerpoint/2010/main" val="227917692"/>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2192F90-DDA8-4FB6-85B7-DB2BFE4AA12D}" type="slidenum">
              <a:rPr lang="en-US"/>
              <a:pPr>
                <a:defRPr/>
              </a:pPr>
              <a:t>‹#›</a:t>
            </a:fld>
            <a:endParaRPr lang="en-US"/>
          </a:p>
        </p:txBody>
      </p:sp>
    </p:spTree>
    <p:extLst>
      <p:ext uri="{BB962C8B-B14F-4D97-AF65-F5344CB8AC3E}">
        <p14:creationId xmlns:p14="http://schemas.microsoft.com/office/powerpoint/2010/main" val="238240497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596FF939-2B2C-43A3-9F3B-0FC66DD8D24B}" type="slidenum">
              <a:rPr lang="en-US"/>
              <a:pPr>
                <a:defRPr/>
              </a:pPr>
              <a:t>‹#›</a:t>
            </a:fld>
            <a:endParaRPr lang="en-US"/>
          </a:p>
        </p:txBody>
      </p:sp>
    </p:spTree>
    <p:extLst>
      <p:ext uri="{BB962C8B-B14F-4D97-AF65-F5344CB8AC3E}">
        <p14:creationId xmlns:p14="http://schemas.microsoft.com/office/powerpoint/2010/main" val="3719001423"/>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C22FE0EC-C952-467C-B8FE-A0E360892B4D}" type="slidenum">
              <a:rPr lang="en-US"/>
              <a:pPr>
                <a:defRPr/>
              </a:pPr>
              <a:t>‹#›</a:t>
            </a:fld>
            <a:endParaRPr lang="en-US"/>
          </a:p>
        </p:txBody>
      </p:sp>
    </p:spTree>
    <p:extLst>
      <p:ext uri="{BB962C8B-B14F-4D97-AF65-F5344CB8AC3E}">
        <p14:creationId xmlns:p14="http://schemas.microsoft.com/office/powerpoint/2010/main" val="270276171"/>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870DC1CD-7966-4F03-8218-0B64FC2360F6}" type="slidenum">
              <a:rPr lang="en-US"/>
              <a:pPr>
                <a:defRPr/>
              </a:pPr>
              <a:t>‹#›</a:t>
            </a:fld>
            <a:endParaRPr lang="en-US"/>
          </a:p>
        </p:txBody>
      </p:sp>
    </p:spTree>
    <p:extLst>
      <p:ext uri="{BB962C8B-B14F-4D97-AF65-F5344CB8AC3E}">
        <p14:creationId xmlns:p14="http://schemas.microsoft.com/office/powerpoint/2010/main" val="3803724822"/>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1FA9490-8ED1-4CCE-908B-FE8B4B1A3C56}" type="slidenum">
              <a:rPr lang="en-US"/>
              <a:pPr>
                <a:defRPr/>
              </a:pPr>
              <a:t>‹#›</a:t>
            </a:fld>
            <a:endParaRPr lang="en-US"/>
          </a:p>
        </p:txBody>
      </p:sp>
    </p:spTree>
    <p:extLst>
      <p:ext uri="{BB962C8B-B14F-4D97-AF65-F5344CB8AC3E}">
        <p14:creationId xmlns:p14="http://schemas.microsoft.com/office/powerpoint/2010/main" val="766853535"/>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AE6B671-9CB1-491F-8E86-231A96DB7795}" type="slidenum">
              <a:rPr lang="en-US"/>
              <a:pPr>
                <a:defRPr/>
              </a:pPr>
              <a:t>‹#›</a:t>
            </a:fld>
            <a:endParaRPr lang="en-US"/>
          </a:p>
        </p:txBody>
      </p:sp>
    </p:spTree>
    <p:extLst>
      <p:ext uri="{BB962C8B-B14F-4D97-AF65-F5344CB8AC3E}">
        <p14:creationId xmlns:p14="http://schemas.microsoft.com/office/powerpoint/2010/main" val="313127787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7210EE7D-D5F0-4E09-BB69-5763E1694B63}" type="slidenum">
              <a:rPr lang="en-US"/>
              <a:pPr>
                <a:defRPr/>
              </a:pPr>
              <a:t>‹#›</a:t>
            </a:fld>
            <a:endParaRPr lang="en-US"/>
          </a:p>
        </p:txBody>
      </p:sp>
    </p:spTree>
    <p:extLst>
      <p:ext uri="{BB962C8B-B14F-4D97-AF65-F5344CB8AC3E}">
        <p14:creationId xmlns:p14="http://schemas.microsoft.com/office/powerpoint/2010/main" val="112090485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22AD02D6-E8AE-41FB-8B84-3BF52DB31307}" type="slidenum">
              <a:rPr lang="en-US"/>
              <a:pPr>
                <a:defRPr/>
              </a:pPr>
              <a:t>‹#›</a:t>
            </a:fld>
            <a:endParaRPr lang="en-US"/>
          </a:p>
        </p:txBody>
      </p:sp>
    </p:spTree>
    <p:extLst>
      <p:ext uri="{BB962C8B-B14F-4D97-AF65-F5344CB8AC3E}">
        <p14:creationId xmlns:p14="http://schemas.microsoft.com/office/powerpoint/2010/main" val="2916970228"/>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423EBFDE-2AFF-4DF6-AF30-32CCD754F3E6}" type="slidenum">
              <a:rPr lang="en-US"/>
              <a:pPr>
                <a:defRPr/>
              </a:pPr>
              <a:t>‹#›</a:t>
            </a:fld>
            <a:endParaRPr lang="en-US"/>
          </a:p>
        </p:txBody>
      </p:sp>
    </p:spTree>
    <p:extLst>
      <p:ext uri="{BB962C8B-B14F-4D97-AF65-F5344CB8AC3E}">
        <p14:creationId xmlns:p14="http://schemas.microsoft.com/office/powerpoint/2010/main" val="2823284759"/>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6E11570B-CAC8-4FA4-BD1C-0EFEF604EC99}" type="slidenum">
              <a:rPr lang="en-US"/>
              <a:pPr>
                <a:defRPr/>
              </a:pPr>
              <a:t>‹#›</a:t>
            </a:fld>
            <a:endParaRPr lang="en-US"/>
          </a:p>
        </p:txBody>
      </p:sp>
    </p:spTree>
    <p:extLst>
      <p:ext uri="{BB962C8B-B14F-4D97-AF65-F5344CB8AC3E}">
        <p14:creationId xmlns:p14="http://schemas.microsoft.com/office/powerpoint/2010/main" val="767811834"/>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3E29B2F7-6855-4606-A7D9-F3B88C1E630D}" type="slidenum">
              <a:rPr lang="en-US"/>
              <a:pPr>
                <a:defRPr/>
              </a:pPr>
              <a:t>‹#›</a:t>
            </a:fld>
            <a:endParaRPr lang="en-US"/>
          </a:p>
        </p:txBody>
      </p:sp>
    </p:spTree>
    <p:extLst>
      <p:ext uri="{BB962C8B-B14F-4D97-AF65-F5344CB8AC3E}">
        <p14:creationId xmlns:p14="http://schemas.microsoft.com/office/powerpoint/2010/main" val="2277230418"/>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920562CD-6E74-4B53-9108-3928DF10ED86}" type="slidenum">
              <a:rPr lang="en-US"/>
              <a:pPr>
                <a:defRPr/>
              </a:pPr>
              <a:t>‹#›</a:t>
            </a:fld>
            <a:endParaRPr lang="en-US"/>
          </a:p>
        </p:txBody>
      </p:sp>
    </p:spTree>
    <p:extLst>
      <p:ext uri="{BB962C8B-B14F-4D97-AF65-F5344CB8AC3E}">
        <p14:creationId xmlns:p14="http://schemas.microsoft.com/office/powerpoint/2010/main" val="551999666"/>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a:ea typeface="Droid Sans Fallback"/>
                <a:cs typeface="Droid Sans Fallback"/>
              </a:defRPr>
            </a:lvl1pPr>
          </a:lstStyle>
          <a:p>
            <a:pPr>
              <a:defRPr/>
            </a:pPr>
            <a:fld id="{E724735F-115F-4DA3-AD6E-2DC674050889}" type="slidenum">
              <a:rPr lang="en-US"/>
              <a:pPr>
                <a:defRPr/>
              </a:pPr>
              <a:t>‹#›</a:t>
            </a:fld>
            <a:endParaRPr lang="en-US"/>
          </a:p>
        </p:txBody>
      </p:sp>
    </p:spTree>
    <p:extLst>
      <p:ext uri="{BB962C8B-B14F-4D97-AF65-F5344CB8AC3E}">
        <p14:creationId xmlns:p14="http://schemas.microsoft.com/office/powerpoint/2010/main" val="147716359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BF44403-9410-4895-A802-D58865867B45}" type="slidenum">
              <a:rPr lang="en-US"/>
              <a:pPr>
                <a:defRPr/>
              </a:pPr>
              <a:t>‹#›</a:t>
            </a:fld>
            <a:endParaRPr lang="en-US"/>
          </a:p>
        </p:txBody>
      </p:sp>
    </p:spTree>
    <p:extLst>
      <p:ext uri="{BB962C8B-B14F-4D97-AF65-F5344CB8AC3E}">
        <p14:creationId xmlns:p14="http://schemas.microsoft.com/office/powerpoint/2010/main" val="269292417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4F75CF9C-A54D-4E6E-8111-55C3AE821C25}" type="slidenum">
              <a:rPr lang="en-US"/>
              <a:pPr>
                <a:defRPr/>
              </a:pPr>
              <a:t>‹#›</a:t>
            </a:fld>
            <a:endParaRPr lang="en-US" dirty="0"/>
          </a:p>
        </p:txBody>
      </p:sp>
    </p:spTree>
    <p:extLst>
      <p:ext uri="{BB962C8B-B14F-4D97-AF65-F5344CB8AC3E}">
        <p14:creationId xmlns:p14="http://schemas.microsoft.com/office/powerpoint/2010/main" val="1531826745"/>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2EB453A-DBAB-4338-B2AC-3ECF06AB5B30}" type="slidenum">
              <a:rPr lang="en-US"/>
              <a:pPr>
                <a:defRPr/>
              </a:pPr>
              <a:t>‹#›</a:t>
            </a:fld>
            <a:endParaRPr lang="en-US"/>
          </a:p>
        </p:txBody>
      </p:sp>
    </p:spTree>
    <p:extLst>
      <p:ext uri="{BB962C8B-B14F-4D97-AF65-F5344CB8AC3E}">
        <p14:creationId xmlns:p14="http://schemas.microsoft.com/office/powerpoint/2010/main" val="3820271492"/>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230218E-F460-414E-9B75-E7F548AF5158}" type="slidenum">
              <a:rPr lang="en-US"/>
              <a:pPr>
                <a:defRPr/>
              </a:pPr>
              <a:t>‹#›</a:t>
            </a:fld>
            <a:endParaRPr lang="en-US"/>
          </a:p>
        </p:txBody>
      </p:sp>
    </p:spTree>
    <p:extLst>
      <p:ext uri="{BB962C8B-B14F-4D97-AF65-F5344CB8AC3E}">
        <p14:creationId xmlns:p14="http://schemas.microsoft.com/office/powerpoint/2010/main" val="2549505811"/>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1C97109-66ED-4077-A135-33ACF4878A11}" type="slidenum">
              <a:rPr lang="en-US"/>
              <a:pPr>
                <a:defRPr/>
              </a:pPr>
              <a:t>‹#›</a:t>
            </a:fld>
            <a:endParaRPr lang="en-US"/>
          </a:p>
        </p:txBody>
      </p:sp>
    </p:spTree>
    <p:extLst>
      <p:ext uri="{BB962C8B-B14F-4D97-AF65-F5344CB8AC3E}">
        <p14:creationId xmlns:p14="http://schemas.microsoft.com/office/powerpoint/2010/main" val="4281175707"/>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B5A510D-B0E5-440D-868C-D83C4D9B1600}" type="slidenum">
              <a:rPr lang="en-US"/>
              <a:pPr>
                <a:defRPr/>
              </a:pPr>
              <a:t>‹#›</a:t>
            </a:fld>
            <a:endParaRPr lang="en-US"/>
          </a:p>
        </p:txBody>
      </p:sp>
    </p:spTree>
    <p:extLst>
      <p:ext uri="{BB962C8B-B14F-4D97-AF65-F5344CB8AC3E}">
        <p14:creationId xmlns:p14="http://schemas.microsoft.com/office/powerpoint/2010/main" val="3983831646"/>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F85846E-C95C-4B46-AA46-E5A2339144B7}" type="slidenum">
              <a:rPr lang="en-US"/>
              <a:pPr>
                <a:defRPr/>
              </a:pPr>
              <a:t>‹#›</a:t>
            </a:fld>
            <a:endParaRPr lang="en-US"/>
          </a:p>
        </p:txBody>
      </p:sp>
    </p:spTree>
    <p:extLst>
      <p:ext uri="{BB962C8B-B14F-4D97-AF65-F5344CB8AC3E}">
        <p14:creationId xmlns:p14="http://schemas.microsoft.com/office/powerpoint/2010/main" val="556170842"/>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95E42CE-A31B-43BF-B985-08A7A486B5A9}" type="slidenum">
              <a:rPr lang="en-US"/>
              <a:pPr>
                <a:defRPr/>
              </a:pPr>
              <a:t>‹#›</a:t>
            </a:fld>
            <a:endParaRPr lang="en-US"/>
          </a:p>
        </p:txBody>
      </p:sp>
    </p:spTree>
    <p:extLst>
      <p:ext uri="{BB962C8B-B14F-4D97-AF65-F5344CB8AC3E}">
        <p14:creationId xmlns:p14="http://schemas.microsoft.com/office/powerpoint/2010/main" val="3284378726"/>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E567F97-5087-401F-A1CD-97CA45A3AEA4}" type="slidenum">
              <a:rPr lang="en-US"/>
              <a:pPr>
                <a:defRPr/>
              </a:pPr>
              <a:t>‹#›</a:t>
            </a:fld>
            <a:endParaRPr lang="en-US"/>
          </a:p>
        </p:txBody>
      </p:sp>
    </p:spTree>
    <p:extLst>
      <p:ext uri="{BB962C8B-B14F-4D97-AF65-F5344CB8AC3E}">
        <p14:creationId xmlns:p14="http://schemas.microsoft.com/office/powerpoint/2010/main" val="13041437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C87D668-4F15-4AE6-898F-57A5EC0A527B}" type="slidenum">
              <a:rPr lang="en-US"/>
              <a:pPr>
                <a:defRPr/>
              </a:pPr>
              <a:t>‹#›</a:t>
            </a:fld>
            <a:endParaRPr lang="en-US"/>
          </a:p>
        </p:txBody>
      </p:sp>
    </p:spTree>
    <p:extLst>
      <p:ext uri="{BB962C8B-B14F-4D97-AF65-F5344CB8AC3E}">
        <p14:creationId xmlns:p14="http://schemas.microsoft.com/office/powerpoint/2010/main" val="443775803"/>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CA4D6CD-2203-4899-9577-1451EEFB38BE}" type="slidenum">
              <a:rPr lang="en-US"/>
              <a:pPr>
                <a:defRPr/>
              </a:pPr>
              <a:t>‹#›</a:t>
            </a:fld>
            <a:endParaRPr lang="en-US"/>
          </a:p>
        </p:txBody>
      </p:sp>
    </p:spTree>
    <p:extLst>
      <p:ext uri="{BB962C8B-B14F-4D97-AF65-F5344CB8AC3E}">
        <p14:creationId xmlns:p14="http://schemas.microsoft.com/office/powerpoint/2010/main" val="335490174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013CFDA-D48F-4C7A-B2CD-8B9E76034DC7}" type="slidenum">
              <a:rPr lang="en-US"/>
              <a:pPr>
                <a:defRPr/>
              </a:pPr>
              <a:t>‹#›</a:t>
            </a:fld>
            <a:endParaRPr lang="en-US"/>
          </a:p>
        </p:txBody>
      </p:sp>
    </p:spTree>
    <p:extLst>
      <p:ext uri="{BB962C8B-B14F-4D97-AF65-F5344CB8AC3E}">
        <p14:creationId xmlns:p14="http://schemas.microsoft.com/office/powerpoint/2010/main" val="2728504543"/>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7D578E6-E2CD-49D7-8E06-11F07FEF3AF4}" type="slidenum">
              <a:rPr lang="en-US"/>
              <a:pPr>
                <a:defRPr/>
              </a:pPr>
              <a:t>‹#›</a:t>
            </a:fld>
            <a:endParaRPr lang="en-US"/>
          </a:p>
        </p:txBody>
      </p:sp>
    </p:spTree>
    <p:extLst>
      <p:ext uri="{BB962C8B-B14F-4D97-AF65-F5344CB8AC3E}">
        <p14:creationId xmlns:p14="http://schemas.microsoft.com/office/powerpoint/2010/main" val="2886075107"/>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8217747-78BC-477A-910F-E2F844276E66}" type="slidenum">
              <a:rPr lang="en-US"/>
              <a:pPr>
                <a:defRPr/>
              </a:pPr>
              <a:t>‹#›</a:t>
            </a:fld>
            <a:endParaRPr lang="en-US"/>
          </a:p>
        </p:txBody>
      </p:sp>
    </p:spTree>
    <p:extLst>
      <p:ext uri="{BB962C8B-B14F-4D97-AF65-F5344CB8AC3E}">
        <p14:creationId xmlns:p14="http://schemas.microsoft.com/office/powerpoint/2010/main" val="14902797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B27048B-85A6-47FB-948E-8BCC6DB55548}" type="slidenum">
              <a:rPr lang="en-US"/>
              <a:pPr>
                <a:defRPr/>
              </a:pPr>
              <a:t>‹#›</a:t>
            </a:fld>
            <a:endParaRPr lang="en-US"/>
          </a:p>
        </p:txBody>
      </p:sp>
    </p:spTree>
    <p:extLst>
      <p:ext uri="{BB962C8B-B14F-4D97-AF65-F5344CB8AC3E}">
        <p14:creationId xmlns:p14="http://schemas.microsoft.com/office/powerpoint/2010/main" val="343707381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777E5E2-74BF-4BFD-821F-34C74448BB77}" type="slidenum">
              <a:rPr lang="en-US"/>
              <a:pPr>
                <a:defRPr/>
              </a:pPr>
              <a:t>‹#›</a:t>
            </a:fld>
            <a:endParaRPr lang="en-US"/>
          </a:p>
        </p:txBody>
      </p:sp>
    </p:spTree>
    <p:extLst>
      <p:ext uri="{BB962C8B-B14F-4D97-AF65-F5344CB8AC3E}">
        <p14:creationId xmlns:p14="http://schemas.microsoft.com/office/powerpoint/2010/main" val="3100439771"/>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41A7197-6D66-4A43-A394-80D632FE82A0}" type="slidenum">
              <a:rPr lang="en-US"/>
              <a:pPr>
                <a:defRPr/>
              </a:pPr>
              <a:t>‹#›</a:t>
            </a:fld>
            <a:endParaRPr lang="en-US"/>
          </a:p>
        </p:txBody>
      </p:sp>
    </p:spTree>
    <p:extLst>
      <p:ext uri="{BB962C8B-B14F-4D97-AF65-F5344CB8AC3E}">
        <p14:creationId xmlns:p14="http://schemas.microsoft.com/office/powerpoint/2010/main" val="131639556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FD48AB77-BCD8-44CA-85A0-F5D333B5E9D2}" type="slidenum">
              <a:rPr lang="en-US"/>
              <a:pPr>
                <a:defRPr/>
              </a:pPr>
              <a:t>‹#›</a:t>
            </a:fld>
            <a:endParaRPr lang="en-US" dirty="0"/>
          </a:p>
        </p:txBody>
      </p:sp>
    </p:spTree>
    <p:extLst>
      <p:ext uri="{BB962C8B-B14F-4D97-AF65-F5344CB8AC3E}">
        <p14:creationId xmlns:p14="http://schemas.microsoft.com/office/powerpoint/2010/main" val="863177892"/>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4088113-823B-447B-93B7-B16901E7B313}" type="slidenum">
              <a:rPr lang="en-US"/>
              <a:pPr>
                <a:defRPr/>
              </a:pPr>
              <a:t>‹#›</a:t>
            </a:fld>
            <a:endParaRPr lang="en-US"/>
          </a:p>
        </p:txBody>
      </p:sp>
    </p:spTree>
    <p:extLst>
      <p:ext uri="{BB962C8B-B14F-4D97-AF65-F5344CB8AC3E}">
        <p14:creationId xmlns:p14="http://schemas.microsoft.com/office/powerpoint/2010/main" val="289428265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BC4FE11-55E2-4248-9A8B-439097C8CE96}" type="slidenum">
              <a:rPr lang="en-US"/>
              <a:pPr>
                <a:defRPr/>
              </a:pPr>
              <a:t>‹#›</a:t>
            </a:fld>
            <a:endParaRPr lang="en-US"/>
          </a:p>
        </p:txBody>
      </p:sp>
    </p:spTree>
    <p:extLst>
      <p:ext uri="{BB962C8B-B14F-4D97-AF65-F5344CB8AC3E}">
        <p14:creationId xmlns:p14="http://schemas.microsoft.com/office/powerpoint/2010/main" val="17557087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560D190-D5F7-4393-8C67-DB58422AE070}" type="slidenum">
              <a:rPr lang="en-US"/>
              <a:pPr>
                <a:defRPr/>
              </a:pPr>
              <a:t>‹#›</a:t>
            </a:fld>
            <a:endParaRPr lang="en-US"/>
          </a:p>
        </p:txBody>
      </p:sp>
    </p:spTree>
    <p:extLst>
      <p:ext uri="{BB962C8B-B14F-4D97-AF65-F5344CB8AC3E}">
        <p14:creationId xmlns:p14="http://schemas.microsoft.com/office/powerpoint/2010/main" val="2442302015"/>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16C6AF3-966E-4BE2-A75D-5DE200C4AC15}" type="slidenum">
              <a:rPr lang="en-US"/>
              <a:pPr>
                <a:defRPr/>
              </a:pPr>
              <a:t>‹#›</a:t>
            </a:fld>
            <a:endParaRPr lang="en-US"/>
          </a:p>
        </p:txBody>
      </p:sp>
    </p:spTree>
    <p:extLst>
      <p:ext uri="{BB962C8B-B14F-4D97-AF65-F5344CB8AC3E}">
        <p14:creationId xmlns:p14="http://schemas.microsoft.com/office/powerpoint/2010/main" val="208976932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378469A-0A67-427C-AEDF-BED8F8D6B605}" type="slidenum">
              <a:rPr lang="en-US"/>
              <a:pPr>
                <a:defRPr/>
              </a:pPr>
              <a:t>‹#›</a:t>
            </a:fld>
            <a:endParaRPr lang="en-US"/>
          </a:p>
        </p:txBody>
      </p:sp>
    </p:spTree>
    <p:extLst>
      <p:ext uri="{BB962C8B-B14F-4D97-AF65-F5344CB8AC3E}">
        <p14:creationId xmlns:p14="http://schemas.microsoft.com/office/powerpoint/2010/main" val="251540390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2ECB499-74CE-4B54-8303-A681B97A35BC}" type="slidenum">
              <a:rPr lang="en-US"/>
              <a:pPr>
                <a:defRPr/>
              </a:pPr>
              <a:t>‹#›</a:t>
            </a:fld>
            <a:endParaRPr lang="en-US"/>
          </a:p>
        </p:txBody>
      </p:sp>
    </p:spTree>
    <p:extLst>
      <p:ext uri="{BB962C8B-B14F-4D97-AF65-F5344CB8AC3E}">
        <p14:creationId xmlns:p14="http://schemas.microsoft.com/office/powerpoint/2010/main" val="491000069"/>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977B8F2-FCEB-4848-8B50-E3935DBA0E2A}" type="slidenum">
              <a:rPr lang="en-US"/>
              <a:pPr>
                <a:defRPr/>
              </a:pPr>
              <a:t>‹#›</a:t>
            </a:fld>
            <a:endParaRPr lang="en-US"/>
          </a:p>
        </p:txBody>
      </p:sp>
    </p:spTree>
    <p:extLst>
      <p:ext uri="{BB962C8B-B14F-4D97-AF65-F5344CB8AC3E}">
        <p14:creationId xmlns:p14="http://schemas.microsoft.com/office/powerpoint/2010/main" val="168733968"/>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EC65E4E-29A9-4795-AA0E-F34287CE1C8F}" type="slidenum">
              <a:rPr lang="en-US"/>
              <a:pPr>
                <a:defRPr/>
              </a:pPr>
              <a:t>‹#›</a:t>
            </a:fld>
            <a:endParaRPr lang="en-US"/>
          </a:p>
        </p:txBody>
      </p:sp>
    </p:spTree>
    <p:extLst>
      <p:ext uri="{BB962C8B-B14F-4D97-AF65-F5344CB8AC3E}">
        <p14:creationId xmlns:p14="http://schemas.microsoft.com/office/powerpoint/2010/main" val="3198342192"/>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B117AE3-3EDB-4139-A9B5-586A6DEC5DAA}" type="slidenum">
              <a:rPr lang="en-US"/>
              <a:pPr>
                <a:defRPr/>
              </a:pPr>
              <a:t>‹#›</a:t>
            </a:fld>
            <a:endParaRPr lang="en-US"/>
          </a:p>
        </p:txBody>
      </p:sp>
    </p:spTree>
    <p:extLst>
      <p:ext uri="{BB962C8B-B14F-4D97-AF65-F5344CB8AC3E}">
        <p14:creationId xmlns:p14="http://schemas.microsoft.com/office/powerpoint/2010/main" val="2723219944"/>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A6AA136-1AE5-45B4-83CA-9C3EE65CC6D7}" type="slidenum">
              <a:rPr lang="en-US"/>
              <a:pPr>
                <a:defRPr/>
              </a:pPr>
              <a:t>‹#›</a:t>
            </a:fld>
            <a:endParaRPr lang="en-US"/>
          </a:p>
        </p:txBody>
      </p:sp>
    </p:spTree>
    <p:extLst>
      <p:ext uri="{BB962C8B-B14F-4D97-AF65-F5344CB8AC3E}">
        <p14:creationId xmlns:p14="http://schemas.microsoft.com/office/powerpoint/2010/main" val="1224579789"/>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3668B70-B763-4B89-BEA7-DA8BFCA92F7C}" type="slidenum">
              <a:rPr lang="en-US"/>
              <a:pPr>
                <a:defRPr/>
              </a:pPr>
              <a:t>‹#›</a:t>
            </a:fld>
            <a:endParaRPr lang="en-US"/>
          </a:p>
        </p:txBody>
      </p:sp>
    </p:spTree>
    <p:extLst>
      <p:ext uri="{BB962C8B-B14F-4D97-AF65-F5344CB8AC3E}">
        <p14:creationId xmlns:p14="http://schemas.microsoft.com/office/powerpoint/2010/main" val="3435190395"/>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8997FCE-4A9D-4D77-B12A-4268E7F272AA}" type="slidenum">
              <a:rPr lang="en-US"/>
              <a:pPr>
                <a:defRPr/>
              </a:pPr>
              <a:t>‹#›</a:t>
            </a:fld>
            <a:endParaRPr lang="en-US"/>
          </a:p>
        </p:txBody>
      </p:sp>
    </p:spTree>
    <p:extLst>
      <p:ext uri="{BB962C8B-B14F-4D97-AF65-F5344CB8AC3E}">
        <p14:creationId xmlns:p14="http://schemas.microsoft.com/office/powerpoint/2010/main" val="2579226272"/>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6F4695E-702E-48A9-A81A-99218513E5C0}" type="slidenum">
              <a:rPr lang="en-US"/>
              <a:pPr>
                <a:defRPr/>
              </a:pPr>
              <a:t>‹#›</a:t>
            </a:fld>
            <a:endParaRPr lang="en-US"/>
          </a:p>
        </p:txBody>
      </p:sp>
    </p:spTree>
    <p:extLst>
      <p:ext uri="{BB962C8B-B14F-4D97-AF65-F5344CB8AC3E}">
        <p14:creationId xmlns:p14="http://schemas.microsoft.com/office/powerpoint/2010/main" val="3997019002"/>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7F0935D-2A37-4144-B781-9234D6831CBD}" type="slidenum">
              <a:rPr lang="en-US"/>
              <a:pPr>
                <a:defRPr/>
              </a:pPr>
              <a:t>‹#›</a:t>
            </a:fld>
            <a:endParaRPr lang="en-US"/>
          </a:p>
        </p:txBody>
      </p:sp>
    </p:spTree>
    <p:extLst>
      <p:ext uri="{BB962C8B-B14F-4D97-AF65-F5344CB8AC3E}">
        <p14:creationId xmlns:p14="http://schemas.microsoft.com/office/powerpoint/2010/main" val="3817263553"/>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0C39189-77A4-4238-BADA-F524CD5A44DA}" type="slidenum">
              <a:rPr lang="en-US"/>
              <a:pPr>
                <a:defRPr/>
              </a:pPr>
              <a:t>‹#›</a:t>
            </a:fld>
            <a:endParaRPr lang="en-US"/>
          </a:p>
        </p:txBody>
      </p:sp>
    </p:spTree>
    <p:extLst>
      <p:ext uri="{BB962C8B-B14F-4D97-AF65-F5344CB8AC3E}">
        <p14:creationId xmlns:p14="http://schemas.microsoft.com/office/powerpoint/2010/main" val="278577787"/>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5F0CBB5D-DCD4-4E3E-AA06-A5BB130C35CA}" type="slidenum">
              <a:rPr lang="en-US"/>
              <a:pPr>
                <a:defRPr/>
              </a:pPr>
              <a:t>‹#›</a:t>
            </a:fld>
            <a:endParaRPr lang="en-US" dirty="0"/>
          </a:p>
        </p:txBody>
      </p:sp>
    </p:spTree>
    <p:extLst>
      <p:ext uri="{BB962C8B-B14F-4D97-AF65-F5344CB8AC3E}">
        <p14:creationId xmlns:p14="http://schemas.microsoft.com/office/powerpoint/2010/main" val="1114892053"/>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43B929A-4AEA-4155-B05D-23758C32DCE2}" type="slidenum">
              <a:rPr lang="en-US"/>
              <a:pPr>
                <a:defRPr/>
              </a:pPr>
              <a:t>‹#›</a:t>
            </a:fld>
            <a:endParaRPr lang="en-US"/>
          </a:p>
        </p:txBody>
      </p:sp>
    </p:spTree>
    <p:extLst>
      <p:ext uri="{BB962C8B-B14F-4D97-AF65-F5344CB8AC3E}">
        <p14:creationId xmlns:p14="http://schemas.microsoft.com/office/powerpoint/2010/main" val="1883469460"/>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50BF72F-7788-4FCB-96CD-4C3BC8430406}" type="slidenum">
              <a:rPr lang="en-US"/>
              <a:pPr>
                <a:defRPr/>
              </a:pPr>
              <a:t>‹#›</a:t>
            </a:fld>
            <a:endParaRPr lang="en-US"/>
          </a:p>
        </p:txBody>
      </p:sp>
    </p:spTree>
    <p:extLst>
      <p:ext uri="{BB962C8B-B14F-4D97-AF65-F5344CB8AC3E}">
        <p14:creationId xmlns:p14="http://schemas.microsoft.com/office/powerpoint/2010/main" val="976257606"/>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81B9014-69EC-4A1D-9CE5-1D4CF6DBDE61}" type="slidenum">
              <a:rPr lang="en-US"/>
              <a:pPr>
                <a:defRPr/>
              </a:pPr>
              <a:t>‹#›</a:t>
            </a:fld>
            <a:endParaRPr lang="en-US"/>
          </a:p>
        </p:txBody>
      </p:sp>
    </p:spTree>
    <p:extLst>
      <p:ext uri="{BB962C8B-B14F-4D97-AF65-F5344CB8AC3E}">
        <p14:creationId xmlns:p14="http://schemas.microsoft.com/office/powerpoint/2010/main" val="3659954161"/>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F73A9BB-3A10-4B09-84E8-8C167163D5B9}" type="slidenum">
              <a:rPr lang="en-US"/>
              <a:pPr>
                <a:defRPr/>
              </a:pPr>
              <a:t>‹#›</a:t>
            </a:fld>
            <a:endParaRPr lang="en-US"/>
          </a:p>
        </p:txBody>
      </p:sp>
    </p:spTree>
    <p:extLst>
      <p:ext uri="{BB962C8B-B14F-4D97-AF65-F5344CB8AC3E}">
        <p14:creationId xmlns:p14="http://schemas.microsoft.com/office/powerpoint/2010/main" val="162295292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EC3D3D3-FF68-4619-A6AD-4E49CE7576D6}" type="slidenum">
              <a:rPr lang="en-US"/>
              <a:pPr>
                <a:defRPr/>
              </a:pPr>
              <a:t>‹#›</a:t>
            </a:fld>
            <a:endParaRPr lang="en-US"/>
          </a:p>
        </p:txBody>
      </p:sp>
    </p:spTree>
    <p:extLst>
      <p:ext uri="{BB962C8B-B14F-4D97-AF65-F5344CB8AC3E}">
        <p14:creationId xmlns:p14="http://schemas.microsoft.com/office/powerpoint/2010/main" val="147366029"/>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A7B3FA2-C61B-4786-8720-9F8065A0BA47}" type="slidenum">
              <a:rPr lang="en-US"/>
              <a:pPr>
                <a:defRPr/>
              </a:pPr>
              <a:t>‹#›</a:t>
            </a:fld>
            <a:endParaRPr lang="en-US"/>
          </a:p>
        </p:txBody>
      </p:sp>
    </p:spTree>
    <p:extLst>
      <p:ext uri="{BB962C8B-B14F-4D97-AF65-F5344CB8AC3E}">
        <p14:creationId xmlns:p14="http://schemas.microsoft.com/office/powerpoint/2010/main" val="2244834487"/>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D8AA6BC-0130-462B-94F2-F54F21B28F24}" type="slidenum">
              <a:rPr lang="en-US"/>
              <a:pPr>
                <a:defRPr/>
              </a:pPr>
              <a:t>‹#›</a:t>
            </a:fld>
            <a:endParaRPr lang="en-US"/>
          </a:p>
        </p:txBody>
      </p:sp>
    </p:spTree>
    <p:extLst>
      <p:ext uri="{BB962C8B-B14F-4D97-AF65-F5344CB8AC3E}">
        <p14:creationId xmlns:p14="http://schemas.microsoft.com/office/powerpoint/2010/main" val="77339333"/>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B3ED63D-ACCB-4EF1-91F2-6D3673210B16}" type="slidenum">
              <a:rPr lang="en-US"/>
              <a:pPr>
                <a:defRPr/>
              </a:pPr>
              <a:t>‹#›</a:t>
            </a:fld>
            <a:endParaRPr lang="en-US"/>
          </a:p>
        </p:txBody>
      </p:sp>
    </p:spTree>
    <p:extLst>
      <p:ext uri="{BB962C8B-B14F-4D97-AF65-F5344CB8AC3E}">
        <p14:creationId xmlns:p14="http://schemas.microsoft.com/office/powerpoint/2010/main" val="4206388621"/>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54F08FB-455D-45CA-9597-4CFD8C1EA849}" type="slidenum">
              <a:rPr lang="en-US"/>
              <a:pPr>
                <a:defRPr/>
              </a:pPr>
              <a:t>‹#›</a:t>
            </a:fld>
            <a:endParaRPr lang="en-US"/>
          </a:p>
        </p:txBody>
      </p:sp>
    </p:spTree>
    <p:extLst>
      <p:ext uri="{BB962C8B-B14F-4D97-AF65-F5344CB8AC3E}">
        <p14:creationId xmlns:p14="http://schemas.microsoft.com/office/powerpoint/2010/main" val="1092319482"/>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905E887-1C71-447F-B996-5DFE4D12C81E}" type="slidenum">
              <a:rPr lang="en-US"/>
              <a:pPr>
                <a:defRPr/>
              </a:pPr>
              <a:t>‹#›</a:t>
            </a:fld>
            <a:endParaRPr lang="en-US"/>
          </a:p>
        </p:txBody>
      </p:sp>
    </p:spTree>
    <p:extLst>
      <p:ext uri="{BB962C8B-B14F-4D97-AF65-F5344CB8AC3E}">
        <p14:creationId xmlns:p14="http://schemas.microsoft.com/office/powerpoint/2010/main" val="247715965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2F53069-D63A-4193-B586-17EC7D2F85C2}" type="slidenum">
              <a:rPr lang="en-US"/>
              <a:pPr>
                <a:defRPr/>
              </a:pPr>
              <a:t>‹#›</a:t>
            </a:fld>
            <a:endParaRPr lang="en-US"/>
          </a:p>
        </p:txBody>
      </p:sp>
    </p:spTree>
    <p:extLst>
      <p:ext uri="{BB962C8B-B14F-4D97-AF65-F5344CB8AC3E}">
        <p14:creationId xmlns:p14="http://schemas.microsoft.com/office/powerpoint/2010/main" val="1599162622"/>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6068D3C-580D-4A17-B108-733B8D902484}" type="slidenum">
              <a:rPr lang="en-US"/>
              <a:pPr>
                <a:defRPr/>
              </a:pPr>
              <a:t>‹#›</a:t>
            </a:fld>
            <a:endParaRPr lang="en-US"/>
          </a:p>
        </p:txBody>
      </p:sp>
    </p:spTree>
    <p:extLst>
      <p:ext uri="{BB962C8B-B14F-4D97-AF65-F5344CB8AC3E}">
        <p14:creationId xmlns:p14="http://schemas.microsoft.com/office/powerpoint/2010/main" val="2356510502"/>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FB31DE4-259D-4908-9CDF-45A8C28A13F6}" type="slidenum">
              <a:rPr lang="en-US"/>
              <a:pPr>
                <a:defRPr/>
              </a:pPr>
              <a:t>‹#›</a:t>
            </a:fld>
            <a:endParaRPr lang="en-US"/>
          </a:p>
        </p:txBody>
      </p:sp>
    </p:spTree>
    <p:extLst>
      <p:ext uri="{BB962C8B-B14F-4D97-AF65-F5344CB8AC3E}">
        <p14:creationId xmlns:p14="http://schemas.microsoft.com/office/powerpoint/2010/main" val="2103467835"/>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FC6A21F-892D-4918-BBD7-812ED0466B21}" type="slidenum">
              <a:rPr lang="en-US"/>
              <a:pPr>
                <a:defRPr/>
              </a:pPr>
              <a:t>‹#›</a:t>
            </a:fld>
            <a:endParaRPr lang="en-US"/>
          </a:p>
        </p:txBody>
      </p:sp>
    </p:spTree>
    <p:extLst>
      <p:ext uri="{BB962C8B-B14F-4D97-AF65-F5344CB8AC3E}">
        <p14:creationId xmlns:p14="http://schemas.microsoft.com/office/powerpoint/2010/main" val="3728363866"/>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591C6E2-DE22-41B0-BA9A-62F4A591B813}" type="slidenum">
              <a:rPr lang="en-US"/>
              <a:pPr>
                <a:defRPr/>
              </a:pPr>
              <a:t>‹#›</a:t>
            </a:fld>
            <a:endParaRPr lang="en-US"/>
          </a:p>
        </p:txBody>
      </p:sp>
    </p:spTree>
    <p:extLst>
      <p:ext uri="{BB962C8B-B14F-4D97-AF65-F5344CB8AC3E}">
        <p14:creationId xmlns:p14="http://schemas.microsoft.com/office/powerpoint/2010/main" val="901975612"/>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0C08C95F-CDA6-4553-B281-7012CF263D74}" type="slidenum">
              <a:rPr lang="en-US"/>
              <a:pPr>
                <a:defRPr/>
              </a:pPr>
              <a:t>‹#›</a:t>
            </a:fld>
            <a:endParaRPr lang="en-US" dirty="0"/>
          </a:p>
        </p:txBody>
      </p:sp>
    </p:spTree>
    <p:extLst>
      <p:ext uri="{BB962C8B-B14F-4D97-AF65-F5344CB8AC3E}">
        <p14:creationId xmlns:p14="http://schemas.microsoft.com/office/powerpoint/2010/main" val="2492227844"/>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A79732D-C055-4CE5-9B12-75073E97BD9B}" type="slidenum">
              <a:rPr lang="en-US"/>
              <a:pPr>
                <a:defRPr/>
              </a:pPr>
              <a:t>‹#›</a:t>
            </a:fld>
            <a:endParaRPr lang="en-US"/>
          </a:p>
        </p:txBody>
      </p:sp>
    </p:spTree>
    <p:extLst>
      <p:ext uri="{BB962C8B-B14F-4D97-AF65-F5344CB8AC3E}">
        <p14:creationId xmlns:p14="http://schemas.microsoft.com/office/powerpoint/2010/main" val="311396356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9760152-FA47-40EF-91FD-060CBD2CC9F1}" type="slidenum">
              <a:rPr lang="en-US"/>
              <a:pPr>
                <a:defRPr/>
              </a:pPr>
              <a:t>‹#›</a:t>
            </a:fld>
            <a:endParaRPr lang="en-US"/>
          </a:p>
        </p:txBody>
      </p:sp>
    </p:spTree>
    <p:extLst>
      <p:ext uri="{BB962C8B-B14F-4D97-AF65-F5344CB8AC3E}">
        <p14:creationId xmlns:p14="http://schemas.microsoft.com/office/powerpoint/2010/main" val="1609914070"/>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515E2A4-BF12-4CC4-B16B-2450D8278092}" type="slidenum">
              <a:rPr lang="en-US"/>
              <a:pPr>
                <a:defRPr/>
              </a:pPr>
              <a:t>‹#›</a:t>
            </a:fld>
            <a:endParaRPr lang="en-US"/>
          </a:p>
        </p:txBody>
      </p:sp>
    </p:spTree>
    <p:extLst>
      <p:ext uri="{BB962C8B-B14F-4D97-AF65-F5344CB8AC3E}">
        <p14:creationId xmlns:p14="http://schemas.microsoft.com/office/powerpoint/2010/main" val="323629165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0AF32F5-B2F4-4A37-87FC-085D9C35A364}" type="slidenum">
              <a:rPr lang="en-US"/>
              <a:pPr>
                <a:defRPr/>
              </a:pPr>
              <a:t>‹#›</a:t>
            </a:fld>
            <a:endParaRPr lang="en-US"/>
          </a:p>
        </p:txBody>
      </p:sp>
    </p:spTree>
    <p:extLst>
      <p:ext uri="{BB962C8B-B14F-4D97-AF65-F5344CB8AC3E}">
        <p14:creationId xmlns:p14="http://schemas.microsoft.com/office/powerpoint/2010/main" val="477523751"/>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322E095-DCA5-4385-A916-42F1978C2059}" type="slidenum">
              <a:rPr lang="en-US"/>
              <a:pPr>
                <a:defRPr/>
              </a:pPr>
              <a:t>‹#›</a:t>
            </a:fld>
            <a:endParaRPr lang="en-US"/>
          </a:p>
        </p:txBody>
      </p:sp>
    </p:spTree>
    <p:extLst>
      <p:ext uri="{BB962C8B-B14F-4D97-AF65-F5344CB8AC3E}">
        <p14:creationId xmlns:p14="http://schemas.microsoft.com/office/powerpoint/2010/main" val="1045638182"/>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BBE10A1-4855-46FF-98BB-6C28F0A7C0F5}" type="slidenum">
              <a:rPr lang="en-US"/>
              <a:pPr>
                <a:defRPr/>
              </a:pPr>
              <a:t>‹#›</a:t>
            </a:fld>
            <a:endParaRPr lang="en-US"/>
          </a:p>
        </p:txBody>
      </p:sp>
    </p:spTree>
    <p:extLst>
      <p:ext uri="{BB962C8B-B14F-4D97-AF65-F5344CB8AC3E}">
        <p14:creationId xmlns:p14="http://schemas.microsoft.com/office/powerpoint/2010/main" val="853951480"/>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9192EAE-A10A-471F-8EBE-439978DAAA75}" type="slidenum">
              <a:rPr lang="en-US"/>
              <a:pPr>
                <a:defRPr/>
              </a:pPr>
              <a:t>‹#›</a:t>
            </a:fld>
            <a:endParaRPr lang="en-US"/>
          </a:p>
        </p:txBody>
      </p:sp>
    </p:spTree>
    <p:extLst>
      <p:ext uri="{BB962C8B-B14F-4D97-AF65-F5344CB8AC3E}">
        <p14:creationId xmlns:p14="http://schemas.microsoft.com/office/powerpoint/2010/main" val="4192177757"/>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933712F-D607-455B-A742-175883127A9D}" type="slidenum">
              <a:rPr lang="en-US"/>
              <a:pPr>
                <a:defRPr/>
              </a:pPr>
              <a:t>‹#›</a:t>
            </a:fld>
            <a:endParaRPr lang="en-US"/>
          </a:p>
        </p:txBody>
      </p:sp>
    </p:spTree>
    <p:extLst>
      <p:ext uri="{BB962C8B-B14F-4D97-AF65-F5344CB8AC3E}">
        <p14:creationId xmlns:p14="http://schemas.microsoft.com/office/powerpoint/2010/main" val="1359201047"/>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644E293-E283-4D63-B858-133A3CCF0E93}" type="slidenum">
              <a:rPr lang="en-US"/>
              <a:pPr>
                <a:defRPr/>
              </a:pPr>
              <a:t>‹#›</a:t>
            </a:fld>
            <a:endParaRPr lang="en-US"/>
          </a:p>
        </p:txBody>
      </p:sp>
    </p:spTree>
    <p:extLst>
      <p:ext uri="{BB962C8B-B14F-4D97-AF65-F5344CB8AC3E}">
        <p14:creationId xmlns:p14="http://schemas.microsoft.com/office/powerpoint/2010/main" val="3743269585"/>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8D5AA04-B474-4206-BD1E-539B818AD4E6}" type="slidenum">
              <a:rPr lang="en-US"/>
              <a:pPr>
                <a:defRPr/>
              </a:pPr>
              <a:t>‹#›</a:t>
            </a:fld>
            <a:endParaRPr lang="en-US"/>
          </a:p>
        </p:txBody>
      </p:sp>
    </p:spTree>
    <p:extLst>
      <p:ext uri="{BB962C8B-B14F-4D97-AF65-F5344CB8AC3E}">
        <p14:creationId xmlns:p14="http://schemas.microsoft.com/office/powerpoint/2010/main" val="320034756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19A6570-18B3-4D30-B9A4-F34731BF1E8F}" type="slidenum">
              <a:rPr lang="en-US"/>
              <a:pPr>
                <a:defRPr/>
              </a:pPr>
              <a:t>‹#›</a:t>
            </a:fld>
            <a:endParaRPr lang="en-US"/>
          </a:p>
        </p:txBody>
      </p:sp>
    </p:spTree>
    <p:extLst>
      <p:ext uri="{BB962C8B-B14F-4D97-AF65-F5344CB8AC3E}">
        <p14:creationId xmlns:p14="http://schemas.microsoft.com/office/powerpoint/2010/main" val="545469090"/>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0FECF3E-2FFB-4841-943C-E4C63E427432}" type="slidenum">
              <a:rPr lang="en-US"/>
              <a:pPr>
                <a:defRPr/>
              </a:pPr>
              <a:t>‹#›</a:t>
            </a:fld>
            <a:endParaRPr lang="en-US"/>
          </a:p>
        </p:txBody>
      </p:sp>
    </p:spTree>
    <p:extLst>
      <p:ext uri="{BB962C8B-B14F-4D97-AF65-F5344CB8AC3E}">
        <p14:creationId xmlns:p14="http://schemas.microsoft.com/office/powerpoint/2010/main" val="4083172381"/>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3840572-EE0C-4009-AB8B-80CA096698FF}" type="slidenum">
              <a:rPr lang="en-US"/>
              <a:pPr>
                <a:defRPr/>
              </a:pPr>
              <a:t>‹#›</a:t>
            </a:fld>
            <a:endParaRPr lang="en-US"/>
          </a:p>
        </p:txBody>
      </p:sp>
    </p:spTree>
    <p:extLst>
      <p:ext uri="{BB962C8B-B14F-4D97-AF65-F5344CB8AC3E}">
        <p14:creationId xmlns:p14="http://schemas.microsoft.com/office/powerpoint/2010/main" val="3772388065"/>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38101D7-16C9-4254-9836-A7AAB41C31FA}" type="slidenum">
              <a:rPr lang="en-US"/>
              <a:pPr>
                <a:defRPr/>
              </a:pPr>
              <a:t>‹#›</a:t>
            </a:fld>
            <a:endParaRPr lang="en-US"/>
          </a:p>
        </p:txBody>
      </p:sp>
    </p:spTree>
    <p:extLst>
      <p:ext uri="{BB962C8B-B14F-4D97-AF65-F5344CB8AC3E}">
        <p14:creationId xmlns:p14="http://schemas.microsoft.com/office/powerpoint/2010/main" val="1436660270"/>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336972D-C3B5-4491-A59A-C4F72A5EF75F}" type="slidenum">
              <a:rPr lang="en-US"/>
              <a:pPr>
                <a:defRPr/>
              </a:pPr>
              <a:t>‹#›</a:t>
            </a:fld>
            <a:endParaRPr lang="en-US"/>
          </a:p>
        </p:txBody>
      </p:sp>
    </p:spTree>
    <p:extLst>
      <p:ext uri="{BB962C8B-B14F-4D97-AF65-F5344CB8AC3E}">
        <p14:creationId xmlns:p14="http://schemas.microsoft.com/office/powerpoint/2010/main" val="501240545"/>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A8BB833B-AA99-48AD-9B7D-3C98BB8A9019}" type="slidenum">
              <a:rPr lang="en-US"/>
              <a:pPr>
                <a:defRPr/>
              </a:pPr>
              <a:t>‹#›</a:t>
            </a:fld>
            <a:endParaRPr lang="en-US" dirty="0"/>
          </a:p>
        </p:txBody>
      </p:sp>
    </p:spTree>
    <p:extLst>
      <p:ext uri="{BB962C8B-B14F-4D97-AF65-F5344CB8AC3E}">
        <p14:creationId xmlns:p14="http://schemas.microsoft.com/office/powerpoint/2010/main" val="2126326945"/>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33E0CDA-BC02-455D-A432-128C245C93BA}" type="slidenum">
              <a:rPr lang="en-US"/>
              <a:pPr>
                <a:defRPr/>
              </a:pPr>
              <a:t>‹#›</a:t>
            </a:fld>
            <a:endParaRPr lang="en-US"/>
          </a:p>
        </p:txBody>
      </p:sp>
    </p:spTree>
    <p:extLst>
      <p:ext uri="{BB962C8B-B14F-4D97-AF65-F5344CB8AC3E}">
        <p14:creationId xmlns:p14="http://schemas.microsoft.com/office/powerpoint/2010/main" val="1975898043"/>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8DA708E-15F9-4C82-9B63-D75343EDAB69}" type="slidenum">
              <a:rPr lang="en-US"/>
              <a:pPr>
                <a:defRPr/>
              </a:pPr>
              <a:t>‹#›</a:t>
            </a:fld>
            <a:endParaRPr lang="en-US"/>
          </a:p>
        </p:txBody>
      </p:sp>
    </p:spTree>
    <p:extLst>
      <p:ext uri="{BB962C8B-B14F-4D97-AF65-F5344CB8AC3E}">
        <p14:creationId xmlns:p14="http://schemas.microsoft.com/office/powerpoint/2010/main" val="367522386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90DC2FC-2241-4C20-BA41-C895AE42F0BF}" type="slidenum">
              <a:rPr lang="en-US"/>
              <a:pPr>
                <a:defRPr/>
              </a:pPr>
              <a:t>‹#›</a:t>
            </a:fld>
            <a:endParaRPr lang="en-US"/>
          </a:p>
        </p:txBody>
      </p:sp>
    </p:spTree>
    <p:extLst>
      <p:ext uri="{BB962C8B-B14F-4D97-AF65-F5344CB8AC3E}">
        <p14:creationId xmlns:p14="http://schemas.microsoft.com/office/powerpoint/2010/main" val="2613248524"/>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B23A752-CB77-4FB0-BABD-540DB04EF88D}" type="slidenum">
              <a:rPr lang="en-US"/>
              <a:pPr>
                <a:defRPr/>
              </a:pPr>
              <a:t>‹#›</a:t>
            </a:fld>
            <a:endParaRPr lang="en-US"/>
          </a:p>
        </p:txBody>
      </p:sp>
    </p:spTree>
    <p:extLst>
      <p:ext uri="{BB962C8B-B14F-4D97-AF65-F5344CB8AC3E}">
        <p14:creationId xmlns:p14="http://schemas.microsoft.com/office/powerpoint/2010/main" val="3212285739"/>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6491E9D-0628-464F-965C-3A7644481E80}" type="slidenum">
              <a:rPr lang="en-US"/>
              <a:pPr>
                <a:defRPr/>
              </a:pPr>
              <a:t>‹#›</a:t>
            </a:fld>
            <a:endParaRPr lang="en-US"/>
          </a:p>
        </p:txBody>
      </p:sp>
    </p:spTree>
    <p:extLst>
      <p:ext uri="{BB962C8B-B14F-4D97-AF65-F5344CB8AC3E}">
        <p14:creationId xmlns:p14="http://schemas.microsoft.com/office/powerpoint/2010/main" val="1974721390"/>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608EE2F-2529-48A5-AA8B-58EDBADAB5BC}" type="slidenum">
              <a:rPr lang="en-US"/>
              <a:pPr>
                <a:defRPr/>
              </a:pPr>
              <a:t>‹#›</a:t>
            </a:fld>
            <a:endParaRPr lang="en-US"/>
          </a:p>
        </p:txBody>
      </p:sp>
    </p:spTree>
    <p:extLst>
      <p:ext uri="{BB962C8B-B14F-4D97-AF65-F5344CB8AC3E}">
        <p14:creationId xmlns:p14="http://schemas.microsoft.com/office/powerpoint/2010/main" val="26115606"/>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1ABF544-6F2E-474B-93F0-CD55320ADE3A}" type="slidenum">
              <a:rPr lang="en-US"/>
              <a:pPr>
                <a:defRPr/>
              </a:pPr>
              <a:t>‹#›</a:t>
            </a:fld>
            <a:endParaRPr lang="en-US"/>
          </a:p>
        </p:txBody>
      </p:sp>
    </p:spTree>
    <p:extLst>
      <p:ext uri="{BB962C8B-B14F-4D97-AF65-F5344CB8AC3E}">
        <p14:creationId xmlns:p14="http://schemas.microsoft.com/office/powerpoint/2010/main" val="367144932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65908F2-416F-4040-9877-7EABE5B8ECDB}" type="slidenum">
              <a:rPr lang="en-US"/>
              <a:pPr>
                <a:defRPr/>
              </a:pPr>
              <a:t>‹#›</a:t>
            </a:fld>
            <a:endParaRPr lang="en-US"/>
          </a:p>
        </p:txBody>
      </p:sp>
    </p:spTree>
    <p:extLst>
      <p:ext uri="{BB962C8B-B14F-4D97-AF65-F5344CB8AC3E}">
        <p14:creationId xmlns:p14="http://schemas.microsoft.com/office/powerpoint/2010/main" val="857934822"/>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91731DC-C58A-4CEB-9F37-2331D8D95B64}" type="slidenum">
              <a:rPr lang="en-US"/>
              <a:pPr>
                <a:defRPr/>
              </a:pPr>
              <a:t>‹#›</a:t>
            </a:fld>
            <a:endParaRPr lang="en-US"/>
          </a:p>
        </p:txBody>
      </p:sp>
    </p:spTree>
    <p:extLst>
      <p:ext uri="{BB962C8B-B14F-4D97-AF65-F5344CB8AC3E}">
        <p14:creationId xmlns:p14="http://schemas.microsoft.com/office/powerpoint/2010/main" val="3705994800"/>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3B69DCD-22DC-413F-B4C5-55FDB65C7AF5}" type="slidenum">
              <a:rPr lang="en-US"/>
              <a:pPr>
                <a:defRPr/>
              </a:pPr>
              <a:t>‹#›</a:t>
            </a:fld>
            <a:endParaRPr lang="en-US"/>
          </a:p>
        </p:txBody>
      </p:sp>
    </p:spTree>
    <p:extLst>
      <p:ext uri="{BB962C8B-B14F-4D97-AF65-F5344CB8AC3E}">
        <p14:creationId xmlns:p14="http://schemas.microsoft.com/office/powerpoint/2010/main" val="1122491015"/>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B445E43-8E10-409F-A87D-5190438CE4A8}" type="slidenum">
              <a:rPr lang="en-US"/>
              <a:pPr>
                <a:defRPr/>
              </a:pPr>
              <a:t>‹#›</a:t>
            </a:fld>
            <a:endParaRPr lang="en-US"/>
          </a:p>
        </p:txBody>
      </p:sp>
    </p:spTree>
    <p:extLst>
      <p:ext uri="{BB962C8B-B14F-4D97-AF65-F5344CB8AC3E}">
        <p14:creationId xmlns:p14="http://schemas.microsoft.com/office/powerpoint/2010/main" val="1465454768"/>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01149C5-DB04-40D9-833C-CECD0EE862A4}" type="slidenum">
              <a:rPr lang="en-US"/>
              <a:pPr>
                <a:defRPr/>
              </a:pPr>
              <a:t>‹#›</a:t>
            </a:fld>
            <a:endParaRPr lang="en-US"/>
          </a:p>
        </p:txBody>
      </p:sp>
    </p:spTree>
    <p:extLst>
      <p:ext uri="{BB962C8B-B14F-4D97-AF65-F5344CB8AC3E}">
        <p14:creationId xmlns:p14="http://schemas.microsoft.com/office/powerpoint/2010/main" val="140827307"/>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EC24424-80E2-4A42-82AF-FC36A7BA472C}" type="slidenum">
              <a:rPr lang="en-US"/>
              <a:pPr>
                <a:defRPr/>
              </a:pPr>
              <a:t>‹#›</a:t>
            </a:fld>
            <a:endParaRPr lang="en-US"/>
          </a:p>
        </p:txBody>
      </p:sp>
    </p:spTree>
    <p:extLst>
      <p:ext uri="{BB962C8B-B14F-4D97-AF65-F5344CB8AC3E}">
        <p14:creationId xmlns:p14="http://schemas.microsoft.com/office/powerpoint/2010/main" val="697417564"/>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FE7C5D5-0D0A-4CD0-BB3E-8E6E11CCA1CF}" type="slidenum">
              <a:rPr lang="en-US"/>
              <a:pPr>
                <a:defRPr/>
              </a:pPr>
              <a:t>‹#›</a:t>
            </a:fld>
            <a:endParaRPr lang="en-US"/>
          </a:p>
        </p:txBody>
      </p:sp>
    </p:spTree>
    <p:extLst>
      <p:ext uri="{BB962C8B-B14F-4D97-AF65-F5344CB8AC3E}">
        <p14:creationId xmlns:p14="http://schemas.microsoft.com/office/powerpoint/2010/main" val="2104046167"/>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55CE31B-C435-4369-87D0-970B2BD0A27C}" type="slidenum">
              <a:rPr lang="en-US"/>
              <a:pPr>
                <a:defRPr/>
              </a:pPr>
              <a:t>‹#›</a:t>
            </a:fld>
            <a:endParaRPr lang="en-US"/>
          </a:p>
        </p:txBody>
      </p:sp>
    </p:spTree>
    <p:extLst>
      <p:ext uri="{BB962C8B-B14F-4D97-AF65-F5344CB8AC3E}">
        <p14:creationId xmlns:p14="http://schemas.microsoft.com/office/powerpoint/2010/main" val="1971666643"/>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CDC7CA14-B597-4E6B-A1CB-4BA9F06A8424}" type="slidenum">
              <a:rPr lang="en-US"/>
              <a:pPr>
                <a:defRPr/>
              </a:pPr>
              <a:t>‹#›</a:t>
            </a:fld>
            <a:endParaRPr lang="en-US" dirty="0"/>
          </a:p>
        </p:txBody>
      </p:sp>
    </p:spTree>
    <p:extLst>
      <p:ext uri="{BB962C8B-B14F-4D97-AF65-F5344CB8AC3E}">
        <p14:creationId xmlns:p14="http://schemas.microsoft.com/office/powerpoint/2010/main" val="1307966686"/>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1DA4408-B66A-40EA-A9A1-C4DF4073BE74}" type="slidenum">
              <a:rPr lang="en-US"/>
              <a:pPr>
                <a:defRPr/>
              </a:pPr>
              <a:t>‹#›</a:t>
            </a:fld>
            <a:endParaRPr lang="en-US"/>
          </a:p>
        </p:txBody>
      </p:sp>
    </p:spTree>
    <p:extLst>
      <p:ext uri="{BB962C8B-B14F-4D97-AF65-F5344CB8AC3E}">
        <p14:creationId xmlns:p14="http://schemas.microsoft.com/office/powerpoint/2010/main" val="1644482891"/>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2D827D5-85B6-4988-B388-A2859CDF846B}" type="slidenum">
              <a:rPr lang="en-US"/>
              <a:pPr>
                <a:defRPr/>
              </a:pPr>
              <a:t>‹#›</a:t>
            </a:fld>
            <a:endParaRPr lang="en-US"/>
          </a:p>
        </p:txBody>
      </p:sp>
    </p:spTree>
    <p:extLst>
      <p:ext uri="{BB962C8B-B14F-4D97-AF65-F5344CB8AC3E}">
        <p14:creationId xmlns:p14="http://schemas.microsoft.com/office/powerpoint/2010/main" val="4067027466"/>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CC8814A-9EAF-4730-B946-54E422944C2A}" type="slidenum">
              <a:rPr lang="en-US"/>
              <a:pPr>
                <a:defRPr/>
              </a:pPr>
              <a:t>‹#›</a:t>
            </a:fld>
            <a:endParaRPr lang="en-US"/>
          </a:p>
        </p:txBody>
      </p:sp>
    </p:spTree>
    <p:extLst>
      <p:ext uri="{BB962C8B-B14F-4D97-AF65-F5344CB8AC3E}">
        <p14:creationId xmlns:p14="http://schemas.microsoft.com/office/powerpoint/2010/main" val="259739479"/>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B22C70F-6027-4CC5-874B-D71F573D95A2}" type="slidenum">
              <a:rPr lang="en-US"/>
              <a:pPr>
                <a:defRPr/>
              </a:pPr>
              <a:t>‹#›</a:t>
            </a:fld>
            <a:endParaRPr lang="en-US"/>
          </a:p>
        </p:txBody>
      </p:sp>
    </p:spTree>
    <p:extLst>
      <p:ext uri="{BB962C8B-B14F-4D97-AF65-F5344CB8AC3E}">
        <p14:creationId xmlns:p14="http://schemas.microsoft.com/office/powerpoint/2010/main" val="1355431073"/>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0DC9759-A5D5-4894-827B-D142FDDC0AEE}" type="slidenum">
              <a:rPr lang="en-US"/>
              <a:pPr>
                <a:defRPr/>
              </a:pPr>
              <a:t>‹#›</a:t>
            </a:fld>
            <a:endParaRPr lang="en-US"/>
          </a:p>
        </p:txBody>
      </p:sp>
    </p:spTree>
    <p:extLst>
      <p:ext uri="{BB962C8B-B14F-4D97-AF65-F5344CB8AC3E}">
        <p14:creationId xmlns:p14="http://schemas.microsoft.com/office/powerpoint/2010/main" val="234599205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AFE7F3F-E6B4-4395-BF55-2E9400F1B495}" type="slidenum">
              <a:rPr lang="en-US"/>
              <a:pPr>
                <a:defRPr/>
              </a:pPr>
              <a:t>‹#›</a:t>
            </a:fld>
            <a:endParaRPr lang="en-US"/>
          </a:p>
        </p:txBody>
      </p:sp>
    </p:spTree>
    <p:extLst>
      <p:ext uri="{BB962C8B-B14F-4D97-AF65-F5344CB8AC3E}">
        <p14:creationId xmlns:p14="http://schemas.microsoft.com/office/powerpoint/2010/main" val="519728849"/>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FBC5AB8-BE65-4CE1-8782-59F69A30BEAB}" type="slidenum">
              <a:rPr lang="en-US"/>
              <a:pPr>
                <a:defRPr/>
              </a:pPr>
              <a:t>‹#›</a:t>
            </a:fld>
            <a:endParaRPr lang="en-US"/>
          </a:p>
        </p:txBody>
      </p:sp>
    </p:spTree>
    <p:extLst>
      <p:ext uri="{BB962C8B-B14F-4D97-AF65-F5344CB8AC3E}">
        <p14:creationId xmlns:p14="http://schemas.microsoft.com/office/powerpoint/2010/main" val="3359599857"/>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E36B8B7-0815-4F23-9758-3B2DC1AB6C95}" type="slidenum">
              <a:rPr lang="en-US"/>
              <a:pPr>
                <a:defRPr/>
              </a:pPr>
              <a:t>‹#›</a:t>
            </a:fld>
            <a:endParaRPr lang="en-US"/>
          </a:p>
        </p:txBody>
      </p:sp>
    </p:spTree>
    <p:extLst>
      <p:ext uri="{BB962C8B-B14F-4D97-AF65-F5344CB8AC3E}">
        <p14:creationId xmlns:p14="http://schemas.microsoft.com/office/powerpoint/2010/main" val="1008956284"/>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EB53E67-0CD7-4F24-A396-5BAA54694083}" type="slidenum">
              <a:rPr lang="en-US"/>
              <a:pPr>
                <a:defRPr/>
              </a:pPr>
              <a:t>‹#›</a:t>
            </a:fld>
            <a:endParaRPr lang="en-US"/>
          </a:p>
        </p:txBody>
      </p:sp>
    </p:spTree>
    <p:extLst>
      <p:ext uri="{BB962C8B-B14F-4D97-AF65-F5344CB8AC3E}">
        <p14:creationId xmlns:p14="http://schemas.microsoft.com/office/powerpoint/2010/main" val="2245181862"/>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12258B8-1E13-4EB3-8C2F-DA682836504E}" type="slidenum">
              <a:rPr lang="en-US"/>
              <a:pPr>
                <a:defRPr/>
              </a:pPr>
              <a:t>‹#›</a:t>
            </a:fld>
            <a:endParaRPr lang="en-US"/>
          </a:p>
        </p:txBody>
      </p:sp>
    </p:spTree>
    <p:extLst>
      <p:ext uri="{BB962C8B-B14F-4D97-AF65-F5344CB8AC3E}">
        <p14:creationId xmlns:p14="http://schemas.microsoft.com/office/powerpoint/2010/main" val="3212019529"/>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BE13ADA-FB0B-44AD-8981-B7E1A2981DF9}" type="slidenum">
              <a:rPr lang="en-US"/>
              <a:pPr>
                <a:defRPr/>
              </a:pPr>
              <a:t>‹#›</a:t>
            </a:fld>
            <a:endParaRPr lang="en-US"/>
          </a:p>
        </p:txBody>
      </p:sp>
    </p:spTree>
    <p:extLst>
      <p:ext uri="{BB962C8B-B14F-4D97-AF65-F5344CB8AC3E}">
        <p14:creationId xmlns:p14="http://schemas.microsoft.com/office/powerpoint/2010/main" val="274100419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9AD5AFA-521C-42FD-BC89-C884AB1A4FAD}" type="slidenum">
              <a:rPr lang="en-US"/>
              <a:pPr>
                <a:defRPr/>
              </a:pPr>
              <a:t>‹#›</a:t>
            </a:fld>
            <a:endParaRPr lang="en-US"/>
          </a:p>
        </p:txBody>
      </p:sp>
    </p:spTree>
    <p:extLst>
      <p:ext uri="{BB962C8B-B14F-4D97-AF65-F5344CB8AC3E}">
        <p14:creationId xmlns:p14="http://schemas.microsoft.com/office/powerpoint/2010/main" val="286602720"/>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3877A38-B126-49E9-97DB-157987235E07}" type="slidenum">
              <a:rPr lang="en-US"/>
              <a:pPr>
                <a:defRPr/>
              </a:pPr>
              <a:t>‹#›</a:t>
            </a:fld>
            <a:endParaRPr lang="en-US"/>
          </a:p>
        </p:txBody>
      </p:sp>
    </p:spTree>
    <p:extLst>
      <p:ext uri="{BB962C8B-B14F-4D97-AF65-F5344CB8AC3E}">
        <p14:creationId xmlns:p14="http://schemas.microsoft.com/office/powerpoint/2010/main" val="522631664"/>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F6F31F2-E882-42CC-800F-386E3EED7382}" type="slidenum">
              <a:rPr lang="en-US"/>
              <a:pPr>
                <a:defRPr/>
              </a:pPr>
              <a:t>‹#›</a:t>
            </a:fld>
            <a:endParaRPr lang="en-US"/>
          </a:p>
        </p:txBody>
      </p:sp>
    </p:spTree>
    <p:extLst>
      <p:ext uri="{BB962C8B-B14F-4D97-AF65-F5344CB8AC3E}">
        <p14:creationId xmlns:p14="http://schemas.microsoft.com/office/powerpoint/2010/main" val="3611280284"/>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2C4C3B1-94E3-44AF-BC56-3881FBC6CAB7}" type="slidenum">
              <a:rPr lang="en-US"/>
              <a:pPr>
                <a:defRPr/>
              </a:pPr>
              <a:t>‹#›</a:t>
            </a:fld>
            <a:endParaRPr lang="en-US"/>
          </a:p>
        </p:txBody>
      </p:sp>
    </p:spTree>
    <p:extLst>
      <p:ext uri="{BB962C8B-B14F-4D97-AF65-F5344CB8AC3E}">
        <p14:creationId xmlns:p14="http://schemas.microsoft.com/office/powerpoint/2010/main" val="3925400600"/>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0D2042B3-6953-44A2-9080-E86762D76D61}" type="slidenum">
              <a:rPr lang="en-US"/>
              <a:pPr>
                <a:defRPr/>
              </a:pPr>
              <a:t>‹#›</a:t>
            </a:fld>
            <a:endParaRPr lang="en-US" dirty="0"/>
          </a:p>
        </p:txBody>
      </p:sp>
    </p:spTree>
    <p:extLst>
      <p:ext uri="{BB962C8B-B14F-4D97-AF65-F5344CB8AC3E}">
        <p14:creationId xmlns:p14="http://schemas.microsoft.com/office/powerpoint/2010/main" val="216111587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49925D0-0F01-443B-B19E-18DC01390583}" type="slidenum">
              <a:rPr lang="en-US"/>
              <a:pPr>
                <a:defRPr/>
              </a:pPr>
              <a:t>‹#›</a:t>
            </a:fld>
            <a:endParaRPr lang="en-US"/>
          </a:p>
        </p:txBody>
      </p:sp>
    </p:spTree>
    <p:extLst>
      <p:ext uri="{BB962C8B-B14F-4D97-AF65-F5344CB8AC3E}">
        <p14:creationId xmlns:p14="http://schemas.microsoft.com/office/powerpoint/2010/main" val="3006031587"/>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00B1ECC-46FC-47AB-914F-253E026A6857}" type="slidenum">
              <a:rPr lang="en-US"/>
              <a:pPr>
                <a:defRPr/>
              </a:pPr>
              <a:t>‹#›</a:t>
            </a:fld>
            <a:endParaRPr lang="en-US"/>
          </a:p>
        </p:txBody>
      </p:sp>
    </p:spTree>
    <p:extLst>
      <p:ext uri="{BB962C8B-B14F-4D97-AF65-F5344CB8AC3E}">
        <p14:creationId xmlns:p14="http://schemas.microsoft.com/office/powerpoint/2010/main" val="2411443629"/>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9D7608A-46C9-4049-B2CB-B8F3231C3822}" type="slidenum">
              <a:rPr lang="en-US"/>
              <a:pPr>
                <a:defRPr/>
              </a:pPr>
              <a:t>‹#›</a:t>
            </a:fld>
            <a:endParaRPr lang="en-US"/>
          </a:p>
        </p:txBody>
      </p:sp>
    </p:spTree>
    <p:extLst>
      <p:ext uri="{BB962C8B-B14F-4D97-AF65-F5344CB8AC3E}">
        <p14:creationId xmlns:p14="http://schemas.microsoft.com/office/powerpoint/2010/main" val="2894775059"/>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55FCF4D-78A5-4B00-BDE5-BA4C0A08207C}" type="slidenum">
              <a:rPr lang="en-US"/>
              <a:pPr>
                <a:defRPr/>
              </a:pPr>
              <a:t>‹#›</a:t>
            </a:fld>
            <a:endParaRPr lang="en-US"/>
          </a:p>
        </p:txBody>
      </p:sp>
    </p:spTree>
    <p:extLst>
      <p:ext uri="{BB962C8B-B14F-4D97-AF65-F5344CB8AC3E}">
        <p14:creationId xmlns:p14="http://schemas.microsoft.com/office/powerpoint/2010/main" val="228864054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FDDE69E-0AEA-479F-A3A6-1C78167E0F52}" type="slidenum">
              <a:rPr lang="en-US"/>
              <a:pPr>
                <a:defRPr/>
              </a:pPr>
              <a:t>‹#›</a:t>
            </a:fld>
            <a:endParaRPr lang="en-US"/>
          </a:p>
        </p:txBody>
      </p:sp>
    </p:spTree>
    <p:extLst>
      <p:ext uri="{BB962C8B-B14F-4D97-AF65-F5344CB8AC3E}">
        <p14:creationId xmlns:p14="http://schemas.microsoft.com/office/powerpoint/2010/main" val="3882016114"/>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4750D92-2532-4B4C-8778-D9237516C1E0}" type="slidenum">
              <a:rPr lang="en-US"/>
              <a:pPr>
                <a:defRPr/>
              </a:pPr>
              <a:t>‹#›</a:t>
            </a:fld>
            <a:endParaRPr lang="en-US"/>
          </a:p>
        </p:txBody>
      </p:sp>
    </p:spTree>
    <p:extLst>
      <p:ext uri="{BB962C8B-B14F-4D97-AF65-F5344CB8AC3E}">
        <p14:creationId xmlns:p14="http://schemas.microsoft.com/office/powerpoint/2010/main" val="4282491230"/>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64F151D-3475-4D36-8A58-50205F1716B6}" type="slidenum">
              <a:rPr lang="en-US"/>
              <a:pPr>
                <a:defRPr/>
              </a:pPr>
              <a:t>‹#›</a:t>
            </a:fld>
            <a:endParaRPr lang="en-US"/>
          </a:p>
        </p:txBody>
      </p:sp>
    </p:spTree>
    <p:extLst>
      <p:ext uri="{BB962C8B-B14F-4D97-AF65-F5344CB8AC3E}">
        <p14:creationId xmlns:p14="http://schemas.microsoft.com/office/powerpoint/2010/main" val="260817045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F8DB419-B1E9-4B13-A544-18632CF26166}" type="slidenum">
              <a:rPr lang="en-US"/>
              <a:pPr>
                <a:defRPr/>
              </a:pPr>
              <a:t>‹#›</a:t>
            </a:fld>
            <a:endParaRPr lang="en-US"/>
          </a:p>
        </p:txBody>
      </p:sp>
    </p:spTree>
    <p:extLst>
      <p:ext uri="{BB962C8B-B14F-4D97-AF65-F5344CB8AC3E}">
        <p14:creationId xmlns:p14="http://schemas.microsoft.com/office/powerpoint/2010/main" val="2425781838"/>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A414951-7B57-45AD-9227-22318B500E0F}" type="slidenum">
              <a:rPr lang="en-US"/>
              <a:pPr>
                <a:defRPr/>
              </a:pPr>
              <a:t>‹#›</a:t>
            </a:fld>
            <a:endParaRPr lang="en-US"/>
          </a:p>
        </p:txBody>
      </p:sp>
    </p:spTree>
    <p:extLst>
      <p:ext uri="{BB962C8B-B14F-4D97-AF65-F5344CB8AC3E}">
        <p14:creationId xmlns:p14="http://schemas.microsoft.com/office/powerpoint/2010/main" val="27101908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0B01D0D-441C-456E-9B2D-775A00CFBF52}" type="slidenum">
              <a:rPr lang="en-US"/>
              <a:pPr>
                <a:defRPr/>
              </a:pPr>
              <a:t>‹#›</a:t>
            </a:fld>
            <a:endParaRPr lang="en-US"/>
          </a:p>
        </p:txBody>
      </p:sp>
    </p:spTree>
    <p:extLst>
      <p:ext uri="{BB962C8B-B14F-4D97-AF65-F5344CB8AC3E}">
        <p14:creationId xmlns:p14="http://schemas.microsoft.com/office/powerpoint/2010/main" val="2943468570"/>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1298C558-09D0-408B-8F15-76D5A984BC9E}" type="slidenum">
              <a:rPr lang="en-US"/>
              <a:pPr>
                <a:defRPr/>
              </a:pPr>
              <a:t>‹#›</a:t>
            </a:fld>
            <a:endParaRPr lang="en-US"/>
          </a:p>
        </p:txBody>
      </p:sp>
    </p:spTree>
    <p:extLst>
      <p:ext uri="{BB962C8B-B14F-4D97-AF65-F5344CB8AC3E}">
        <p14:creationId xmlns:p14="http://schemas.microsoft.com/office/powerpoint/2010/main" val="3427629214"/>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D3B9FE3-A7E5-41FB-A78C-CE6C5FCFB61C}" type="slidenum">
              <a:rPr lang="en-US"/>
              <a:pPr>
                <a:defRPr/>
              </a:pPr>
              <a:t>‹#›</a:t>
            </a:fld>
            <a:endParaRPr lang="en-US"/>
          </a:p>
        </p:txBody>
      </p:sp>
    </p:spTree>
    <p:extLst>
      <p:ext uri="{BB962C8B-B14F-4D97-AF65-F5344CB8AC3E}">
        <p14:creationId xmlns:p14="http://schemas.microsoft.com/office/powerpoint/2010/main" val="411371815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FCB5EE6-713E-4147-998F-9D830AB6D74E}" type="slidenum">
              <a:rPr lang="en-US"/>
              <a:pPr>
                <a:defRPr/>
              </a:pPr>
              <a:t>‹#›</a:t>
            </a:fld>
            <a:endParaRPr lang="en-US"/>
          </a:p>
        </p:txBody>
      </p:sp>
    </p:spTree>
    <p:extLst>
      <p:ext uri="{BB962C8B-B14F-4D97-AF65-F5344CB8AC3E}">
        <p14:creationId xmlns:p14="http://schemas.microsoft.com/office/powerpoint/2010/main" val="1153188316"/>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6499DA0-0316-4F73-BD20-D40F88228999}" type="slidenum">
              <a:rPr lang="en-US"/>
              <a:pPr>
                <a:defRPr/>
              </a:pPr>
              <a:t>‹#›</a:t>
            </a:fld>
            <a:endParaRPr lang="en-US"/>
          </a:p>
        </p:txBody>
      </p:sp>
    </p:spTree>
    <p:extLst>
      <p:ext uri="{BB962C8B-B14F-4D97-AF65-F5344CB8AC3E}">
        <p14:creationId xmlns:p14="http://schemas.microsoft.com/office/powerpoint/2010/main" val="543783987"/>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8B3BEAC-4C66-476C-86B3-7E0DBC087F91}" type="slidenum">
              <a:rPr lang="en-US"/>
              <a:pPr>
                <a:defRPr/>
              </a:pPr>
              <a:t>‹#›</a:t>
            </a:fld>
            <a:endParaRPr lang="en-US"/>
          </a:p>
        </p:txBody>
      </p:sp>
    </p:spTree>
    <p:extLst>
      <p:ext uri="{BB962C8B-B14F-4D97-AF65-F5344CB8AC3E}">
        <p14:creationId xmlns:p14="http://schemas.microsoft.com/office/powerpoint/2010/main" val="1690925660"/>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BE3D80D2-EC9D-4093-9D8B-C6943ED9451D}" type="slidenum">
              <a:rPr lang="en-US"/>
              <a:pPr>
                <a:defRPr/>
              </a:pPr>
              <a:t>‹#›</a:t>
            </a:fld>
            <a:endParaRPr lang="en-US" dirty="0"/>
          </a:p>
        </p:txBody>
      </p:sp>
    </p:spTree>
    <p:extLst>
      <p:ext uri="{BB962C8B-B14F-4D97-AF65-F5344CB8AC3E}">
        <p14:creationId xmlns:p14="http://schemas.microsoft.com/office/powerpoint/2010/main" val="2711933716"/>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AF36DF8-157F-4B2F-B265-CBFBE13697C6}" type="slidenum">
              <a:rPr lang="en-US"/>
              <a:pPr>
                <a:defRPr/>
              </a:pPr>
              <a:t>‹#›</a:t>
            </a:fld>
            <a:endParaRPr lang="en-US"/>
          </a:p>
        </p:txBody>
      </p:sp>
    </p:spTree>
    <p:extLst>
      <p:ext uri="{BB962C8B-B14F-4D97-AF65-F5344CB8AC3E}">
        <p14:creationId xmlns:p14="http://schemas.microsoft.com/office/powerpoint/2010/main" val="170738586"/>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9E62405-1FE7-49D5-B22B-7D3DB4755FAE}" type="slidenum">
              <a:rPr lang="en-US"/>
              <a:pPr>
                <a:defRPr/>
              </a:pPr>
              <a:t>‹#›</a:t>
            </a:fld>
            <a:endParaRPr lang="en-US"/>
          </a:p>
        </p:txBody>
      </p:sp>
    </p:spTree>
    <p:extLst>
      <p:ext uri="{BB962C8B-B14F-4D97-AF65-F5344CB8AC3E}">
        <p14:creationId xmlns:p14="http://schemas.microsoft.com/office/powerpoint/2010/main" val="3891559557"/>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EE4D242-5380-4241-878E-A656CB08970D}" type="slidenum">
              <a:rPr lang="en-US"/>
              <a:pPr>
                <a:defRPr/>
              </a:pPr>
              <a:t>‹#›</a:t>
            </a:fld>
            <a:endParaRPr lang="en-US"/>
          </a:p>
        </p:txBody>
      </p:sp>
    </p:spTree>
    <p:extLst>
      <p:ext uri="{BB962C8B-B14F-4D97-AF65-F5344CB8AC3E}">
        <p14:creationId xmlns:p14="http://schemas.microsoft.com/office/powerpoint/2010/main" val="2420323742"/>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4F73747-9CB3-4316-B527-D82A0D8A6D71}" type="slidenum">
              <a:rPr lang="en-US"/>
              <a:pPr>
                <a:defRPr/>
              </a:pPr>
              <a:t>‹#›</a:t>
            </a:fld>
            <a:endParaRPr lang="en-US"/>
          </a:p>
        </p:txBody>
      </p:sp>
    </p:spTree>
    <p:extLst>
      <p:ext uri="{BB962C8B-B14F-4D97-AF65-F5344CB8AC3E}">
        <p14:creationId xmlns:p14="http://schemas.microsoft.com/office/powerpoint/2010/main" val="1245295803"/>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D3F93FA-39A8-4EF2-A1CF-0151D3DB9BBA}" type="slidenum">
              <a:rPr lang="en-US"/>
              <a:pPr>
                <a:defRPr/>
              </a:pPr>
              <a:t>‹#›</a:t>
            </a:fld>
            <a:endParaRPr lang="en-US"/>
          </a:p>
        </p:txBody>
      </p:sp>
    </p:spTree>
    <p:extLst>
      <p:ext uri="{BB962C8B-B14F-4D97-AF65-F5344CB8AC3E}">
        <p14:creationId xmlns:p14="http://schemas.microsoft.com/office/powerpoint/2010/main" val="2127116091"/>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B66884C-0102-4FC5-8B2B-D7F6434A9D37}" type="slidenum">
              <a:rPr lang="en-US"/>
              <a:pPr>
                <a:defRPr/>
              </a:pPr>
              <a:t>‹#›</a:t>
            </a:fld>
            <a:endParaRPr lang="en-US"/>
          </a:p>
        </p:txBody>
      </p:sp>
    </p:spTree>
    <p:extLst>
      <p:ext uri="{BB962C8B-B14F-4D97-AF65-F5344CB8AC3E}">
        <p14:creationId xmlns:p14="http://schemas.microsoft.com/office/powerpoint/2010/main" val="2851058915"/>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2C716A7-05AF-4AE8-9346-7CA50D8EB295}" type="slidenum">
              <a:rPr lang="en-US"/>
              <a:pPr>
                <a:defRPr/>
              </a:pPr>
              <a:t>‹#›</a:t>
            </a:fld>
            <a:endParaRPr lang="en-US"/>
          </a:p>
        </p:txBody>
      </p:sp>
    </p:spTree>
    <p:extLst>
      <p:ext uri="{BB962C8B-B14F-4D97-AF65-F5344CB8AC3E}">
        <p14:creationId xmlns:p14="http://schemas.microsoft.com/office/powerpoint/2010/main" val="3513411014"/>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72AD0D4-F3EB-4526-8A7F-F7FFBDE74380}" type="slidenum">
              <a:rPr lang="en-US"/>
              <a:pPr>
                <a:defRPr/>
              </a:pPr>
              <a:t>‹#›</a:t>
            </a:fld>
            <a:endParaRPr lang="en-US"/>
          </a:p>
        </p:txBody>
      </p:sp>
    </p:spTree>
    <p:extLst>
      <p:ext uri="{BB962C8B-B14F-4D97-AF65-F5344CB8AC3E}">
        <p14:creationId xmlns:p14="http://schemas.microsoft.com/office/powerpoint/2010/main" val="210911895"/>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D32855D-7A74-49CC-8009-820021F79FBE}" type="slidenum">
              <a:rPr lang="en-US"/>
              <a:pPr>
                <a:defRPr/>
              </a:pPr>
              <a:t>‹#›</a:t>
            </a:fld>
            <a:endParaRPr lang="en-US"/>
          </a:p>
        </p:txBody>
      </p:sp>
    </p:spTree>
    <p:extLst>
      <p:ext uri="{BB962C8B-B14F-4D97-AF65-F5344CB8AC3E}">
        <p14:creationId xmlns:p14="http://schemas.microsoft.com/office/powerpoint/2010/main" val="602598715"/>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5C91C80-DBD9-452F-ABF7-4807FF1CE44B}" type="slidenum">
              <a:rPr lang="en-US"/>
              <a:pPr>
                <a:defRPr/>
              </a:pPr>
              <a:t>‹#›</a:t>
            </a:fld>
            <a:endParaRPr lang="en-US"/>
          </a:p>
        </p:txBody>
      </p:sp>
    </p:spTree>
    <p:extLst>
      <p:ext uri="{BB962C8B-B14F-4D97-AF65-F5344CB8AC3E}">
        <p14:creationId xmlns:p14="http://schemas.microsoft.com/office/powerpoint/2010/main" val="1105845371"/>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7D5682A-584D-4A3B-BAD5-749090A2E3BC}" type="slidenum">
              <a:rPr lang="en-US"/>
              <a:pPr>
                <a:defRPr/>
              </a:pPr>
              <a:t>‹#›</a:t>
            </a:fld>
            <a:endParaRPr lang="en-US"/>
          </a:p>
        </p:txBody>
      </p:sp>
    </p:spTree>
    <p:extLst>
      <p:ext uri="{BB962C8B-B14F-4D97-AF65-F5344CB8AC3E}">
        <p14:creationId xmlns:p14="http://schemas.microsoft.com/office/powerpoint/2010/main" val="1214377234"/>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3255622-875C-41D2-BD0A-E02DD2DC611A}" type="slidenum">
              <a:rPr lang="en-US"/>
              <a:pPr>
                <a:defRPr/>
              </a:pPr>
              <a:t>‹#›</a:t>
            </a:fld>
            <a:endParaRPr lang="en-US"/>
          </a:p>
        </p:txBody>
      </p:sp>
    </p:spTree>
    <p:extLst>
      <p:ext uri="{BB962C8B-B14F-4D97-AF65-F5344CB8AC3E}">
        <p14:creationId xmlns:p14="http://schemas.microsoft.com/office/powerpoint/2010/main" val="2459743504"/>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8B3660D-7691-4288-91F7-2B87F80C19C6}" type="slidenum">
              <a:rPr lang="en-US"/>
              <a:pPr>
                <a:defRPr/>
              </a:pPr>
              <a:t>‹#›</a:t>
            </a:fld>
            <a:endParaRPr lang="en-US"/>
          </a:p>
        </p:txBody>
      </p:sp>
    </p:spTree>
    <p:extLst>
      <p:ext uri="{BB962C8B-B14F-4D97-AF65-F5344CB8AC3E}">
        <p14:creationId xmlns:p14="http://schemas.microsoft.com/office/powerpoint/2010/main" val="134686460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63499CD-DF3D-4A8B-AED8-E3B4CD72290C}" type="slidenum">
              <a:rPr lang="en-US"/>
              <a:pPr>
                <a:defRPr/>
              </a:pPr>
              <a:t>‹#›</a:t>
            </a:fld>
            <a:endParaRPr lang="en-US"/>
          </a:p>
        </p:txBody>
      </p:sp>
    </p:spTree>
    <p:extLst>
      <p:ext uri="{BB962C8B-B14F-4D97-AF65-F5344CB8AC3E}">
        <p14:creationId xmlns:p14="http://schemas.microsoft.com/office/powerpoint/2010/main" val="15280797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44090DB-B17B-46F8-9054-78B5CEF564B1}" type="slidenum">
              <a:rPr lang="en-US"/>
              <a:pPr>
                <a:defRPr/>
              </a:pPr>
              <a:t>‹#›</a:t>
            </a:fld>
            <a:endParaRPr lang="en-US"/>
          </a:p>
        </p:txBody>
      </p:sp>
    </p:spTree>
    <p:extLst>
      <p:ext uri="{BB962C8B-B14F-4D97-AF65-F5344CB8AC3E}">
        <p14:creationId xmlns:p14="http://schemas.microsoft.com/office/powerpoint/2010/main" val="2145642781"/>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B2599DD8-4CDD-4FEA-8A1D-1BA6D312351B}" type="slidenum">
              <a:rPr lang="en-US"/>
              <a:pPr>
                <a:defRPr/>
              </a:pPr>
              <a:t>‹#›</a:t>
            </a:fld>
            <a:endParaRPr lang="en-US" dirty="0"/>
          </a:p>
        </p:txBody>
      </p:sp>
    </p:spTree>
    <p:extLst>
      <p:ext uri="{BB962C8B-B14F-4D97-AF65-F5344CB8AC3E}">
        <p14:creationId xmlns:p14="http://schemas.microsoft.com/office/powerpoint/2010/main" val="2451047684"/>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40DF571-F3ED-4FFE-A120-6AD63EEA94A7}" type="slidenum">
              <a:rPr lang="en-US"/>
              <a:pPr>
                <a:defRPr/>
              </a:pPr>
              <a:t>‹#›</a:t>
            </a:fld>
            <a:endParaRPr lang="en-US"/>
          </a:p>
        </p:txBody>
      </p:sp>
    </p:spTree>
    <p:extLst>
      <p:ext uri="{BB962C8B-B14F-4D97-AF65-F5344CB8AC3E}">
        <p14:creationId xmlns:p14="http://schemas.microsoft.com/office/powerpoint/2010/main" val="2545480479"/>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70473CF-7337-4CDB-B790-258F4943C007}" type="slidenum">
              <a:rPr lang="en-US"/>
              <a:pPr>
                <a:defRPr/>
              </a:pPr>
              <a:t>‹#›</a:t>
            </a:fld>
            <a:endParaRPr lang="en-US"/>
          </a:p>
        </p:txBody>
      </p:sp>
    </p:spTree>
    <p:extLst>
      <p:ext uri="{BB962C8B-B14F-4D97-AF65-F5344CB8AC3E}">
        <p14:creationId xmlns:p14="http://schemas.microsoft.com/office/powerpoint/2010/main" val="3819337116"/>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58C7708-C28C-4829-8912-58440DCC40DA}" type="slidenum">
              <a:rPr lang="en-US"/>
              <a:pPr>
                <a:defRPr/>
              </a:pPr>
              <a:t>‹#›</a:t>
            </a:fld>
            <a:endParaRPr lang="en-US"/>
          </a:p>
        </p:txBody>
      </p:sp>
    </p:spTree>
    <p:extLst>
      <p:ext uri="{BB962C8B-B14F-4D97-AF65-F5344CB8AC3E}">
        <p14:creationId xmlns:p14="http://schemas.microsoft.com/office/powerpoint/2010/main" val="358666686"/>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22B194D3-1CFF-43B6-9425-6BE37EFB1D6C}" type="slidenum">
              <a:rPr lang="en-US"/>
              <a:pPr>
                <a:defRPr/>
              </a:pPr>
              <a:t>‹#›</a:t>
            </a:fld>
            <a:endParaRPr lang="en-US"/>
          </a:p>
        </p:txBody>
      </p:sp>
    </p:spTree>
    <p:extLst>
      <p:ext uri="{BB962C8B-B14F-4D97-AF65-F5344CB8AC3E}">
        <p14:creationId xmlns:p14="http://schemas.microsoft.com/office/powerpoint/2010/main" val="3191320972"/>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6D31326-18FB-4833-8AD5-B281E999A272}" type="slidenum">
              <a:rPr lang="en-US"/>
              <a:pPr>
                <a:defRPr/>
              </a:pPr>
              <a:t>‹#›</a:t>
            </a:fld>
            <a:endParaRPr lang="en-US"/>
          </a:p>
        </p:txBody>
      </p:sp>
    </p:spTree>
    <p:extLst>
      <p:ext uri="{BB962C8B-B14F-4D97-AF65-F5344CB8AC3E}">
        <p14:creationId xmlns:p14="http://schemas.microsoft.com/office/powerpoint/2010/main" val="1013089236"/>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802EDB8-E67A-43D4-BFC9-FBF3650FB2D4}" type="slidenum">
              <a:rPr lang="en-US"/>
              <a:pPr>
                <a:defRPr/>
              </a:pPr>
              <a:t>‹#›</a:t>
            </a:fld>
            <a:endParaRPr lang="en-US"/>
          </a:p>
        </p:txBody>
      </p:sp>
    </p:spTree>
    <p:extLst>
      <p:ext uri="{BB962C8B-B14F-4D97-AF65-F5344CB8AC3E}">
        <p14:creationId xmlns:p14="http://schemas.microsoft.com/office/powerpoint/2010/main" val="751217848"/>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CB82FEA-A34B-4CBD-AF0A-03F5CE3605E0}" type="slidenum">
              <a:rPr lang="en-US"/>
              <a:pPr>
                <a:defRPr/>
              </a:pPr>
              <a:t>‹#›</a:t>
            </a:fld>
            <a:endParaRPr lang="en-US"/>
          </a:p>
        </p:txBody>
      </p:sp>
    </p:spTree>
    <p:extLst>
      <p:ext uri="{BB962C8B-B14F-4D97-AF65-F5344CB8AC3E}">
        <p14:creationId xmlns:p14="http://schemas.microsoft.com/office/powerpoint/2010/main" val="535540808"/>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3DF1E1B7-A759-4C36-9E63-17B21FC082BB}" type="slidenum">
              <a:rPr lang="en-US"/>
              <a:pPr>
                <a:defRPr/>
              </a:pPr>
              <a:t>‹#›</a:t>
            </a:fld>
            <a:endParaRPr lang="en-US"/>
          </a:p>
        </p:txBody>
      </p:sp>
    </p:spTree>
    <p:extLst>
      <p:ext uri="{BB962C8B-B14F-4D97-AF65-F5344CB8AC3E}">
        <p14:creationId xmlns:p14="http://schemas.microsoft.com/office/powerpoint/2010/main" val="3060323588"/>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54C935A-0B8B-4901-A356-8C1C08BA786F}" type="slidenum">
              <a:rPr lang="en-US"/>
              <a:pPr>
                <a:defRPr/>
              </a:pPr>
              <a:t>‹#›</a:t>
            </a:fld>
            <a:endParaRPr lang="en-US"/>
          </a:p>
        </p:txBody>
      </p:sp>
    </p:spTree>
    <p:extLst>
      <p:ext uri="{BB962C8B-B14F-4D97-AF65-F5344CB8AC3E}">
        <p14:creationId xmlns:p14="http://schemas.microsoft.com/office/powerpoint/2010/main" val="3995982549"/>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41610E5-B102-4C7B-BF44-C1F1B60C3089}" type="slidenum">
              <a:rPr lang="en-US"/>
              <a:pPr>
                <a:defRPr/>
              </a:pPr>
              <a:t>‹#›</a:t>
            </a:fld>
            <a:endParaRPr lang="en-US"/>
          </a:p>
        </p:txBody>
      </p:sp>
    </p:spTree>
    <p:extLst>
      <p:ext uri="{BB962C8B-B14F-4D97-AF65-F5344CB8AC3E}">
        <p14:creationId xmlns:p14="http://schemas.microsoft.com/office/powerpoint/2010/main" val="923155393"/>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C3543C2-498E-4F2F-B957-B766ED918CBE}" type="slidenum">
              <a:rPr lang="en-US"/>
              <a:pPr>
                <a:defRPr/>
              </a:pPr>
              <a:t>‹#›</a:t>
            </a:fld>
            <a:endParaRPr lang="en-US"/>
          </a:p>
        </p:txBody>
      </p:sp>
    </p:spTree>
    <p:extLst>
      <p:ext uri="{BB962C8B-B14F-4D97-AF65-F5344CB8AC3E}">
        <p14:creationId xmlns:p14="http://schemas.microsoft.com/office/powerpoint/2010/main" val="455107057"/>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31090CB-CC2D-4431-AEC9-1600465C3570}" type="slidenum">
              <a:rPr lang="en-US"/>
              <a:pPr>
                <a:defRPr/>
              </a:pPr>
              <a:t>‹#›</a:t>
            </a:fld>
            <a:endParaRPr lang="en-US"/>
          </a:p>
        </p:txBody>
      </p:sp>
    </p:spTree>
    <p:extLst>
      <p:ext uri="{BB962C8B-B14F-4D97-AF65-F5344CB8AC3E}">
        <p14:creationId xmlns:p14="http://schemas.microsoft.com/office/powerpoint/2010/main" val="1230299549"/>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CAEF715-3D8F-4081-96F6-75F377564921}" type="slidenum">
              <a:rPr lang="en-US"/>
              <a:pPr>
                <a:defRPr/>
              </a:pPr>
              <a:t>‹#›</a:t>
            </a:fld>
            <a:endParaRPr lang="en-US"/>
          </a:p>
        </p:txBody>
      </p:sp>
    </p:spTree>
    <p:extLst>
      <p:ext uri="{BB962C8B-B14F-4D97-AF65-F5344CB8AC3E}">
        <p14:creationId xmlns:p14="http://schemas.microsoft.com/office/powerpoint/2010/main" val="3160684167"/>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A231E49-82DF-42CD-A8ED-D148150BF9D6}" type="slidenum">
              <a:rPr lang="en-US"/>
              <a:pPr>
                <a:defRPr/>
              </a:pPr>
              <a:t>‹#›</a:t>
            </a:fld>
            <a:endParaRPr lang="en-US"/>
          </a:p>
        </p:txBody>
      </p:sp>
    </p:spTree>
    <p:extLst>
      <p:ext uri="{BB962C8B-B14F-4D97-AF65-F5344CB8AC3E}">
        <p14:creationId xmlns:p14="http://schemas.microsoft.com/office/powerpoint/2010/main" val="121261227"/>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5A82141-0CDA-4298-80BE-4EBDD32ECD51}" type="slidenum">
              <a:rPr lang="en-US"/>
              <a:pPr>
                <a:defRPr/>
              </a:pPr>
              <a:t>‹#›</a:t>
            </a:fld>
            <a:endParaRPr lang="en-US"/>
          </a:p>
        </p:txBody>
      </p:sp>
    </p:spTree>
    <p:extLst>
      <p:ext uri="{BB962C8B-B14F-4D97-AF65-F5344CB8AC3E}">
        <p14:creationId xmlns:p14="http://schemas.microsoft.com/office/powerpoint/2010/main" val="3232474821"/>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0AC2E196-CD2D-4786-B18A-5A42A2501AEA}" type="slidenum">
              <a:rPr lang="en-US"/>
              <a:pPr>
                <a:defRPr/>
              </a:pPr>
              <a:t>‹#›</a:t>
            </a:fld>
            <a:endParaRPr lang="en-US" dirty="0"/>
          </a:p>
        </p:txBody>
      </p:sp>
    </p:spTree>
    <p:extLst>
      <p:ext uri="{BB962C8B-B14F-4D97-AF65-F5344CB8AC3E}">
        <p14:creationId xmlns:p14="http://schemas.microsoft.com/office/powerpoint/2010/main" val="718625451"/>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D1E2196B-5F84-4B63-9684-9422CE7A910D}" type="slidenum">
              <a:rPr lang="en-US"/>
              <a:pPr>
                <a:defRPr/>
              </a:pPr>
              <a:t>‹#›</a:t>
            </a:fld>
            <a:endParaRPr lang="en-US"/>
          </a:p>
        </p:txBody>
      </p:sp>
    </p:spTree>
    <p:extLst>
      <p:ext uri="{BB962C8B-B14F-4D97-AF65-F5344CB8AC3E}">
        <p14:creationId xmlns:p14="http://schemas.microsoft.com/office/powerpoint/2010/main" val="4176076252"/>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B8C3BCA-8AC7-455B-9712-607936E58B89}" type="slidenum">
              <a:rPr lang="en-US"/>
              <a:pPr>
                <a:defRPr/>
              </a:pPr>
              <a:t>‹#›</a:t>
            </a:fld>
            <a:endParaRPr lang="en-US"/>
          </a:p>
        </p:txBody>
      </p:sp>
    </p:spTree>
    <p:extLst>
      <p:ext uri="{BB962C8B-B14F-4D97-AF65-F5344CB8AC3E}">
        <p14:creationId xmlns:p14="http://schemas.microsoft.com/office/powerpoint/2010/main" val="4269070003"/>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DBDF0B2-5CAA-49FF-992F-F075F39520A5}" type="slidenum">
              <a:rPr lang="en-US"/>
              <a:pPr>
                <a:defRPr/>
              </a:pPr>
              <a:t>‹#›</a:t>
            </a:fld>
            <a:endParaRPr lang="en-US"/>
          </a:p>
        </p:txBody>
      </p:sp>
    </p:spTree>
    <p:extLst>
      <p:ext uri="{BB962C8B-B14F-4D97-AF65-F5344CB8AC3E}">
        <p14:creationId xmlns:p14="http://schemas.microsoft.com/office/powerpoint/2010/main" val="842824103"/>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72CD175-0B1B-40CB-9F29-B821D16721DA}" type="slidenum">
              <a:rPr lang="en-US"/>
              <a:pPr>
                <a:defRPr/>
              </a:pPr>
              <a:t>‹#›</a:t>
            </a:fld>
            <a:endParaRPr lang="en-US"/>
          </a:p>
        </p:txBody>
      </p:sp>
    </p:spTree>
    <p:extLst>
      <p:ext uri="{BB962C8B-B14F-4D97-AF65-F5344CB8AC3E}">
        <p14:creationId xmlns:p14="http://schemas.microsoft.com/office/powerpoint/2010/main" val="2458822230"/>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07D75EB-5B61-4F78-9752-5A9F12BB71C7}" type="slidenum">
              <a:rPr lang="en-US"/>
              <a:pPr>
                <a:defRPr/>
              </a:pPr>
              <a:t>‹#›</a:t>
            </a:fld>
            <a:endParaRPr lang="en-US"/>
          </a:p>
        </p:txBody>
      </p:sp>
    </p:spTree>
    <p:extLst>
      <p:ext uri="{BB962C8B-B14F-4D97-AF65-F5344CB8AC3E}">
        <p14:creationId xmlns:p14="http://schemas.microsoft.com/office/powerpoint/2010/main" val="579801956"/>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FB7722E-F88E-453A-B87D-22DDA3DB2A34}" type="slidenum">
              <a:rPr lang="en-US"/>
              <a:pPr>
                <a:defRPr/>
              </a:pPr>
              <a:t>‹#›</a:t>
            </a:fld>
            <a:endParaRPr lang="en-US"/>
          </a:p>
        </p:txBody>
      </p:sp>
    </p:spTree>
    <p:extLst>
      <p:ext uri="{BB962C8B-B14F-4D97-AF65-F5344CB8AC3E}">
        <p14:creationId xmlns:p14="http://schemas.microsoft.com/office/powerpoint/2010/main" val="1281880622"/>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6814507-8950-40C9-869F-47C49A9C7D03}" type="slidenum">
              <a:rPr lang="en-US"/>
              <a:pPr>
                <a:defRPr/>
              </a:pPr>
              <a:t>‹#›</a:t>
            </a:fld>
            <a:endParaRPr lang="en-US"/>
          </a:p>
        </p:txBody>
      </p:sp>
    </p:spTree>
    <p:extLst>
      <p:ext uri="{BB962C8B-B14F-4D97-AF65-F5344CB8AC3E}">
        <p14:creationId xmlns:p14="http://schemas.microsoft.com/office/powerpoint/2010/main" val="3203317229"/>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C4BFD3C-7059-47BA-884A-7F35CF8B6B06}" type="slidenum">
              <a:rPr lang="en-US"/>
              <a:pPr>
                <a:defRPr/>
              </a:pPr>
              <a:t>‹#›</a:t>
            </a:fld>
            <a:endParaRPr lang="en-US"/>
          </a:p>
        </p:txBody>
      </p:sp>
    </p:spTree>
    <p:extLst>
      <p:ext uri="{BB962C8B-B14F-4D97-AF65-F5344CB8AC3E}">
        <p14:creationId xmlns:p14="http://schemas.microsoft.com/office/powerpoint/2010/main" val="2458690019"/>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E2CAEDE1-7BC5-4243-B37F-826DC80B1A41}" type="slidenum">
              <a:rPr lang="en-US"/>
              <a:pPr>
                <a:defRPr/>
              </a:pPr>
              <a:t>‹#›</a:t>
            </a:fld>
            <a:endParaRPr lang="en-US"/>
          </a:p>
        </p:txBody>
      </p:sp>
    </p:spTree>
    <p:extLst>
      <p:ext uri="{BB962C8B-B14F-4D97-AF65-F5344CB8AC3E}">
        <p14:creationId xmlns:p14="http://schemas.microsoft.com/office/powerpoint/2010/main" val="2540936041"/>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95AEDC3A-8378-49E6-A2B9-7A3B8140ACF5}" type="slidenum">
              <a:rPr lang="en-US"/>
              <a:pPr>
                <a:defRPr/>
              </a:pPr>
              <a:t>‹#›</a:t>
            </a:fld>
            <a:endParaRPr lang="en-US"/>
          </a:p>
        </p:txBody>
      </p:sp>
    </p:spTree>
    <p:extLst>
      <p:ext uri="{BB962C8B-B14F-4D97-AF65-F5344CB8AC3E}">
        <p14:creationId xmlns:p14="http://schemas.microsoft.com/office/powerpoint/2010/main" val="960266974"/>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3B1BBEA-2199-4AD4-8B52-EF1F8F8ADB68}" type="slidenum">
              <a:rPr lang="en-US"/>
              <a:pPr>
                <a:defRPr/>
              </a:pPr>
              <a:t>‹#›</a:t>
            </a:fld>
            <a:endParaRPr lang="en-US"/>
          </a:p>
        </p:txBody>
      </p:sp>
    </p:spTree>
    <p:extLst>
      <p:ext uri="{BB962C8B-B14F-4D97-AF65-F5344CB8AC3E}">
        <p14:creationId xmlns:p14="http://schemas.microsoft.com/office/powerpoint/2010/main" val="1217985685"/>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4E8163F1-F6A6-4159-8532-3C1681BB4C98}" type="slidenum">
              <a:rPr lang="en-US"/>
              <a:pPr>
                <a:defRPr/>
              </a:pPr>
              <a:t>‹#›</a:t>
            </a:fld>
            <a:endParaRPr lang="en-US"/>
          </a:p>
        </p:txBody>
      </p:sp>
    </p:spTree>
    <p:extLst>
      <p:ext uri="{BB962C8B-B14F-4D97-AF65-F5344CB8AC3E}">
        <p14:creationId xmlns:p14="http://schemas.microsoft.com/office/powerpoint/2010/main" val="605626836"/>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7DC68AF-0BE1-48B4-8331-9513C55E8D95}" type="slidenum">
              <a:rPr lang="en-US"/>
              <a:pPr>
                <a:defRPr/>
              </a:pPr>
              <a:t>‹#›</a:t>
            </a:fld>
            <a:endParaRPr lang="en-US"/>
          </a:p>
        </p:txBody>
      </p:sp>
    </p:spTree>
    <p:extLst>
      <p:ext uri="{BB962C8B-B14F-4D97-AF65-F5344CB8AC3E}">
        <p14:creationId xmlns:p14="http://schemas.microsoft.com/office/powerpoint/2010/main" val="2984306322"/>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1008253-B3D7-400C-BC18-AB7E56FCBCD2}" type="slidenum">
              <a:rPr lang="en-US"/>
              <a:pPr>
                <a:defRPr/>
              </a:pPr>
              <a:t>‹#›</a:t>
            </a:fld>
            <a:endParaRPr lang="en-US"/>
          </a:p>
        </p:txBody>
      </p:sp>
    </p:spTree>
    <p:extLst>
      <p:ext uri="{BB962C8B-B14F-4D97-AF65-F5344CB8AC3E}">
        <p14:creationId xmlns:p14="http://schemas.microsoft.com/office/powerpoint/2010/main" val="3973438782"/>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6"/>
          <p:cNvGrpSpPr>
            <a:grpSpLocks/>
          </p:cNvGrpSpPr>
          <p:nvPr/>
        </p:nvGrpSpPr>
        <p:grpSpPr bwMode="auto">
          <a:xfrm>
            <a:off x="0" y="-9525"/>
            <a:ext cx="10080625" cy="7569200"/>
            <a:chOff x="0" y="-8467"/>
            <a:chExt cx="12192000" cy="6866467"/>
          </a:xfrm>
        </p:grpSpPr>
        <p:cxnSp>
          <p:nvCxnSpPr>
            <p:cNvPr id="5" name="Straight Connector 31"/>
            <p:cNvCxnSpPr/>
            <p:nvPr/>
          </p:nvCxnSpPr>
          <p:spPr>
            <a:xfrm>
              <a:off x="9371521" y="174"/>
              <a:ext cx="1219199" cy="6857826"/>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20"/>
            <p:cNvCxnSpPr/>
            <p:nvPr/>
          </p:nvCxnSpPr>
          <p:spPr>
            <a:xfrm flipH="1">
              <a:off x="7424641" y="3681107"/>
              <a:ext cx="4763519" cy="3176893"/>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 name="Rectangle 23"/>
            <p:cNvSpPr/>
            <p:nvPr/>
          </p:nvSpPr>
          <p:spPr>
            <a:xfrm>
              <a:off x="9181440" y="-8467"/>
              <a:ext cx="3006720"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Rectangle 25"/>
            <p:cNvSpPr/>
            <p:nvPr/>
          </p:nvSpPr>
          <p:spPr>
            <a:xfrm>
              <a:off x="9603840" y="-8467"/>
              <a:ext cx="2588160"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Isosceles Triangle 26"/>
            <p:cNvSpPr/>
            <p:nvPr/>
          </p:nvSpPr>
          <p:spPr>
            <a:xfrm>
              <a:off x="8931840" y="3047456"/>
              <a:ext cx="3260160" cy="3810544"/>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27"/>
            <p:cNvSpPr/>
            <p:nvPr/>
          </p:nvSpPr>
          <p:spPr>
            <a:xfrm>
              <a:off x="9335040" y="-8467"/>
              <a:ext cx="2853120"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28"/>
            <p:cNvSpPr/>
            <p:nvPr/>
          </p:nvSpPr>
          <p:spPr>
            <a:xfrm>
              <a:off x="10897920" y="-8467"/>
              <a:ext cx="1290240"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29"/>
            <p:cNvSpPr/>
            <p:nvPr/>
          </p:nvSpPr>
          <p:spPr>
            <a:xfrm>
              <a:off x="10938241" y="-8467"/>
              <a:ext cx="124991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30"/>
            <p:cNvSpPr/>
            <p:nvPr/>
          </p:nvSpPr>
          <p:spPr>
            <a:xfrm>
              <a:off x="10371840" y="3590380"/>
              <a:ext cx="1816320" cy="326762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8"/>
            <p:cNvSpPr/>
            <p:nvPr/>
          </p:nvSpPr>
          <p:spPr>
            <a:xfrm rot="10800000">
              <a:off x="0" y="174"/>
              <a:ext cx="842881" cy="5665411"/>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2650553"/>
            <a:ext cx="6421881" cy="1814743"/>
          </a:xfrm>
        </p:spPr>
        <p:txBody>
          <a:bodyPr>
            <a:noAutofit/>
          </a:bodyPr>
          <a:lstStyle>
            <a:lvl1pPr algn="r">
              <a:defRPr sz="5291">
                <a:solidFill>
                  <a:schemeClr val="accent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246077" y="4465295"/>
            <a:ext cx="6421881" cy="1209128"/>
          </a:xfrm>
        </p:spPr>
        <p:txBody>
          <a:bodyPr anchor="ct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zh-CN" altLang="en-US" dirty="0"/>
              <a:t>单击此处编辑母版副标题样式</a:t>
            </a:r>
            <a:endParaRPr lang="en-US" dirty="0"/>
          </a:p>
        </p:txBody>
      </p:sp>
      <p:sp>
        <p:nvSpPr>
          <p:cNvPr id="15"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16"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17"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FD2CA31-3326-4D25-B793-B4BEE1A1BB6D}" type="slidenum">
              <a:rPr lang="en-US"/>
              <a:pPr>
                <a:defRPr/>
              </a:pPr>
              <a:t>‹#›</a:t>
            </a:fld>
            <a:endParaRPr lang="en-US"/>
          </a:p>
        </p:txBody>
      </p:sp>
    </p:spTree>
    <p:extLst>
      <p:ext uri="{BB962C8B-B14F-4D97-AF65-F5344CB8AC3E}">
        <p14:creationId xmlns:p14="http://schemas.microsoft.com/office/powerpoint/2010/main" val="1152667597"/>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smtClean="0">
                <a:latin typeface="+mn-lt"/>
                <a:ea typeface="Droid Sans Fallback"/>
                <a:cs typeface="Droid Sans Fallback"/>
              </a:defRPr>
            </a:lvl1pPr>
          </a:lstStyle>
          <a:p>
            <a:pPr>
              <a:defRPr/>
            </a:pPr>
            <a:fld id="{60A2D592-DCAE-491B-9080-01D2E01D08A9}" type="slidenum">
              <a:rPr lang="en-US"/>
              <a:pPr>
                <a:defRPr/>
              </a:pPr>
              <a:t>‹#›</a:t>
            </a:fld>
            <a:endParaRPr lang="en-US" dirty="0"/>
          </a:p>
        </p:txBody>
      </p:sp>
    </p:spTree>
    <p:extLst>
      <p:ext uri="{BB962C8B-B14F-4D97-AF65-F5344CB8AC3E}">
        <p14:creationId xmlns:p14="http://schemas.microsoft.com/office/powerpoint/2010/main" val="1898240151"/>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2977208"/>
            <a:ext cx="7107922" cy="2013467"/>
          </a:xfrm>
        </p:spPr>
        <p:txBody>
          <a:bodyPr/>
          <a:lstStyle>
            <a:lvl1pPr algn="l">
              <a:defRPr sz="4409"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948432"/>
          </a:xfrm>
        </p:spPr>
        <p:txBody>
          <a:bodyPr anchor="ct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F0D7064-C086-4F31-B13A-58EE14B7714C}" type="slidenum">
              <a:rPr lang="en-US"/>
              <a:pPr>
                <a:defRPr/>
              </a:pPr>
              <a:t>‹#›</a:t>
            </a:fld>
            <a:endParaRPr lang="en-US"/>
          </a:p>
        </p:txBody>
      </p:sp>
    </p:spTree>
    <p:extLst>
      <p:ext uri="{BB962C8B-B14F-4D97-AF65-F5344CB8AC3E}">
        <p14:creationId xmlns:p14="http://schemas.microsoft.com/office/powerpoint/2010/main" val="2891323064"/>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60036" y="2381649"/>
            <a:ext cx="3459456" cy="427783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208503" y="2381651"/>
            <a:ext cx="3459456" cy="427783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F37FA22D-16B2-4F05-94C5-3B04B201C623}" type="slidenum">
              <a:rPr lang="en-US"/>
              <a:pPr>
                <a:defRPr/>
              </a:pPr>
              <a:t>‹#›</a:t>
            </a:fld>
            <a:endParaRPr lang="en-US"/>
          </a:p>
        </p:txBody>
      </p:sp>
    </p:spTree>
    <p:extLst>
      <p:ext uri="{BB962C8B-B14F-4D97-AF65-F5344CB8AC3E}">
        <p14:creationId xmlns:p14="http://schemas.microsoft.com/office/powerpoint/2010/main" val="821765414"/>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558722" y="2382084"/>
            <a:ext cx="3460769"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4" name="Content Placeholder 3"/>
          <p:cNvSpPr>
            <a:spLocks noGrp="1"/>
          </p:cNvSpPr>
          <p:nvPr>
            <p:ph sz="half" idx="2"/>
          </p:nvPr>
        </p:nvSpPr>
        <p:spPr>
          <a:xfrm>
            <a:off x="558722" y="3017307"/>
            <a:ext cx="3460769"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207192" y="2382084"/>
            <a:ext cx="3460765"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zh-CN" altLang="en-US"/>
              <a:t>单击此处编辑母版文本样式</a:t>
            </a:r>
          </a:p>
        </p:txBody>
      </p:sp>
      <p:sp>
        <p:nvSpPr>
          <p:cNvPr id="6" name="Content Placeholder 5"/>
          <p:cNvSpPr>
            <a:spLocks noGrp="1"/>
          </p:cNvSpPr>
          <p:nvPr>
            <p:ph sz="quarter" idx="4"/>
          </p:nvPr>
        </p:nvSpPr>
        <p:spPr>
          <a:xfrm>
            <a:off x="4207193" y="3017307"/>
            <a:ext cx="3460764" cy="364217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7"/>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8"/>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D725315-16D2-449B-B52C-518D4421A293}" type="slidenum">
              <a:rPr lang="en-US"/>
              <a:pPr>
                <a:defRPr/>
              </a:pPr>
              <a:t>‹#›</a:t>
            </a:fld>
            <a:endParaRPr lang="en-US"/>
          </a:p>
        </p:txBody>
      </p:sp>
    </p:spTree>
    <p:extLst>
      <p:ext uri="{BB962C8B-B14F-4D97-AF65-F5344CB8AC3E}">
        <p14:creationId xmlns:p14="http://schemas.microsoft.com/office/powerpoint/2010/main" val="2578313069"/>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1455937"/>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4" name="Footer Placeholder 3"/>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5" name="Slide Number Placeholder 4"/>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A579DE1-9D00-42B3-8A3A-D316FFC1131D}" type="slidenum">
              <a:rPr lang="en-US"/>
              <a:pPr>
                <a:defRPr/>
              </a:pPr>
              <a:t>‹#›</a:t>
            </a:fld>
            <a:endParaRPr lang="en-US"/>
          </a:p>
        </p:txBody>
      </p:sp>
    </p:spTree>
    <p:extLst>
      <p:ext uri="{BB962C8B-B14F-4D97-AF65-F5344CB8AC3E}">
        <p14:creationId xmlns:p14="http://schemas.microsoft.com/office/powerpoint/2010/main" val="817558546"/>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3" name="Footer Placeholder 2"/>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4" name="Slide Number Placeholder 3"/>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2702AF8-F27D-4B0D-8096-6482DAE51A80}" type="slidenum">
              <a:rPr lang="en-US"/>
              <a:pPr>
                <a:defRPr/>
              </a:pPr>
              <a:t>‹#›</a:t>
            </a:fld>
            <a:endParaRPr lang="en-US"/>
          </a:p>
        </p:txBody>
      </p:sp>
    </p:spTree>
    <p:extLst>
      <p:ext uri="{BB962C8B-B14F-4D97-AF65-F5344CB8AC3E}">
        <p14:creationId xmlns:p14="http://schemas.microsoft.com/office/powerpoint/2010/main" val="1074638963"/>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1651933"/>
            <a:ext cx="3187012" cy="1409272"/>
          </a:xfrm>
        </p:spPr>
        <p:txBody>
          <a:bodyPr anchor="b"/>
          <a:lstStyle>
            <a:lvl1pPr>
              <a:defRPr sz="2205"/>
            </a:lvl1pPr>
          </a:lstStyle>
          <a:p>
            <a:r>
              <a:rPr lang="zh-CN" altLang="en-US"/>
              <a:t>单击此处编辑母版标题样式</a:t>
            </a:r>
            <a:endParaRPr lang="en-US" dirty="0"/>
          </a:p>
        </p:txBody>
      </p:sp>
      <p:sp>
        <p:nvSpPr>
          <p:cNvPr id="3" name="Content Placeholder 2"/>
          <p:cNvSpPr>
            <a:spLocks noGrp="1"/>
          </p:cNvSpPr>
          <p:nvPr>
            <p:ph idx="1"/>
          </p:nvPr>
        </p:nvSpPr>
        <p:spPr>
          <a:xfrm>
            <a:off x="3936059" y="567610"/>
            <a:ext cx="3731899" cy="60918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560036" y="3061205"/>
            <a:ext cx="3187012" cy="2848876"/>
          </a:xfrm>
        </p:spPr>
        <p:txBody>
          <a:bodyPr/>
          <a:lstStyle>
            <a:lvl1pPr marL="0" indent="0">
              <a:buNone/>
              <a:defRPr sz="1543"/>
            </a:lvl1pPr>
            <a:lvl2pPr marL="503821" indent="0">
              <a:buNone/>
              <a:defRPr sz="1543"/>
            </a:lvl2pPr>
            <a:lvl3pPr marL="1007641" indent="0">
              <a:buNone/>
              <a:defRPr sz="1323"/>
            </a:lvl3pPr>
            <a:lvl4pPr marL="1511462" indent="0">
              <a:buNone/>
              <a:defRPr sz="1102"/>
            </a:lvl4pPr>
            <a:lvl5pPr marL="2015281" indent="0">
              <a:buNone/>
              <a:defRPr sz="1102"/>
            </a:lvl5pPr>
            <a:lvl6pPr marL="2519102" indent="0">
              <a:buNone/>
              <a:defRPr sz="1102"/>
            </a:lvl6pPr>
            <a:lvl7pPr marL="3022922" indent="0">
              <a:buNone/>
              <a:defRPr sz="1102"/>
            </a:lvl7pPr>
            <a:lvl8pPr marL="3526743" indent="0">
              <a:buNone/>
              <a:defRPr sz="1102"/>
            </a:lvl8pPr>
            <a:lvl9pPr marL="4030563" indent="0">
              <a:buNone/>
              <a:defRPr sz="110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55F2461-EE73-412C-A567-74ACF38EB5C3}" type="slidenum">
              <a:rPr lang="en-US"/>
              <a:pPr>
                <a:defRPr/>
              </a:pPr>
              <a:t>‹#›</a:t>
            </a:fld>
            <a:endParaRPr lang="en-US"/>
          </a:p>
        </p:txBody>
      </p:sp>
    </p:spTree>
    <p:extLst>
      <p:ext uri="{BB962C8B-B14F-4D97-AF65-F5344CB8AC3E}">
        <p14:creationId xmlns:p14="http://schemas.microsoft.com/office/powerpoint/2010/main" val="646387866"/>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60036" y="5291772"/>
            <a:ext cx="7107921" cy="624724"/>
          </a:xfrm>
        </p:spPr>
        <p:txBody>
          <a:bodyPr anchor="b"/>
          <a:lstStyle>
            <a:lvl1pPr algn="l">
              <a:defRPr sz="2646"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0036" y="671971"/>
            <a:ext cx="7107922" cy="4239192"/>
          </a:xfrm>
        </p:spPr>
        <p:txBody>
          <a:bodyPr anchor="t"/>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560036" y="5916496"/>
            <a:ext cx="7107921"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zh-CN" altLang="en-US"/>
              <a:t>单击此处编辑母版文本样式</a:t>
            </a:r>
          </a:p>
        </p:txBody>
      </p:sp>
      <p:sp>
        <p:nvSpPr>
          <p:cNvPr id="5" name="Date Placeholder 4"/>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5"/>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6"/>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74B35B43-D0D6-4583-B48B-8E6FF901D3DE}" type="slidenum">
              <a:rPr lang="en-US"/>
              <a:pPr>
                <a:defRPr/>
              </a:pPr>
              <a:t>‹#›</a:t>
            </a:fld>
            <a:endParaRPr lang="en-US"/>
          </a:p>
        </p:txBody>
      </p:sp>
    </p:spTree>
    <p:extLst>
      <p:ext uri="{BB962C8B-B14F-4D97-AF65-F5344CB8AC3E}">
        <p14:creationId xmlns:p14="http://schemas.microsoft.com/office/powerpoint/2010/main" val="3772047545"/>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560036" y="671971"/>
            <a:ext cx="7107922" cy="3751839"/>
          </a:xfrm>
        </p:spPr>
        <p:txBody>
          <a:bodyPr/>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8D56294F-E4B5-439C-BB6E-ECD68E0B1A42}" type="slidenum">
              <a:rPr lang="en-US"/>
              <a:pPr>
                <a:defRPr/>
              </a:pPr>
              <a:t>‹#›</a:t>
            </a:fld>
            <a:endParaRPr lang="en-US"/>
          </a:p>
        </p:txBody>
      </p:sp>
    </p:spTree>
    <p:extLst>
      <p:ext uri="{BB962C8B-B14F-4D97-AF65-F5344CB8AC3E}">
        <p14:creationId xmlns:p14="http://schemas.microsoft.com/office/powerpoint/2010/main" val="450793863"/>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5" name="TextBox 19"/>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1"/>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endParaRPr lang="en-US" dirty="0">
              <a:solidFill>
                <a:srgbClr val="4F81BD">
                  <a:lumMod val="60000"/>
                  <a:lumOff val="40000"/>
                </a:srgbClr>
              </a:solidFill>
              <a:latin typeface="Arial"/>
              <a:ea typeface="+mn-ea"/>
              <a:cs typeface="+mn-cs"/>
            </a:endParaRP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129555" y="4003828"/>
            <a:ext cx="5973402"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27788"/>
            <a:ext cx="7107922"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ACEEE570-A326-4F74-A58C-11649E2FBA1F}" type="slidenum">
              <a:rPr lang="en-US"/>
              <a:pPr>
                <a:defRPr/>
              </a:pPr>
              <a:t>‹#›</a:t>
            </a:fld>
            <a:endParaRPr lang="en-US"/>
          </a:p>
        </p:txBody>
      </p:sp>
    </p:spTree>
    <p:extLst>
      <p:ext uri="{BB962C8B-B14F-4D97-AF65-F5344CB8AC3E}">
        <p14:creationId xmlns:p14="http://schemas.microsoft.com/office/powerpoint/2010/main" val="1794999148"/>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560036" y="2129659"/>
            <a:ext cx="7107922" cy="2861014"/>
          </a:xfrm>
        </p:spPr>
        <p:txBody>
          <a:bodyPr anchor="b"/>
          <a:lstStyle>
            <a:lvl1pPr algn="l">
              <a:defRPr sz="485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59CB67D6-969B-4F27-AA47-2DF4F4E18EFF}" type="slidenum">
              <a:rPr lang="en-US"/>
              <a:pPr>
                <a:defRPr/>
              </a:pPr>
              <a:t>‹#›</a:t>
            </a:fld>
            <a:endParaRPr lang="en-US"/>
          </a:p>
        </p:txBody>
      </p:sp>
    </p:spTree>
    <p:extLst>
      <p:ext uri="{BB962C8B-B14F-4D97-AF65-F5344CB8AC3E}">
        <p14:creationId xmlns:p14="http://schemas.microsoft.com/office/powerpoint/2010/main" val="3459573754"/>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5" name="TextBox 23"/>
          <p:cNvSpPr txBox="1"/>
          <p:nvPr/>
        </p:nvSpPr>
        <p:spPr>
          <a:xfrm>
            <a:off x="447675" y="871538"/>
            <a:ext cx="504825"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6" name="TextBox 24"/>
          <p:cNvSpPr txBox="1"/>
          <p:nvPr/>
        </p:nvSpPr>
        <p:spPr>
          <a:xfrm>
            <a:off x="7353300" y="3181350"/>
            <a:ext cx="503238" cy="644525"/>
          </a:xfrm>
          <a:prstGeom prst="rect">
            <a:avLst/>
          </a:prstGeom>
        </p:spPr>
        <p:txBody>
          <a:bodyPr lIns="100796" tIns="50398" rIns="100796" bIns="50398" anchor="ctr"/>
          <a:lstStyle/>
          <a:p>
            <a:pPr defTabSz="503972" eaLnBrk="1" fontAlgn="auto" hangingPunct="1">
              <a:spcBef>
                <a:spcPts val="0"/>
              </a:spcBef>
              <a:spcAft>
                <a:spcPts val="0"/>
              </a:spcAft>
              <a:defRPr/>
            </a:pPr>
            <a:r>
              <a:rPr lang="en-US" sz="8818" dirty="0">
                <a:ln w="3175" cmpd="sng">
                  <a:noFill/>
                </a:ln>
                <a:solidFill>
                  <a:srgbClr val="4F81BD">
                    <a:lumMod val="60000"/>
                    <a:lumOff val="40000"/>
                  </a:srgbClr>
                </a:solidFill>
                <a:latin typeface="Arial"/>
                <a:ea typeface="+mn-ea"/>
                <a:cs typeface="+mn-cs"/>
              </a:rPr>
              <a:t>”</a:t>
            </a:r>
          </a:p>
        </p:txBody>
      </p:sp>
      <p:sp>
        <p:nvSpPr>
          <p:cNvPr id="2" name="Title 1"/>
          <p:cNvSpPr>
            <a:spLocks noGrp="1"/>
          </p:cNvSpPr>
          <p:nvPr>
            <p:ph type="title"/>
          </p:nvPr>
        </p:nvSpPr>
        <p:spPr>
          <a:xfrm>
            <a:off x="770048" y="671971"/>
            <a:ext cx="6692416"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7"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8"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9"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0F311E62-D5E3-4A1C-95A2-69F9436DF10A}" type="slidenum">
              <a:rPr lang="en-US"/>
              <a:pPr>
                <a:defRPr/>
              </a:pPr>
              <a:t>‹#›</a:t>
            </a:fld>
            <a:endParaRPr lang="en-US"/>
          </a:p>
        </p:txBody>
      </p:sp>
    </p:spTree>
    <p:extLst>
      <p:ext uri="{BB962C8B-B14F-4D97-AF65-F5344CB8AC3E}">
        <p14:creationId xmlns:p14="http://schemas.microsoft.com/office/powerpoint/2010/main" val="4123417028"/>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567035" y="671971"/>
            <a:ext cx="7100923" cy="3331857"/>
          </a:xfrm>
        </p:spPr>
        <p:txBody>
          <a:bodyPr/>
          <a:lstStyle>
            <a:lvl1pPr algn="l">
              <a:defRPr sz="485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560034" y="4423810"/>
            <a:ext cx="7107923"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560036" y="4990673"/>
            <a:ext cx="7107922" cy="1668810"/>
          </a:xfrm>
        </p:spPr>
        <p:txBody>
          <a:bodyPr anchor="t"/>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zh-CN" altLang="en-US"/>
              <a:t>单击此处编辑母版文本样式</a:t>
            </a:r>
          </a:p>
        </p:txBody>
      </p:sp>
      <p:sp>
        <p:nvSpPr>
          <p:cNvPr id="5" name="Date Placeholder 3"/>
          <p:cNvSpPr>
            <a:spLocks noGrp="1"/>
          </p:cNvSpPr>
          <p:nvPr>
            <p:ph type="dt" sz="half" idx="14"/>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6" name="Footer Placeholder 4"/>
          <p:cNvSpPr>
            <a:spLocks noGrp="1"/>
          </p:cNvSpPr>
          <p:nvPr>
            <p:ph type="ftr" sz="quarter" idx="15"/>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7" name="Slide Number Placeholder 5"/>
          <p:cNvSpPr>
            <a:spLocks noGrp="1"/>
          </p:cNvSpPr>
          <p:nvPr>
            <p:ph type="sldNum" sz="quarter" idx="16"/>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B41A8B98-8466-4FCB-BC50-9B4BD0791E7A}" type="slidenum">
              <a:rPr lang="en-US"/>
              <a:pPr>
                <a:defRPr/>
              </a:pPr>
              <a:t>‹#›</a:t>
            </a:fld>
            <a:endParaRPr lang="en-US"/>
          </a:p>
        </p:txBody>
      </p:sp>
    </p:spTree>
    <p:extLst>
      <p:ext uri="{BB962C8B-B14F-4D97-AF65-F5344CB8AC3E}">
        <p14:creationId xmlns:p14="http://schemas.microsoft.com/office/powerpoint/2010/main" val="3139296704"/>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C1E15F3F-83BA-4B7B-A535-45E78F804455}" type="slidenum">
              <a:rPr lang="en-US"/>
              <a:pPr>
                <a:defRPr/>
              </a:pPr>
              <a:t>‹#›</a:t>
            </a:fld>
            <a:endParaRPr lang="en-US"/>
          </a:p>
        </p:txBody>
      </p:sp>
    </p:spTree>
    <p:extLst>
      <p:ext uri="{BB962C8B-B14F-4D97-AF65-F5344CB8AC3E}">
        <p14:creationId xmlns:p14="http://schemas.microsoft.com/office/powerpoint/2010/main" val="4267829328"/>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6" y="671972"/>
            <a:ext cx="1078791" cy="5788752"/>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60037" y="671971"/>
            <a:ext cx="5837494" cy="578875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dirty="0"/>
          </a:p>
        </p:txBody>
      </p:sp>
      <p:sp>
        <p:nvSpPr>
          <p:cNvPr id="5" name="Footer Placeholder 4"/>
          <p:cNvSpPr>
            <a:spLocks noGrp="1"/>
          </p:cNvSpPr>
          <p:nvPr>
            <p:ph type="ftr" sz="quarter" idx="11"/>
          </p:nvPr>
        </p:nvSpPr>
        <p:spPr/>
        <p:txBody>
          <a:bodyPr/>
          <a:lstStyle>
            <a:lvl1pPr defTabSz="449263" eaLnBrk="0" fontAlgn="base" hangingPunct="0">
              <a:spcBef>
                <a:spcPct val="0"/>
              </a:spcBef>
              <a:spcAft>
                <a:spcPct val="0"/>
              </a:spcAft>
              <a:defRPr>
                <a:latin typeface="Arial" panose="020B0604020202020204" pitchFamily="34" charset="0"/>
                <a:ea typeface="Droid Sans Fallback"/>
                <a:cs typeface="Droid Sans Fallback"/>
              </a:defRPr>
            </a:lvl1pPr>
          </a:lstStyle>
          <a:p>
            <a:pPr>
              <a:defRPr/>
            </a:pPr>
            <a:endParaRPr lang="en-US"/>
          </a:p>
        </p:txBody>
      </p:sp>
      <p:sp>
        <p:nvSpPr>
          <p:cNvPr id="6" name="Slide Number Placeholder 5"/>
          <p:cNvSpPr>
            <a:spLocks noGrp="1"/>
          </p:cNvSpPr>
          <p:nvPr>
            <p:ph type="sldNum" sz="quarter" idx="12"/>
          </p:nvPr>
        </p:nvSpPr>
        <p:spPr/>
        <p:txBody>
          <a:bodyPr/>
          <a:lstStyle>
            <a:lvl1pPr defTabSz="449263" eaLnBrk="0" fontAlgn="base" hangingPunct="0">
              <a:spcBef>
                <a:spcPct val="0"/>
              </a:spcBef>
              <a:spcAft>
                <a:spcPct val="0"/>
              </a:spcAft>
              <a:defRPr dirty="0">
                <a:ea typeface="Droid Sans Fallback"/>
                <a:cs typeface="Droid Sans Fallback"/>
              </a:defRPr>
            </a:lvl1pPr>
          </a:lstStyle>
          <a:p>
            <a:pPr>
              <a:defRPr/>
            </a:pPr>
            <a:fld id="{6335BCF2-AADD-4EC4-8E18-AC910363DED4}" type="slidenum">
              <a:rPr lang="en-US"/>
              <a:pPr>
                <a:defRPr/>
              </a:pPr>
              <a:t>‹#›</a:t>
            </a:fld>
            <a:endParaRPr lang="en-US"/>
          </a:p>
        </p:txBody>
      </p:sp>
    </p:spTree>
    <p:extLst>
      <p:ext uri="{BB962C8B-B14F-4D97-AF65-F5344CB8AC3E}">
        <p14:creationId xmlns:p14="http://schemas.microsoft.com/office/powerpoint/2010/main" val="4261761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5.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theme" Target="../theme/theme6.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theme" Target="../theme/theme7.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theme" Target="../theme/theme8.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theme" Target="../theme/theme9.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42.xml"/><Relationship Id="rId13" Type="http://schemas.openxmlformats.org/officeDocument/2006/relationships/slideLayout" Target="../slideLayouts/slideLayout147.xml"/><Relationship Id="rId3" Type="http://schemas.openxmlformats.org/officeDocument/2006/relationships/slideLayout" Target="../slideLayouts/slideLayout137.xml"/><Relationship Id="rId7" Type="http://schemas.openxmlformats.org/officeDocument/2006/relationships/slideLayout" Target="../slideLayouts/slideLayout141.xml"/><Relationship Id="rId12" Type="http://schemas.openxmlformats.org/officeDocument/2006/relationships/slideLayout" Target="../slideLayouts/slideLayout146.xml"/><Relationship Id="rId17" Type="http://schemas.openxmlformats.org/officeDocument/2006/relationships/theme" Target="../theme/theme10.xml"/><Relationship Id="rId2" Type="http://schemas.openxmlformats.org/officeDocument/2006/relationships/slideLayout" Target="../slideLayouts/slideLayout136.xml"/><Relationship Id="rId16" Type="http://schemas.openxmlformats.org/officeDocument/2006/relationships/slideLayout" Target="../slideLayouts/slideLayout150.xml"/><Relationship Id="rId1" Type="http://schemas.openxmlformats.org/officeDocument/2006/relationships/slideLayout" Target="../slideLayouts/slideLayout135.xml"/><Relationship Id="rId6" Type="http://schemas.openxmlformats.org/officeDocument/2006/relationships/slideLayout" Target="../slideLayouts/slideLayout140.xml"/><Relationship Id="rId11" Type="http://schemas.openxmlformats.org/officeDocument/2006/relationships/slideLayout" Target="../slideLayouts/slideLayout145.xml"/><Relationship Id="rId5" Type="http://schemas.openxmlformats.org/officeDocument/2006/relationships/slideLayout" Target="../slideLayouts/slideLayout139.xml"/><Relationship Id="rId15" Type="http://schemas.openxmlformats.org/officeDocument/2006/relationships/slideLayout" Target="../slideLayouts/slideLayout149.xml"/><Relationship Id="rId10" Type="http://schemas.openxmlformats.org/officeDocument/2006/relationships/slideLayout" Target="../slideLayouts/slideLayout144.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4" Type="http://schemas.openxmlformats.org/officeDocument/2006/relationships/slideLayout" Target="../slideLayouts/slideLayout14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58.xml"/><Relationship Id="rId13" Type="http://schemas.openxmlformats.org/officeDocument/2006/relationships/slideLayout" Target="../slideLayouts/slideLayout163.xml"/><Relationship Id="rId3" Type="http://schemas.openxmlformats.org/officeDocument/2006/relationships/slideLayout" Target="../slideLayouts/slideLayout153.xml"/><Relationship Id="rId7" Type="http://schemas.openxmlformats.org/officeDocument/2006/relationships/slideLayout" Target="../slideLayouts/slideLayout157.xml"/><Relationship Id="rId12" Type="http://schemas.openxmlformats.org/officeDocument/2006/relationships/slideLayout" Target="../slideLayouts/slideLayout162.xml"/><Relationship Id="rId17" Type="http://schemas.openxmlformats.org/officeDocument/2006/relationships/theme" Target="../theme/theme11.xml"/><Relationship Id="rId2" Type="http://schemas.openxmlformats.org/officeDocument/2006/relationships/slideLayout" Target="../slideLayouts/slideLayout152.xml"/><Relationship Id="rId16" Type="http://schemas.openxmlformats.org/officeDocument/2006/relationships/slideLayout" Target="../slideLayouts/slideLayout166.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1" Type="http://schemas.openxmlformats.org/officeDocument/2006/relationships/slideLayout" Target="../slideLayouts/slideLayout161.xml"/><Relationship Id="rId5" Type="http://schemas.openxmlformats.org/officeDocument/2006/relationships/slideLayout" Target="../slideLayouts/slideLayout155.xml"/><Relationship Id="rId15" Type="http://schemas.openxmlformats.org/officeDocument/2006/relationships/slideLayout" Target="../slideLayouts/slideLayout165.xml"/><Relationship Id="rId10" Type="http://schemas.openxmlformats.org/officeDocument/2006/relationships/slideLayout" Target="../slideLayouts/slideLayout160.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slideLayout" Target="../slideLayouts/slideLayout16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74.xml"/><Relationship Id="rId13" Type="http://schemas.openxmlformats.org/officeDocument/2006/relationships/slideLayout" Target="../slideLayouts/slideLayout179.xml"/><Relationship Id="rId3" Type="http://schemas.openxmlformats.org/officeDocument/2006/relationships/slideLayout" Target="../slideLayouts/slideLayout169.xml"/><Relationship Id="rId7" Type="http://schemas.openxmlformats.org/officeDocument/2006/relationships/slideLayout" Target="../slideLayouts/slideLayout173.xml"/><Relationship Id="rId12" Type="http://schemas.openxmlformats.org/officeDocument/2006/relationships/slideLayout" Target="../slideLayouts/slideLayout178.xml"/><Relationship Id="rId17" Type="http://schemas.openxmlformats.org/officeDocument/2006/relationships/theme" Target="../theme/theme12.xml"/><Relationship Id="rId2" Type="http://schemas.openxmlformats.org/officeDocument/2006/relationships/slideLayout" Target="../slideLayouts/slideLayout168.xml"/><Relationship Id="rId16" Type="http://schemas.openxmlformats.org/officeDocument/2006/relationships/slideLayout" Target="../slideLayouts/slideLayout182.xml"/><Relationship Id="rId1" Type="http://schemas.openxmlformats.org/officeDocument/2006/relationships/slideLayout" Target="../slideLayouts/slideLayout167.xml"/><Relationship Id="rId6" Type="http://schemas.openxmlformats.org/officeDocument/2006/relationships/slideLayout" Target="../slideLayouts/slideLayout172.xml"/><Relationship Id="rId11" Type="http://schemas.openxmlformats.org/officeDocument/2006/relationships/slideLayout" Target="../slideLayouts/slideLayout177.xml"/><Relationship Id="rId5" Type="http://schemas.openxmlformats.org/officeDocument/2006/relationships/slideLayout" Target="../slideLayouts/slideLayout171.xml"/><Relationship Id="rId15" Type="http://schemas.openxmlformats.org/officeDocument/2006/relationships/slideLayout" Target="../slideLayouts/slideLayout181.xml"/><Relationship Id="rId10" Type="http://schemas.openxmlformats.org/officeDocument/2006/relationships/slideLayout" Target="../slideLayouts/slideLayout176.xml"/><Relationship Id="rId4" Type="http://schemas.openxmlformats.org/officeDocument/2006/relationships/slideLayout" Target="../slideLayouts/slideLayout170.xml"/><Relationship Id="rId9" Type="http://schemas.openxmlformats.org/officeDocument/2006/relationships/slideLayout" Target="../slideLayouts/slideLayout175.xml"/><Relationship Id="rId14" Type="http://schemas.openxmlformats.org/officeDocument/2006/relationships/slideLayout" Target="../slideLayouts/slideLayout18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13.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06.xml"/><Relationship Id="rId13" Type="http://schemas.openxmlformats.org/officeDocument/2006/relationships/slideLayout" Target="../slideLayouts/slideLayout211.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slideLayout" Target="../slideLayouts/slideLayout210.xml"/><Relationship Id="rId17" Type="http://schemas.openxmlformats.org/officeDocument/2006/relationships/theme" Target="../theme/theme14.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22.xml"/><Relationship Id="rId13" Type="http://schemas.openxmlformats.org/officeDocument/2006/relationships/slideLayout" Target="../slideLayouts/slideLayout227.xml"/><Relationship Id="rId3" Type="http://schemas.openxmlformats.org/officeDocument/2006/relationships/slideLayout" Target="../slideLayouts/slideLayout217.xml"/><Relationship Id="rId7" Type="http://schemas.openxmlformats.org/officeDocument/2006/relationships/slideLayout" Target="../slideLayouts/slideLayout221.xml"/><Relationship Id="rId12" Type="http://schemas.openxmlformats.org/officeDocument/2006/relationships/slideLayout" Target="../slideLayouts/slideLayout226.xml"/><Relationship Id="rId17" Type="http://schemas.openxmlformats.org/officeDocument/2006/relationships/theme" Target="../theme/theme15.xml"/><Relationship Id="rId2" Type="http://schemas.openxmlformats.org/officeDocument/2006/relationships/slideLayout" Target="../slideLayouts/slideLayout216.xml"/><Relationship Id="rId16" Type="http://schemas.openxmlformats.org/officeDocument/2006/relationships/slideLayout" Target="../slideLayouts/slideLayout230.xml"/><Relationship Id="rId1" Type="http://schemas.openxmlformats.org/officeDocument/2006/relationships/slideLayout" Target="../slideLayouts/slideLayout215.xml"/><Relationship Id="rId6" Type="http://schemas.openxmlformats.org/officeDocument/2006/relationships/slideLayout" Target="../slideLayouts/slideLayout220.xml"/><Relationship Id="rId11" Type="http://schemas.openxmlformats.org/officeDocument/2006/relationships/slideLayout" Target="../slideLayouts/slideLayout225.xml"/><Relationship Id="rId5" Type="http://schemas.openxmlformats.org/officeDocument/2006/relationships/slideLayout" Target="../slideLayouts/slideLayout219.xml"/><Relationship Id="rId15" Type="http://schemas.openxmlformats.org/officeDocument/2006/relationships/slideLayout" Target="../slideLayouts/slideLayout229.xml"/><Relationship Id="rId10" Type="http://schemas.openxmlformats.org/officeDocument/2006/relationships/slideLayout" Target="../slideLayouts/slideLayout224.xml"/><Relationship Id="rId4" Type="http://schemas.openxmlformats.org/officeDocument/2006/relationships/slideLayout" Target="../slideLayouts/slideLayout218.xml"/><Relationship Id="rId9" Type="http://schemas.openxmlformats.org/officeDocument/2006/relationships/slideLayout" Target="../slideLayouts/slideLayout223.xml"/><Relationship Id="rId14" Type="http://schemas.openxmlformats.org/officeDocument/2006/relationships/slideLayout" Target="../slideLayouts/slideLayout228.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238.xml"/><Relationship Id="rId13" Type="http://schemas.openxmlformats.org/officeDocument/2006/relationships/slideLayout" Target="../slideLayouts/slideLayout243.xml"/><Relationship Id="rId3" Type="http://schemas.openxmlformats.org/officeDocument/2006/relationships/slideLayout" Target="../slideLayouts/slideLayout233.xml"/><Relationship Id="rId7" Type="http://schemas.openxmlformats.org/officeDocument/2006/relationships/slideLayout" Target="../slideLayouts/slideLayout237.xml"/><Relationship Id="rId12" Type="http://schemas.openxmlformats.org/officeDocument/2006/relationships/slideLayout" Target="../slideLayouts/slideLayout242.xml"/><Relationship Id="rId17" Type="http://schemas.openxmlformats.org/officeDocument/2006/relationships/theme" Target="../theme/theme16.xml"/><Relationship Id="rId2" Type="http://schemas.openxmlformats.org/officeDocument/2006/relationships/slideLayout" Target="../slideLayouts/slideLayout232.xml"/><Relationship Id="rId16" Type="http://schemas.openxmlformats.org/officeDocument/2006/relationships/slideLayout" Target="../slideLayouts/slideLayout246.xml"/><Relationship Id="rId1" Type="http://schemas.openxmlformats.org/officeDocument/2006/relationships/slideLayout" Target="../slideLayouts/slideLayout231.xml"/><Relationship Id="rId6" Type="http://schemas.openxmlformats.org/officeDocument/2006/relationships/slideLayout" Target="../slideLayouts/slideLayout236.xml"/><Relationship Id="rId11" Type="http://schemas.openxmlformats.org/officeDocument/2006/relationships/slideLayout" Target="../slideLayouts/slideLayout241.xml"/><Relationship Id="rId5" Type="http://schemas.openxmlformats.org/officeDocument/2006/relationships/slideLayout" Target="../slideLayouts/slideLayout235.xml"/><Relationship Id="rId15" Type="http://schemas.openxmlformats.org/officeDocument/2006/relationships/slideLayout" Target="../slideLayouts/slideLayout245.xml"/><Relationship Id="rId10" Type="http://schemas.openxmlformats.org/officeDocument/2006/relationships/slideLayout" Target="../slideLayouts/slideLayout240.xml"/><Relationship Id="rId4" Type="http://schemas.openxmlformats.org/officeDocument/2006/relationships/slideLayout" Target="../slideLayouts/slideLayout234.xml"/><Relationship Id="rId9" Type="http://schemas.openxmlformats.org/officeDocument/2006/relationships/slideLayout" Target="../slideLayouts/slideLayout239.xml"/><Relationship Id="rId14" Type="http://schemas.openxmlformats.org/officeDocument/2006/relationships/slideLayout" Target="../slideLayouts/slideLayout24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54.xml"/><Relationship Id="rId13" Type="http://schemas.openxmlformats.org/officeDocument/2006/relationships/slideLayout" Target="../slideLayouts/slideLayout259.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slideLayout" Target="../slideLayouts/slideLayout258.xml"/><Relationship Id="rId17" Type="http://schemas.openxmlformats.org/officeDocument/2006/relationships/theme" Target="../theme/theme17.xml"/><Relationship Id="rId2" Type="http://schemas.openxmlformats.org/officeDocument/2006/relationships/slideLayout" Target="../slideLayouts/slideLayout248.xml"/><Relationship Id="rId16" Type="http://schemas.openxmlformats.org/officeDocument/2006/relationships/slideLayout" Target="../slideLayouts/slideLayout262.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5" Type="http://schemas.openxmlformats.org/officeDocument/2006/relationships/slideLayout" Target="../slideLayouts/slideLayout26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 Id="rId14" Type="http://schemas.openxmlformats.org/officeDocument/2006/relationships/slideLayout" Target="../slideLayouts/slideLayout26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70.xml"/><Relationship Id="rId13" Type="http://schemas.openxmlformats.org/officeDocument/2006/relationships/slideLayout" Target="../slideLayouts/slideLayout275.xml"/><Relationship Id="rId3" Type="http://schemas.openxmlformats.org/officeDocument/2006/relationships/slideLayout" Target="../slideLayouts/slideLayout265.xml"/><Relationship Id="rId7" Type="http://schemas.openxmlformats.org/officeDocument/2006/relationships/slideLayout" Target="../slideLayouts/slideLayout269.xml"/><Relationship Id="rId12" Type="http://schemas.openxmlformats.org/officeDocument/2006/relationships/slideLayout" Target="../slideLayouts/slideLayout274.xml"/><Relationship Id="rId17" Type="http://schemas.openxmlformats.org/officeDocument/2006/relationships/theme" Target="../theme/theme18.xml"/><Relationship Id="rId2" Type="http://schemas.openxmlformats.org/officeDocument/2006/relationships/slideLayout" Target="../slideLayouts/slideLayout264.xml"/><Relationship Id="rId16" Type="http://schemas.openxmlformats.org/officeDocument/2006/relationships/slideLayout" Target="../slideLayouts/slideLayout278.xml"/><Relationship Id="rId1" Type="http://schemas.openxmlformats.org/officeDocument/2006/relationships/slideLayout" Target="../slideLayouts/slideLayout263.xml"/><Relationship Id="rId6" Type="http://schemas.openxmlformats.org/officeDocument/2006/relationships/slideLayout" Target="../slideLayouts/slideLayout268.xml"/><Relationship Id="rId11" Type="http://schemas.openxmlformats.org/officeDocument/2006/relationships/slideLayout" Target="../slideLayouts/slideLayout273.xml"/><Relationship Id="rId5" Type="http://schemas.openxmlformats.org/officeDocument/2006/relationships/slideLayout" Target="../slideLayouts/slideLayout267.xml"/><Relationship Id="rId15" Type="http://schemas.openxmlformats.org/officeDocument/2006/relationships/slideLayout" Target="../slideLayouts/slideLayout277.xml"/><Relationship Id="rId10" Type="http://schemas.openxmlformats.org/officeDocument/2006/relationships/slideLayout" Target="../slideLayouts/slideLayout272.xml"/><Relationship Id="rId4" Type="http://schemas.openxmlformats.org/officeDocument/2006/relationships/slideLayout" Target="../slideLayouts/slideLayout266.xml"/><Relationship Id="rId9" Type="http://schemas.openxmlformats.org/officeDocument/2006/relationships/slideLayout" Target="../slideLayouts/slideLayout271.xml"/><Relationship Id="rId14" Type="http://schemas.openxmlformats.org/officeDocument/2006/relationships/slideLayout" Target="../slideLayouts/slideLayout27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86.xml"/><Relationship Id="rId13" Type="http://schemas.openxmlformats.org/officeDocument/2006/relationships/slideLayout" Target="../slideLayouts/slideLayout291.xml"/><Relationship Id="rId3" Type="http://schemas.openxmlformats.org/officeDocument/2006/relationships/slideLayout" Target="../slideLayouts/slideLayout281.xml"/><Relationship Id="rId7" Type="http://schemas.openxmlformats.org/officeDocument/2006/relationships/slideLayout" Target="../slideLayouts/slideLayout285.xml"/><Relationship Id="rId12" Type="http://schemas.openxmlformats.org/officeDocument/2006/relationships/slideLayout" Target="../slideLayouts/slideLayout290.xml"/><Relationship Id="rId17" Type="http://schemas.openxmlformats.org/officeDocument/2006/relationships/theme" Target="../theme/theme19.xml"/><Relationship Id="rId2" Type="http://schemas.openxmlformats.org/officeDocument/2006/relationships/slideLayout" Target="../slideLayouts/slideLayout280.xml"/><Relationship Id="rId16" Type="http://schemas.openxmlformats.org/officeDocument/2006/relationships/slideLayout" Target="../slideLayouts/slideLayout294.xml"/><Relationship Id="rId1" Type="http://schemas.openxmlformats.org/officeDocument/2006/relationships/slideLayout" Target="../slideLayouts/slideLayout279.xml"/><Relationship Id="rId6" Type="http://schemas.openxmlformats.org/officeDocument/2006/relationships/slideLayout" Target="../slideLayouts/slideLayout284.xml"/><Relationship Id="rId11" Type="http://schemas.openxmlformats.org/officeDocument/2006/relationships/slideLayout" Target="../slideLayouts/slideLayout289.xml"/><Relationship Id="rId5" Type="http://schemas.openxmlformats.org/officeDocument/2006/relationships/slideLayout" Target="../slideLayouts/slideLayout283.xml"/><Relationship Id="rId15" Type="http://schemas.openxmlformats.org/officeDocument/2006/relationships/slideLayout" Target="../slideLayouts/slideLayout293.xml"/><Relationship Id="rId10" Type="http://schemas.openxmlformats.org/officeDocument/2006/relationships/slideLayout" Target="../slideLayouts/slideLayout288.xml"/><Relationship Id="rId4" Type="http://schemas.openxmlformats.org/officeDocument/2006/relationships/slideLayout" Target="../slideLayouts/slideLayout282.xml"/><Relationship Id="rId9" Type="http://schemas.openxmlformats.org/officeDocument/2006/relationships/slideLayout" Target="../slideLayouts/slideLayout287.xml"/><Relationship Id="rId14" Type="http://schemas.openxmlformats.org/officeDocument/2006/relationships/slideLayout" Target="../slideLayouts/slideLayout292.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302.xml"/><Relationship Id="rId13" Type="http://schemas.openxmlformats.org/officeDocument/2006/relationships/slideLayout" Target="../slideLayouts/slideLayout307.xml"/><Relationship Id="rId3" Type="http://schemas.openxmlformats.org/officeDocument/2006/relationships/slideLayout" Target="../slideLayouts/slideLayout297.xml"/><Relationship Id="rId7" Type="http://schemas.openxmlformats.org/officeDocument/2006/relationships/slideLayout" Target="../slideLayouts/slideLayout301.xml"/><Relationship Id="rId12" Type="http://schemas.openxmlformats.org/officeDocument/2006/relationships/slideLayout" Target="../slideLayouts/slideLayout306.xml"/><Relationship Id="rId17" Type="http://schemas.openxmlformats.org/officeDocument/2006/relationships/theme" Target="../theme/theme20.xml"/><Relationship Id="rId2" Type="http://schemas.openxmlformats.org/officeDocument/2006/relationships/slideLayout" Target="../slideLayouts/slideLayout296.xml"/><Relationship Id="rId16" Type="http://schemas.openxmlformats.org/officeDocument/2006/relationships/slideLayout" Target="../slideLayouts/slideLayout310.xml"/><Relationship Id="rId1" Type="http://schemas.openxmlformats.org/officeDocument/2006/relationships/slideLayout" Target="../slideLayouts/slideLayout295.xml"/><Relationship Id="rId6" Type="http://schemas.openxmlformats.org/officeDocument/2006/relationships/slideLayout" Target="../slideLayouts/slideLayout300.xml"/><Relationship Id="rId11" Type="http://schemas.openxmlformats.org/officeDocument/2006/relationships/slideLayout" Target="../slideLayouts/slideLayout305.xml"/><Relationship Id="rId5" Type="http://schemas.openxmlformats.org/officeDocument/2006/relationships/slideLayout" Target="../slideLayouts/slideLayout299.xml"/><Relationship Id="rId15" Type="http://schemas.openxmlformats.org/officeDocument/2006/relationships/slideLayout" Target="../slideLayouts/slideLayout309.xml"/><Relationship Id="rId10" Type="http://schemas.openxmlformats.org/officeDocument/2006/relationships/slideLayout" Target="../slideLayouts/slideLayout304.xml"/><Relationship Id="rId4" Type="http://schemas.openxmlformats.org/officeDocument/2006/relationships/slideLayout" Target="../slideLayouts/slideLayout298.xml"/><Relationship Id="rId9" Type="http://schemas.openxmlformats.org/officeDocument/2006/relationships/slideLayout" Target="../slideLayouts/slideLayout303.xml"/><Relationship Id="rId14" Type="http://schemas.openxmlformats.org/officeDocument/2006/relationships/slideLayout" Target="../slideLayouts/slideLayout308.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318.xml"/><Relationship Id="rId13" Type="http://schemas.openxmlformats.org/officeDocument/2006/relationships/slideLayout" Target="../slideLayouts/slideLayout323.xml"/><Relationship Id="rId3" Type="http://schemas.openxmlformats.org/officeDocument/2006/relationships/slideLayout" Target="../slideLayouts/slideLayout313.xml"/><Relationship Id="rId7" Type="http://schemas.openxmlformats.org/officeDocument/2006/relationships/slideLayout" Target="../slideLayouts/slideLayout317.xml"/><Relationship Id="rId12" Type="http://schemas.openxmlformats.org/officeDocument/2006/relationships/slideLayout" Target="../slideLayouts/slideLayout322.xml"/><Relationship Id="rId17" Type="http://schemas.openxmlformats.org/officeDocument/2006/relationships/theme" Target="../theme/theme21.xml"/><Relationship Id="rId2" Type="http://schemas.openxmlformats.org/officeDocument/2006/relationships/slideLayout" Target="../slideLayouts/slideLayout312.xml"/><Relationship Id="rId16" Type="http://schemas.openxmlformats.org/officeDocument/2006/relationships/slideLayout" Target="../slideLayouts/slideLayout326.xml"/><Relationship Id="rId1" Type="http://schemas.openxmlformats.org/officeDocument/2006/relationships/slideLayout" Target="../slideLayouts/slideLayout311.xml"/><Relationship Id="rId6" Type="http://schemas.openxmlformats.org/officeDocument/2006/relationships/slideLayout" Target="../slideLayouts/slideLayout316.xml"/><Relationship Id="rId11" Type="http://schemas.openxmlformats.org/officeDocument/2006/relationships/slideLayout" Target="../slideLayouts/slideLayout321.xml"/><Relationship Id="rId5" Type="http://schemas.openxmlformats.org/officeDocument/2006/relationships/slideLayout" Target="../slideLayouts/slideLayout315.xml"/><Relationship Id="rId15" Type="http://schemas.openxmlformats.org/officeDocument/2006/relationships/slideLayout" Target="../slideLayouts/slideLayout325.xml"/><Relationship Id="rId10" Type="http://schemas.openxmlformats.org/officeDocument/2006/relationships/slideLayout" Target="../slideLayouts/slideLayout320.xml"/><Relationship Id="rId4" Type="http://schemas.openxmlformats.org/officeDocument/2006/relationships/slideLayout" Target="../slideLayouts/slideLayout314.xml"/><Relationship Id="rId9" Type="http://schemas.openxmlformats.org/officeDocument/2006/relationships/slideLayout" Target="../slideLayouts/slideLayout319.xml"/><Relationship Id="rId14" Type="http://schemas.openxmlformats.org/officeDocument/2006/relationships/slideLayout" Target="../slideLayouts/slideLayout324.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334.xml"/><Relationship Id="rId13" Type="http://schemas.openxmlformats.org/officeDocument/2006/relationships/slideLayout" Target="../slideLayouts/slideLayout339.xml"/><Relationship Id="rId3" Type="http://schemas.openxmlformats.org/officeDocument/2006/relationships/slideLayout" Target="../slideLayouts/slideLayout329.xml"/><Relationship Id="rId7" Type="http://schemas.openxmlformats.org/officeDocument/2006/relationships/slideLayout" Target="../slideLayouts/slideLayout333.xml"/><Relationship Id="rId12" Type="http://schemas.openxmlformats.org/officeDocument/2006/relationships/slideLayout" Target="../slideLayouts/slideLayout338.xml"/><Relationship Id="rId17" Type="http://schemas.openxmlformats.org/officeDocument/2006/relationships/theme" Target="../theme/theme22.xml"/><Relationship Id="rId2" Type="http://schemas.openxmlformats.org/officeDocument/2006/relationships/slideLayout" Target="../slideLayouts/slideLayout328.xml"/><Relationship Id="rId16" Type="http://schemas.openxmlformats.org/officeDocument/2006/relationships/slideLayout" Target="../slideLayouts/slideLayout342.xml"/><Relationship Id="rId1" Type="http://schemas.openxmlformats.org/officeDocument/2006/relationships/slideLayout" Target="../slideLayouts/slideLayout327.xml"/><Relationship Id="rId6" Type="http://schemas.openxmlformats.org/officeDocument/2006/relationships/slideLayout" Target="../slideLayouts/slideLayout332.xml"/><Relationship Id="rId11" Type="http://schemas.openxmlformats.org/officeDocument/2006/relationships/slideLayout" Target="../slideLayouts/slideLayout337.xml"/><Relationship Id="rId5" Type="http://schemas.openxmlformats.org/officeDocument/2006/relationships/slideLayout" Target="../slideLayouts/slideLayout331.xml"/><Relationship Id="rId15" Type="http://schemas.openxmlformats.org/officeDocument/2006/relationships/slideLayout" Target="../slideLayouts/slideLayout341.xml"/><Relationship Id="rId10" Type="http://schemas.openxmlformats.org/officeDocument/2006/relationships/slideLayout" Target="../slideLayouts/slideLayout336.xml"/><Relationship Id="rId4" Type="http://schemas.openxmlformats.org/officeDocument/2006/relationships/slideLayout" Target="../slideLayouts/slideLayout330.xml"/><Relationship Id="rId9" Type="http://schemas.openxmlformats.org/officeDocument/2006/relationships/slideLayout" Target="../slideLayouts/slideLayout335.xml"/><Relationship Id="rId14" Type="http://schemas.openxmlformats.org/officeDocument/2006/relationships/slideLayout" Target="../slideLayouts/slideLayout340.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350.xml"/><Relationship Id="rId13" Type="http://schemas.openxmlformats.org/officeDocument/2006/relationships/slideLayout" Target="../slideLayouts/slideLayout355.xml"/><Relationship Id="rId3" Type="http://schemas.openxmlformats.org/officeDocument/2006/relationships/slideLayout" Target="../slideLayouts/slideLayout345.xml"/><Relationship Id="rId7" Type="http://schemas.openxmlformats.org/officeDocument/2006/relationships/slideLayout" Target="../slideLayouts/slideLayout349.xml"/><Relationship Id="rId12" Type="http://schemas.openxmlformats.org/officeDocument/2006/relationships/slideLayout" Target="../slideLayouts/slideLayout354.xml"/><Relationship Id="rId17" Type="http://schemas.openxmlformats.org/officeDocument/2006/relationships/theme" Target="../theme/theme23.xml"/><Relationship Id="rId2" Type="http://schemas.openxmlformats.org/officeDocument/2006/relationships/slideLayout" Target="../slideLayouts/slideLayout344.xml"/><Relationship Id="rId16" Type="http://schemas.openxmlformats.org/officeDocument/2006/relationships/slideLayout" Target="../slideLayouts/slideLayout358.xml"/><Relationship Id="rId1" Type="http://schemas.openxmlformats.org/officeDocument/2006/relationships/slideLayout" Target="../slideLayouts/slideLayout343.xml"/><Relationship Id="rId6" Type="http://schemas.openxmlformats.org/officeDocument/2006/relationships/slideLayout" Target="../slideLayouts/slideLayout348.xml"/><Relationship Id="rId11" Type="http://schemas.openxmlformats.org/officeDocument/2006/relationships/slideLayout" Target="../slideLayouts/slideLayout353.xml"/><Relationship Id="rId5" Type="http://schemas.openxmlformats.org/officeDocument/2006/relationships/slideLayout" Target="../slideLayouts/slideLayout347.xml"/><Relationship Id="rId15" Type="http://schemas.openxmlformats.org/officeDocument/2006/relationships/slideLayout" Target="../slideLayouts/slideLayout357.xml"/><Relationship Id="rId10" Type="http://schemas.openxmlformats.org/officeDocument/2006/relationships/slideLayout" Target="../slideLayouts/slideLayout352.xml"/><Relationship Id="rId4" Type="http://schemas.openxmlformats.org/officeDocument/2006/relationships/slideLayout" Target="../slideLayouts/slideLayout346.xml"/><Relationship Id="rId9" Type="http://schemas.openxmlformats.org/officeDocument/2006/relationships/slideLayout" Target="../slideLayouts/slideLayout351.xml"/><Relationship Id="rId14" Type="http://schemas.openxmlformats.org/officeDocument/2006/relationships/slideLayout" Target="../slideLayouts/slideLayout356.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66.xml"/><Relationship Id="rId13" Type="http://schemas.openxmlformats.org/officeDocument/2006/relationships/slideLayout" Target="../slideLayouts/slideLayout371.xml"/><Relationship Id="rId3" Type="http://schemas.openxmlformats.org/officeDocument/2006/relationships/slideLayout" Target="../slideLayouts/slideLayout361.xml"/><Relationship Id="rId7" Type="http://schemas.openxmlformats.org/officeDocument/2006/relationships/slideLayout" Target="../slideLayouts/slideLayout365.xml"/><Relationship Id="rId12" Type="http://schemas.openxmlformats.org/officeDocument/2006/relationships/slideLayout" Target="../slideLayouts/slideLayout370.xml"/><Relationship Id="rId17" Type="http://schemas.openxmlformats.org/officeDocument/2006/relationships/theme" Target="../theme/theme24.xml"/><Relationship Id="rId2" Type="http://schemas.openxmlformats.org/officeDocument/2006/relationships/slideLayout" Target="../slideLayouts/slideLayout360.xml"/><Relationship Id="rId16" Type="http://schemas.openxmlformats.org/officeDocument/2006/relationships/slideLayout" Target="../slideLayouts/slideLayout374.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1" Type="http://schemas.openxmlformats.org/officeDocument/2006/relationships/slideLayout" Target="../slideLayouts/slideLayout369.xml"/><Relationship Id="rId5" Type="http://schemas.openxmlformats.org/officeDocument/2006/relationships/slideLayout" Target="../slideLayouts/slideLayout363.xml"/><Relationship Id="rId15" Type="http://schemas.openxmlformats.org/officeDocument/2006/relationships/slideLayout" Target="../slideLayouts/slideLayout373.xml"/><Relationship Id="rId10" Type="http://schemas.openxmlformats.org/officeDocument/2006/relationships/slideLayout" Target="../slideLayouts/slideLayout368.xml"/><Relationship Id="rId4" Type="http://schemas.openxmlformats.org/officeDocument/2006/relationships/slideLayout" Target="../slideLayouts/slideLayout362.xml"/><Relationship Id="rId9" Type="http://schemas.openxmlformats.org/officeDocument/2006/relationships/slideLayout" Target="../slideLayouts/slideLayout367.xml"/><Relationship Id="rId14" Type="http://schemas.openxmlformats.org/officeDocument/2006/relationships/slideLayout" Target="../slideLayouts/slideLayout372.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82.xml"/><Relationship Id="rId13" Type="http://schemas.openxmlformats.org/officeDocument/2006/relationships/slideLayout" Target="../slideLayouts/slideLayout387.xml"/><Relationship Id="rId3" Type="http://schemas.openxmlformats.org/officeDocument/2006/relationships/slideLayout" Target="../slideLayouts/slideLayout377.xml"/><Relationship Id="rId7" Type="http://schemas.openxmlformats.org/officeDocument/2006/relationships/slideLayout" Target="../slideLayouts/slideLayout381.xml"/><Relationship Id="rId12" Type="http://schemas.openxmlformats.org/officeDocument/2006/relationships/slideLayout" Target="../slideLayouts/slideLayout386.xml"/><Relationship Id="rId17" Type="http://schemas.openxmlformats.org/officeDocument/2006/relationships/theme" Target="../theme/theme25.xml"/><Relationship Id="rId2" Type="http://schemas.openxmlformats.org/officeDocument/2006/relationships/slideLayout" Target="../slideLayouts/slideLayout376.xml"/><Relationship Id="rId16" Type="http://schemas.openxmlformats.org/officeDocument/2006/relationships/slideLayout" Target="../slideLayouts/slideLayout390.xml"/><Relationship Id="rId1" Type="http://schemas.openxmlformats.org/officeDocument/2006/relationships/slideLayout" Target="../slideLayouts/slideLayout375.xml"/><Relationship Id="rId6" Type="http://schemas.openxmlformats.org/officeDocument/2006/relationships/slideLayout" Target="../slideLayouts/slideLayout380.xml"/><Relationship Id="rId11" Type="http://schemas.openxmlformats.org/officeDocument/2006/relationships/slideLayout" Target="../slideLayouts/slideLayout385.xml"/><Relationship Id="rId5" Type="http://schemas.openxmlformats.org/officeDocument/2006/relationships/slideLayout" Target="../slideLayouts/slideLayout379.xml"/><Relationship Id="rId15" Type="http://schemas.openxmlformats.org/officeDocument/2006/relationships/slideLayout" Target="../slideLayouts/slideLayout389.xml"/><Relationship Id="rId10" Type="http://schemas.openxmlformats.org/officeDocument/2006/relationships/slideLayout" Target="../slideLayouts/slideLayout384.xml"/><Relationship Id="rId4" Type="http://schemas.openxmlformats.org/officeDocument/2006/relationships/slideLayout" Target="../slideLayouts/slideLayout378.xml"/><Relationship Id="rId9" Type="http://schemas.openxmlformats.org/officeDocument/2006/relationships/slideLayout" Target="../slideLayouts/slideLayout383.xml"/><Relationship Id="rId14" Type="http://schemas.openxmlformats.org/officeDocument/2006/relationships/slideLayout" Target="../slideLayouts/slideLayout388.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98.xml"/><Relationship Id="rId13" Type="http://schemas.openxmlformats.org/officeDocument/2006/relationships/slideLayout" Target="../slideLayouts/slideLayout403.xml"/><Relationship Id="rId3" Type="http://schemas.openxmlformats.org/officeDocument/2006/relationships/slideLayout" Target="../slideLayouts/slideLayout393.xml"/><Relationship Id="rId7" Type="http://schemas.openxmlformats.org/officeDocument/2006/relationships/slideLayout" Target="../slideLayouts/slideLayout397.xml"/><Relationship Id="rId12" Type="http://schemas.openxmlformats.org/officeDocument/2006/relationships/slideLayout" Target="../slideLayouts/slideLayout402.xml"/><Relationship Id="rId17" Type="http://schemas.openxmlformats.org/officeDocument/2006/relationships/theme" Target="../theme/theme26.xml"/><Relationship Id="rId2" Type="http://schemas.openxmlformats.org/officeDocument/2006/relationships/slideLayout" Target="../slideLayouts/slideLayout392.xml"/><Relationship Id="rId16" Type="http://schemas.openxmlformats.org/officeDocument/2006/relationships/slideLayout" Target="../slideLayouts/slideLayout406.xml"/><Relationship Id="rId1" Type="http://schemas.openxmlformats.org/officeDocument/2006/relationships/slideLayout" Target="../slideLayouts/slideLayout391.xml"/><Relationship Id="rId6" Type="http://schemas.openxmlformats.org/officeDocument/2006/relationships/slideLayout" Target="../slideLayouts/slideLayout396.xml"/><Relationship Id="rId11" Type="http://schemas.openxmlformats.org/officeDocument/2006/relationships/slideLayout" Target="../slideLayouts/slideLayout401.xml"/><Relationship Id="rId5" Type="http://schemas.openxmlformats.org/officeDocument/2006/relationships/slideLayout" Target="../slideLayouts/slideLayout395.xml"/><Relationship Id="rId15" Type="http://schemas.openxmlformats.org/officeDocument/2006/relationships/slideLayout" Target="../slideLayouts/slideLayout405.xml"/><Relationship Id="rId10" Type="http://schemas.openxmlformats.org/officeDocument/2006/relationships/slideLayout" Target="../slideLayouts/slideLayout400.xml"/><Relationship Id="rId4" Type="http://schemas.openxmlformats.org/officeDocument/2006/relationships/slideLayout" Target="../slideLayouts/slideLayout394.xml"/><Relationship Id="rId9" Type="http://schemas.openxmlformats.org/officeDocument/2006/relationships/slideLayout" Target="../slideLayouts/slideLayout399.xml"/><Relationship Id="rId14" Type="http://schemas.openxmlformats.org/officeDocument/2006/relationships/slideLayout" Target="../slideLayouts/slideLayout404.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414.xml"/><Relationship Id="rId13" Type="http://schemas.openxmlformats.org/officeDocument/2006/relationships/slideLayout" Target="../slideLayouts/slideLayout419.xml"/><Relationship Id="rId3" Type="http://schemas.openxmlformats.org/officeDocument/2006/relationships/slideLayout" Target="../slideLayouts/slideLayout409.xml"/><Relationship Id="rId7" Type="http://schemas.openxmlformats.org/officeDocument/2006/relationships/slideLayout" Target="../slideLayouts/slideLayout413.xml"/><Relationship Id="rId12" Type="http://schemas.openxmlformats.org/officeDocument/2006/relationships/slideLayout" Target="../slideLayouts/slideLayout418.xml"/><Relationship Id="rId17" Type="http://schemas.openxmlformats.org/officeDocument/2006/relationships/theme" Target="../theme/theme27.xml"/><Relationship Id="rId2" Type="http://schemas.openxmlformats.org/officeDocument/2006/relationships/slideLayout" Target="../slideLayouts/slideLayout408.xml"/><Relationship Id="rId16" Type="http://schemas.openxmlformats.org/officeDocument/2006/relationships/slideLayout" Target="../slideLayouts/slideLayout422.xml"/><Relationship Id="rId1" Type="http://schemas.openxmlformats.org/officeDocument/2006/relationships/slideLayout" Target="../slideLayouts/slideLayout407.xml"/><Relationship Id="rId6" Type="http://schemas.openxmlformats.org/officeDocument/2006/relationships/slideLayout" Target="../slideLayouts/slideLayout412.xml"/><Relationship Id="rId11" Type="http://schemas.openxmlformats.org/officeDocument/2006/relationships/slideLayout" Target="../slideLayouts/slideLayout417.xml"/><Relationship Id="rId5" Type="http://schemas.openxmlformats.org/officeDocument/2006/relationships/slideLayout" Target="../slideLayouts/slideLayout411.xml"/><Relationship Id="rId15" Type="http://schemas.openxmlformats.org/officeDocument/2006/relationships/slideLayout" Target="../slideLayouts/slideLayout421.xml"/><Relationship Id="rId10" Type="http://schemas.openxmlformats.org/officeDocument/2006/relationships/slideLayout" Target="../slideLayouts/slideLayout416.xml"/><Relationship Id="rId4" Type="http://schemas.openxmlformats.org/officeDocument/2006/relationships/slideLayout" Target="../slideLayouts/slideLayout410.xml"/><Relationship Id="rId9" Type="http://schemas.openxmlformats.org/officeDocument/2006/relationships/slideLayout" Target="../slideLayouts/slideLayout415.xml"/><Relationship Id="rId14" Type="http://schemas.openxmlformats.org/officeDocument/2006/relationships/slideLayout" Target="../slideLayouts/slideLayout420.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430.xml"/><Relationship Id="rId13" Type="http://schemas.openxmlformats.org/officeDocument/2006/relationships/slideLayout" Target="../slideLayouts/slideLayout435.xml"/><Relationship Id="rId3" Type="http://schemas.openxmlformats.org/officeDocument/2006/relationships/slideLayout" Target="../slideLayouts/slideLayout425.xml"/><Relationship Id="rId7" Type="http://schemas.openxmlformats.org/officeDocument/2006/relationships/slideLayout" Target="../slideLayouts/slideLayout429.xml"/><Relationship Id="rId12" Type="http://schemas.openxmlformats.org/officeDocument/2006/relationships/slideLayout" Target="../slideLayouts/slideLayout434.xml"/><Relationship Id="rId17" Type="http://schemas.openxmlformats.org/officeDocument/2006/relationships/theme" Target="../theme/theme28.xml"/><Relationship Id="rId2" Type="http://schemas.openxmlformats.org/officeDocument/2006/relationships/slideLayout" Target="../slideLayouts/slideLayout424.xml"/><Relationship Id="rId16" Type="http://schemas.openxmlformats.org/officeDocument/2006/relationships/slideLayout" Target="../slideLayouts/slideLayout438.xml"/><Relationship Id="rId1" Type="http://schemas.openxmlformats.org/officeDocument/2006/relationships/slideLayout" Target="../slideLayouts/slideLayout423.xml"/><Relationship Id="rId6" Type="http://schemas.openxmlformats.org/officeDocument/2006/relationships/slideLayout" Target="../slideLayouts/slideLayout428.xml"/><Relationship Id="rId11" Type="http://schemas.openxmlformats.org/officeDocument/2006/relationships/slideLayout" Target="../slideLayouts/slideLayout433.xml"/><Relationship Id="rId5" Type="http://schemas.openxmlformats.org/officeDocument/2006/relationships/slideLayout" Target="../slideLayouts/slideLayout427.xml"/><Relationship Id="rId15" Type="http://schemas.openxmlformats.org/officeDocument/2006/relationships/slideLayout" Target="../slideLayouts/slideLayout437.xml"/><Relationship Id="rId10" Type="http://schemas.openxmlformats.org/officeDocument/2006/relationships/slideLayout" Target="../slideLayouts/slideLayout432.xml"/><Relationship Id="rId4" Type="http://schemas.openxmlformats.org/officeDocument/2006/relationships/slideLayout" Target="../slideLayouts/slideLayout426.xml"/><Relationship Id="rId9" Type="http://schemas.openxmlformats.org/officeDocument/2006/relationships/slideLayout" Target="../slideLayouts/slideLayout431.xml"/><Relationship Id="rId14" Type="http://schemas.openxmlformats.org/officeDocument/2006/relationships/slideLayout" Target="../slideLayouts/slideLayout4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1026" name="AutoShape 2"/>
          <p:cNvSpPr>
            <a:spLocks noChangeArrowheads="1"/>
          </p:cNvSpPr>
          <p:nvPr/>
        </p:nvSpPr>
        <p:spPr bwMode="auto">
          <a:xfrm>
            <a:off x="144463" y="161925"/>
            <a:ext cx="9791700" cy="6613525"/>
          </a:xfrm>
          <a:prstGeom prst="roundRect">
            <a:avLst>
              <a:gd name="adj" fmla="val 2810"/>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1027" name="Rectangle 3"/>
          <p:cNvSpPr>
            <a:spLocks noGrp="1" noChangeArrowheads="1"/>
          </p:cNvSpPr>
          <p:nvPr>
            <p:ph type="title" idx="4294967295"/>
          </p:nvPr>
        </p:nvSpPr>
        <p:spPr bwMode="auto">
          <a:xfrm>
            <a:off x="503238" y="301625"/>
            <a:ext cx="7847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1028" name="Rectangle 4"/>
          <p:cNvSpPr>
            <a:spLocks noGrp="1" noChangeArrowheads="1"/>
          </p:cNvSpPr>
          <p:nvPr>
            <p:ph type="body" idx="4294967295"/>
          </p:nvPr>
        </p:nvSpPr>
        <p:spPr bwMode="auto">
          <a:xfrm>
            <a:off x="503238" y="1728788"/>
            <a:ext cx="9069387"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2680"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1029" name="Rectangle 5"/>
          <p:cNvSpPr>
            <a:spLocks noGrp="1"/>
          </p:cNvSpPr>
          <p:nvPr>
            <p:ph type="dt"/>
          </p:nvPr>
        </p:nvSpPr>
        <p:spPr>
          <a:xfrm>
            <a:off x="144463" y="6886575"/>
            <a:ext cx="3094037" cy="519113"/>
          </a:xfrm>
          <a:prstGeom prst="rect">
            <a:avLst/>
          </a:prstGeom>
          <a:noFill/>
          <a:ln w="9525">
            <a:noFill/>
            <a:miter/>
          </a:ln>
        </p:spPr>
        <p:txBody>
          <a:bodyPr lIns="0" tIns="0" rIns="0" bIns="0"/>
          <a:lstStyle>
            <a:lvl1pPr eaLnBrk="1" hangingPunct="1">
              <a:lnSpc>
                <a:spcPct val="116000"/>
              </a:lnSpc>
              <a:buSzPct val="100000"/>
              <a:buFont typeface="Times New Roman" panose="02020603050405020304" pitchFamily="18" charset="0"/>
              <a:buNone/>
              <a:defRPr sz="1000" noProof="1">
                <a:latin typeface="Comic Sans MS" panose="030F0702030302020204" pitchFamily="2" charset="0"/>
                <a:ea typeface="宋体" panose="02010600030101010101" pitchFamily="2" charset="-122"/>
                <a:cs typeface="Droid Sans Fallback"/>
              </a:defRPr>
            </a:lvl1pPr>
          </a:lstStyle>
          <a:p>
            <a:pPr>
              <a:defRPr/>
            </a:pPr>
            <a:endParaRPr lang="en-GB" altLang="en-US"/>
          </a:p>
        </p:txBody>
      </p:sp>
      <p:sp>
        <p:nvSpPr>
          <p:cNvPr id="1030" name="Rectangle 6"/>
          <p:cNvSpPr>
            <a:spLocks noGrp="1"/>
          </p:cNvSpPr>
          <p:nvPr>
            <p:ph type="ftr"/>
          </p:nvPr>
        </p:nvSpPr>
        <p:spPr>
          <a:xfrm>
            <a:off x="3448050" y="6886575"/>
            <a:ext cx="3194050" cy="519113"/>
          </a:xfrm>
          <a:prstGeom prst="rect">
            <a:avLst/>
          </a:prstGeom>
          <a:noFill/>
          <a:ln w="9525">
            <a:noFill/>
            <a:miter/>
          </a:ln>
        </p:spPr>
        <p:txBody>
          <a:bodyPr lIns="0" tIns="0" rIns="0" bIns="0"/>
          <a:lstStyle>
            <a:lvl1pPr algn="ctr" eaLnBrk="1" hangingPunct="1">
              <a:lnSpc>
                <a:spcPct val="116000"/>
              </a:lnSpc>
              <a:buSzPct val="100000"/>
              <a:buFont typeface="Times New Roman" panose="02020603050405020304" pitchFamily="18" charset="0"/>
              <a:buNone/>
              <a:defRPr sz="1000" noProof="1">
                <a:latin typeface="Comic Sans MS" panose="030F0702030302020204" pitchFamily="2" charset="0"/>
                <a:ea typeface="Droid Sans Fallback"/>
                <a:cs typeface="Droid Sans Fallback"/>
              </a:defRPr>
            </a:lvl1pPr>
          </a:lstStyle>
          <a:p>
            <a:pPr>
              <a:defRPr/>
            </a:pPr>
            <a:endParaRPr lang="en-US" altLang="zh-CN"/>
          </a:p>
        </p:txBody>
      </p:sp>
      <p:sp>
        <p:nvSpPr>
          <p:cNvPr id="1031" name="Rectangle 7"/>
          <p:cNvSpPr>
            <a:spLocks noGrp="1"/>
          </p:cNvSpPr>
          <p:nvPr>
            <p:ph type="sldNum"/>
          </p:nvPr>
        </p:nvSpPr>
        <p:spPr>
          <a:xfrm>
            <a:off x="7227888" y="6886575"/>
            <a:ext cx="2346325" cy="519113"/>
          </a:xfrm>
          <a:prstGeom prst="rect">
            <a:avLst/>
          </a:prstGeom>
          <a:noFill/>
          <a:ln w="9525">
            <a:noFill/>
            <a:miter/>
          </a:ln>
        </p:spPr>
        <p:txBody>
          <a:bodyPr lIns="0" tIns="0" rIns="0" bIns="0"/>
          <a:lstStyle>
            <a:lvl1pPr algn="r" eaLnBrk="1" hangingPunct="1">
              <a:lnSpc>
                <a:spcPct val="116000"/>
              </a:lnSpc>
              <a:buSzPct val="100000"/>
              <a:buFont typeface="Times New Roman" panose="02020603050405020304" pitchFamily="18" charset="0"/>
              <a:buNone/>
              <a:defRPr sz="1200" noProof="1">
                <a:latin typeface="Comic Sans MS" panose="030F0702030302020204" pitchFamily="2" charset="0"/>
                <a:ea typeface="宋体" panose="02010600030101010101" pitchFamily="2" charset="-122"/>
                <a:cs typeface="+mn-ea"/>
              </a:defRPr>
            </a:lvl1pPr>
          </a:lstStyle>
          <a:p>
            <a:pPr>
              <a:defRPr/>
            </a:pPr>
            <a:fld id="{002A91DE-6FF8-47DC-B104-DC02F441547F}" type="slidenum">
              <a:rPr lang="en-GB" altLang="en-US"/>
              <a:pPr>
                <a:defRPr/>
              </a:pPr>
              <a:t>‹#›</a:t>
            </a:fld>
            <a:endParaRPr lang="en-GB" altLang="en-US">
              <a:cs typeface="Droid Sans Fallback"/>
            </a:endParaRPr>
          </a:p>
        </p:txBody>
      </p:sp>
      <p:sp>
        <p:nvSpPr>
          <p:cNvPr id="1032" name="Rectangle 8"/>
          <p:cNvSpPr>
            <a:spLocks noChangeArrowheads="1"/>
          </p:cNvSpPr>
          <p:nvPr/>
        </p:nvSpPr>
        <p:spPr bwMode="auto">
          <a:xfrm>
            <a:off x="1439863" y="1223963"/>
            <a:ext cx="8640762" cy="144462"/>
          </a:xfrm>
          <a:prstGeom prst="rect">
            <a:avLst/>
          </a:prstGeom>
          <a:gradFill rotWithShape="0">
            <a:gsLst>
              <a:gs pos="0">
                <a:srgbClr val="FFFFFF"/>
              </a:gs>
              <a:gs pos="100000">
                <a:srgbClr val="0047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1033" name="Picture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928100" y="215900"/>
            <a:ext cx="936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88" r:id="rId1"/>
    <p:sldLayoutId id="2147485389" r:id="rId2"/>
    <p:sldLayoutId id="2147485390" r:id="rId3"/>
    <p:sldLayoutId id="2147485391" r:id="rId4"/>
    <p:sldLayoutId id="2147485392" r:id="rId5"/>
    <p:sldLayoutId id="2147485393" r:id="rId6"/>
    <p:sldLayoutId id="2147485394" r:id="rId7"/>
    <p:sldLayoutId id="2147485395" r:id="rId8"/>
    <p:sldLayoutId id="2147485396" r:id="rId9"/>
    <p:sldLayoutId id="2147485397" r:id="rId10"/>
    <p:sldLayoutId id="2147485398" r:id="rId11"/>
  </p:sldLayoutIdLst>
  <p:hf hdr="0" ftr="0" dt="0"/>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kern="1200">
          <a:solidFill>
            <a:srgbClr val="000000"/>
          </a:solidFill>
          <a:latin typeface="+mj-lt"/>
          <a:ea typeface="+mj-ea"/>
          <a:cs typeface="方正书宋_GBK"/>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a:solidFill>
            <a:srgbClr val="000000"/>
          </a:solidFill>
          <a:latin typeface="Arial" panose="020B0604020202020204" pitchFamily="34" charset="0"/>
          <a:ea typeface="方正书宋_GBK"/>
          <a:cs typeface="方正书宋_GBK"/>
        </a:defRPr>
      </a:lvl9pPr>
    </p:titleStyle>
    <p:bodyStyle>
      <a:lvl1pPr marL="342900" indent="-342900" algn="l" defTabSz="449263" rtl="0" eaLnBrk="0" fontAlgn="base" hangingPunct="0">
        <a:lnSpc>
          <a:spcPct val="95000"/>
        </a:lnSpc>
        <a:spcBef>
          <a:spcPct val="0"/>
        </a:spcBef>
        <a:spcAft>
          <a:spcPts val="1413"/>
        </a:spcAft>
        <a:buSzPct val="100000"/>
        <a:buFont typeface="Times New Roman" panose="02020603050405020304" pitchFamily="18" charset="0"/>
        <a:buChar char="•"/>
        <a:defRPr sz="3600" kern="1200">
          <a:solidFill>
            <a:srgbClr val="000000"/>
          </a:solidFill>
          <a:latin typeface="+mn-lt"/>
          <a:ea typeface="+mn-ea"/>
          <a:cs typeface="方正书宋_GBK"/>
        </a:defRPr>
      </a:lvl1pPr>
      <a:lvl2pPr marL="742950" lvl="1" indent="-285750" algn="l" defTabSz="449263" rtl="0" eaLnBrk="0" fontAlgn="base" hangingPunct="0">
        <a:lnSpc>
          <a:spcPct val="95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mn-ea"/>
          <a:cs typeface="方正书宋_GBK"/>
        </a:defRPr>
      </a:lvl2pPr>
      <a:lvl3pPr marL="1143000" lvl="2" indent="-228600" algn="l" defTabSz="449263" rtl="0" eaLnBrk="0" fontAlgn="base" hangingPunct="0">
        <a:lnSpc>
          <a:spcPct val="95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mn-ea"/>
          <a:cs typeface="方正书宋_GBK"/>
        </a:defRPr>
      </a:lvl3pPr>
      <a:lvl4pPr marL="1600200" lvl="3" indent="-228600" algn="l" defTabSz="449263" rtl="0" eaLnBrk="0" fontAlgn="base" hangingPunct="0">
        <a:lnSpc>
          <a:spcPct val="95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mn-ea"/>
          <a:cs typeface="方正书宋_GBK"/>
        </a:defRPr>
      </a:lvl4pPr>
      <a:lvl5pPr marL="2057400" lvl="4" indent="-228600" algn="l" defTabSz="449263" rtl="0" eaLnBrk="0" fontAlgn="base" hangingPunct="0">
        <a:lnSpc>
          <a:spcPct val="95000"/>
        </a:lnSpc>
        <a:spcBef>
          <a:spcPct val="0"/>
        </a:spcBef>
        <a:spcAft>
          <a:spcPts val="288"/>
        </a:spcAft>
        <a:buSzPct val="100000"/>
        <a:buFont typeface="Times New Roman" panose="02020603050405020304" pitchFamily="18" charset="0"/>
        <a:buChar char="»"/>
        <a:defRPr sz="1400" kern="1200">
          <a:solidFill>
            <a:srgbClr val="000000"/>
          </a:solidFill>
          <a:latin typeface="+mn-lt"/>
          <a:ea typeface="+mn-ea"/>
          <a:cs typeface="方正书宋_GBK"/>
        </a:defRPr>
      </a:lvl5pPr>
      <a:lvl6pPr marL="2514600" lvl="5"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6pPr>
      <a:lvl7pPr marL="2971800" lvl="6"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7pPr>
      <a:lvl8pPr marL="3429000" lvl="7"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8pPr>
      <a:lvl9pPr marL="3886200" lvl="8" indent="-51206400" algn="l" defTabSz="449580" eaLnBrk="0" fontAlgn="base" latinLnBrk="0" hangingPunct="0">
        <a:lnSpc>
          <a:spcPct val="95000"/>
        </a:lnSpc>
        <a:spcBef>
          <a:spcPct val="0"/>
        </a:spcBef>
        <a:spcAft>
          <a:spcPts val="290"/>
        </a:spcAft>
        <a:buSzPct val="100000"/>
        <a:buFont typeface="Times New Roman" panose="02060603050605020204" pitchFamily="2" charset="0"/>
        <a:buChar char="»"/>
        <a:defRPr sz="14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99CCFF"/>
        </a:solidFill>
        <a:effectLst/>
      </p:bgPr>
    </p:bg>
    <p:spTree>
      <p:nvGrpSpPr>
        <p:cNvPr id="1" name=""/>
        <p:cNvGrpSpPr/>
        <p:nvPr/>
      </p:nvGrpSpPr>
      <p:grpSpPr>
        <a:xfrm>
          <a:off x="0" y="0"/>
          <a:ext cx="0" cy="0"/>
          <a:chOff x="0" y="0"/>
          <a:chExt cx="0" cy="0"/>
        </a:xfrm>
      </p:grpSpPr>
      <p:sp>
        <p:nvSpPr>
          <p:cNvPr id="2050" name="AutoShape 2"/>
          <p:cNvSpPr>
            <a:spLocks noChangeArrowheads="1"/>
          </p:cNvSpPr>
          <p:nvPr/>
        </p:nvSpPr>
        <p:spPr bwMode="auto">
          <a:xfrm>
            <a:off x="-350838" y="5975350"/>
            <a:ext cx="2078038" cy="2160588"/>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1" name="AutoShape 3"/>
          <p:cNvSpPr>
            <a:spLocks noChangeArrowheads="1"/>
          </p:cNvSpPr>
          <p:nvPr/>
        </p:nvSpPr>
        <p:spPr bwMode="auto">
          <a:xfrm>
            <a:off x="4679950" y="296863"/>
            <a:ext cx="5256213" cy="6330950"/>
          </a:xfrm>
          <a:prstGeom prst="roundRect">
            <a:avLst>
              <a:gd name="adj" fmla="val 8264"/>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2" name="Rectangle 5"/>
          <p:cNvSpPr>
            <a:spLocks noChangeArrowheads="1"/>
          </p:cNvSpPr>
          <p:nvPr/>
        </p:nvSpPr>
        <p:spPr bwMode="auto">
          <a:xfrm>
            <a:off x="0" y="4356100"/>
            <a:ext cx="8496300" cy="1584325"/>
          </a:xfrm>
          <a:prstGeom prst="rect">
            <a:avLst/>
          </a:prstGeom>
          <a:gradFill rotWithShape="0">
            <a:gsLst>
              <a:gs pos="0">
                <a:srgbClr val="0047FF"/>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3" name="Rectangle 6"/>
          <p:cNvSpPr>
            <a:spLocks noGrp="1" noChangeArrowheads="1"/>
          </p:cNvSpPr>
          <p:nvPr>
            <p:ph type="title" idx="4294967295"/>
          </p:nvPr>
        </p:nvSpPr>
        <p:spPr bwMode="auto">
          <a:xfrm>
            <a:off x="504825" y="4500563"/>
            <a:ext cx="748665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CN"/>
              <a:t>Click to edit the title text format</a:t>
            </a:r>
          </a:p>
        </p:txBody>
      </p:sp>
      <p:sp>
        <p:nvSpPr>
          <p:cNvPr id="2054" name="Rectangle 7"/>
          <p:cNvSpPr>
            <a:spLocks noGrp="1" noChangeArrowheads="1"/>
          </p:cNvSpPr>
          <p:nvPr>
            <p:ph type="body" idx="4294967295"/>
          </p:nvPr>
        </p:nvSpPr>
        <p:spPr bwMode="auto">
          <a:xfrm>
            <a:off x="4967288" y="1944688"/>
            <a:ext cx="4606925"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28224" rIns="0" bIns="0" numCol="1" anchor="t" anchorCtr="0" compatLnSpc="1">
            <a:prstTxWarp prst="textNoShape">
              <a:avLst/>
            </a:prstTxWarp>
          </a:bodyPr>
          <a:lstStyle/>
          <a:p>
            <a:pPr lvl="0"/>
            <a:r>
              <a:rPr lang="en-US" altLang="zh-CN"/>
              <a:t>Click to edit the outline text format</a:t>
            </a:r>
          </a:p>
          <a:p>
            <a:pPr lvl="1"/>
            <a:r>
              <a:rPr lang="en-US" altLang="zh-CN"/>
              <a:t>Second Outline Level</a:t>
            </a:r>
          </a:p>
          <a:p>
            <a:pPr lvl="2"/>
            <a:r>
              <a:rPr lang="en-US" altLang="zh-CN"/>
              <a:t>Third Outline Level</a:t>
            </a:r>
          </a:p>
          <a:p>
            <a:pPr lvl="3"/>
            <a:r>
              <a:rPr lang="en-US" altLang="zh-CN"/>
              <a:t>Fourth Outline Level</a:t>
            </a:r>
          </a:p>
          <a:p>
            <a:pPr lvl="4"/>
            <a:r>
              <a:rPr lang="en-US" altLang="zh-CN"/>
              <a:t>Fifth Outline Level</a:t>
            </a:r>
          </a:p>
          <a:p>
            <a:pPr lvl="4"/>
            <a:r>
              <a:rPr lang="en-US" altLang="zh-CN"/>
              <a:t>Sixth Outline Level</a:t>
            </a:r>
          </a:p>
          <a:p>
            <a:pPr lvl="4"/>
            <a:r>
              <a:rPr lang="en-US" altLang="zh-CN"/>
              <a:t>Seventh Outline Level</a:t>
            </a:r>
          </a:p>
        </p:txBody>
      </p:sp>
      <p:sp>
        <p:nvSpPr>
          <p:cNvPr id="2055" name="AutoShape 8"/>
          <p:cNvSpPr>
            <a:spLocks noChangeArrowheads="1"/>
          </p:cNvSpPr>
          <p:nvPr/>
        </p:nvSpPr>
        <p:spPr bwMode="auto">
          <a:xfrm>
            <a:off x="-206375" y="-277813"/>
            <a:ext cx="2078038" cy="2151063"/>
          </a:xfrm>
          <a:prstGeom prst="roundRect">
            <a:avLst>
              <a:gd name="adj" fmla="val 16667"/>
            </a:avLst>
          </a:prstGeom>
          <a:gradFill rotWithShape="0">
            <a:gsLst>
              <a:gs pos="0">
                <a:srgbClr val="CCFFFF">
                  <a:alpha val="50000"/>
                </a:srgbClr>
              </a:gs>
              <a:gs pos="100000">
                <a:srgbClr val="FFFFFF">
                  <a:alpha val="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6" name="AutoShape 9"/>
          <p:cNvSpPr>
            <a:spLocks noChangeArrowheads="1"/>
          </p:cNvSpPr>
          <p:nvPr/>
        </p:nvSpPr>
        <p:spPr bwMode="auto">
          <a:xfrm>
            <a:off x="1079500" y="-414338"/>
            <a:ext cx="1295400" cy="1277938"/>
          </a:xfrm>
          <a:prstGeom prst="roundRect">
            <a:avLst>
              <a:gd name="adj" fmla="val 16667"/>
            </a:avLst>
          </a:prstGeom>
          <a:gradFill rotWithShape="0">
            <a:gsLst>
              <a:gs pos="0">
                <a:srgbClr val="FFFF99">
                  <a:alpha val="50000"/>
                </a:srgbClr>
              </a:gs>
              <a:gs pos="100000">
                <a:srgbClr val="FFFFFF">
                  <a:alpha val="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7" name="AutoShape 10"/>
          <p:cNvSpPr>
            <a:spLocks noChangeArrowheads="1"/>
          </p:cNvSpPr>
          <p:nvPr/>
        </p:nvSpPr>
        <p:spPr bwMode="auto">
          <a:xfrm>
            <a:off x="-350838" y="1152525"/>
            <a:ext cx="4167188" cy="1295400"/>
          </a:xfrm>
          <a:prstGeom prst="roundRect">
            <a:avLst>
              <a:gd name="adj" fmla="val 16667"/>
            </a:avLst>
          </a:prstGeom>
          <a:solidFill>
            <a:srgbClr val="FFFFFF"/>
          </a:solidFill>
          <a:ln>
            <a:noFill/>
          </a:ln>
          <a:effectLst>
            <a:outerShdw dist="101823" dir="2700000" algn="ctr" rotWithShape="0">
              <a:srgbClr val="C0C0C0">
                <a:alpha val="34998"/>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sp>
        <p:nvSpPr>
          <p:cNvPr id="2058" name="AutoShape 11"/>
          <p:cNvSpPr>
            <a:spLocks noChangeArrowheads="1"/>
          </p:cNvSpPr>
          <p:nvPr/>
        </p:nvSpPr>
        <p:spPr bwMode="auto">
          <a:xfrm flipH="1" flipV="1">
            <a:off x="9361488" y="-974725"/>
            <a:ext cx="2087562" cy="2143125"/>
          </a:xfrm>
          <a:prstGeom prst="roundRect">
            <a:avLst>
              <a:gd name="adj" fmla="val 16667"/>
            </a:avLst>
          </a:prstGeom>
          <a:gradFill rotWithShape="0">
            <a:gsLst>
              <a:gs pos="0">
                <a:srgbClr val="CCFFFF">
                  <a:alpha val="50000"/>
                </a:srgbClr>
              </a:gs>
              <a:gs pos="100000">
                <a:srgbClr val="FFFFFF">
                  <a:alpha val="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en-US" altLang="zh-CN">
              <a:ea typeface="宋体" panose="02010600030101010101" pitchFamily="2" charset="-122"/>
            </a:endParaRPr>
          </a:p>
        </p:txBody>
      </p:sp>
      <p:pic>
        <p:nvPicPr>
          <p:cNvPr id="2059"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6625" y="1116013"/>
            <a:ext cx="13684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AutoShape 4"/>
          <p:cNvSpPr>
            <a:spLocks noChangeArrowheads="1"/>
          </p:cNvSpPr>
          <p:nvPr userDrawn="1"/>
        </p:nvSpPr>
        <p:spPr bwMode="auto">
          <a:xfrm>
            <a:off x="9215438" y="3384550"/>
            <a:ext cx="1800225" cy="1295400"/>
          </a:xfrm>
          <a:prstGeom prst="roundRect">
            <a:avLst>
              <a:gd name="adj" fmla="val 16667"/>
            </a:avLst>
          </a:prstGeom>
          <a:gradFill rotWithShape="0">
            <a:gsLst>
              <a:gs pos="0">
                <a:srgbClr val="B2B2B2">
                  <a:alpha val="0"/>
                </a:srgb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nSpc>
                <a:spcPct val="93000"/>
              </a:lnSpc>
              <a:buSzPct val="100000"/>
              <a:buFont typeface="Times New Roman" panose="02020603050405020304" pitchFamily="18" charset="0"/>
              <a:buNone/>
            </a:pPr>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5351" r:id="rId1"/>
    <p:sldLayoutId id="2147485352" r:id="rId2"/>
    <p:sldLayoutId id="2147485353" r:id="rId3"/>
    <p:sldLayoutId id="2147485354" r:id="rId4"/>
    <p:sldLayoutId id="2147485355" r:id="rId5"/>
    <p:sldLayoutId id="2147485356" r:id="rId6"/>
    <p:sldLayoutId id="2147485357" r:id="rId7"/>
    <p:sldLayoutId id="2147485358" r:id="rId8"/>
    <p:sldLayoutId id="2147485359" r:id="rId9"/>
    <p:sldLayoutId id="2147485360" r:id="rId10"/>
    <p:sldLayoutId id="2147485361" r:id="rId11"/>
  </p:sldLayoutIdLst>
  <p:hf hdr="0" ftr="0" dt="0"/>
  <p:txStyles>
    <p:titleStyle>
      <a:lvl1pPr algn="l" defTabSz="449263" rtl="0" eaLnBrk="0" fontAlgn="base" hangingPunct="0">
        <a:lnSpc>
          <a:spcPct val="110000"/>
        </a:lnSpc>
        <a:spcBef>
          <a:spcPct val="0"/>
        </a:spcBef>
        <a:spcAft>
          <a:spcPct val="0"/>
        </a:spcAft>
        <a:buSzPct val="100000"/>
        <a:buFont typeface="Times New Roman" panose="02020603050405020304" pitchFamily="18" charset="0"/>
        <a:defRPr sz="4000" b="1" kern="1200">
          <a:solidFill>
            <a:srgbClr val="FFFFFF"/>
          </a:solidFill>
          <a:latin typeface="+mj-lt"/>
          <a:ea typeface="+mj-ea"/>
          <a:cs typeface="方正书宋_GBK"/>
        </a:defRPr>
      </a:lvl1pPr>
      <a:lvl2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2pPr>
      <a:lvl3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3pPr>
      <a:lvl4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4pPr>
      <a:lvl5pPr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5pPr>
      <a:lvl6pPr marL="4572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6pPr>
      <a:lvl7pPr marL="9144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7pPr>
      <a:lvl8pPr marL="13716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8pPr>
      <a:lvl9pPr marL="1828800" algn="l" defTabSz="449263" rtl="0" eaLnBrk="0" fontAlgn="base" hangingPunct="0">
        <a:lnSpc>
          <a:spcPct val="110000"/>
        </a:lnSpc>
        <a:spcBef>
          <a:spcPct val="0"/>
        </a:spcBef>
        <a:spcAft>
          <a:spcPct val="0"/>
        </a:spcAft>
        <a:buSzPct val="100000"/>
        <a:buFont typeface="Times New Roman" panose="02020603050405020304" pitchFamily="18" charset="0"/>
        <a:defRPr sz="4000" b="1">
          <a:solidFill>
            <a:srgbClr val="FFFFFF"/>
          </a:solidFill>
          <a:latin typeface="Arial" panose="020B0604020202020204" pitchFamily="34" charset="0"/>
          <a:ea typeface="方正书宋_GBK"/>
          <a:cs typeface="方正书宋_GBK"/>
        </a:defRPr>
      </a:lvl9pPr>
    </p:titleStyle>
    <p:bodyStyle>
      <a:lvl1pPr marL="342900" indent="-342900" algn="l" defTabSz="449263" rtl="0" eaLnBrk="0" fontAlgn="base" hangingPunct="0">
        <a:lnSpc>
          <a:spcPct val="93000"/>
        </a:lnSpc>
        <a:spcBef>
          <a:spcPct val="0"/>
        </a:spcBef>
        <a:spcAft>
          <a:spcPts val="1425"/>
        </a:spcAft>
        <a:buSzPct val="100000"/>
        <a:buFont typeface="Times New Roman" panose="02020603050405020304" pitchFamily="18" charset="0"/>
        <a:buChar char="•"/>
        <a:defRPr sz="3200" kern="1200">
          <a:solidFill>
            <a:srgbClr val="000000"/>
          </a:solidFill>
          <a:latin typeface="+mn-lt"/>
          <a:ea typeface="+mn-ea"/>
          <a:cs typeface="方正书宋_GBK"/>
        </a:defRPr>
      </a:lvl1pPr>
      <a:lvl2pPr marL="742950" lvl="1" indent="-285750" algn="l" defTabSz="449263" rtl="0" eaLnBrk="0" fontAlgn="base" hangingPunct="0">
        <a:lnSpc>
          <a:spcPct val="93000"/>
        </a:lnSpc>
        <a:spcBef>
          <a:spcPct val="0"/>
        </a:spcBef>
        <a:spcAft>
          <a:spcPts val="1138"/>
        </a:spcAft>
        <a:buSzPct val="100000"/>
        <a:buFont typeface="Times New Roman" panose="02020603050405020304" pitchFamily="18" charset="0"/>
        <a:buChar char="–"/>
        <a:defRPr sz="2800" kern="1200">
          <a:solidFill>
            <a:srgbClr val="000000"/>
          </a:solidFill>
          <a:latin typeface="+mn-lt"/>
          <a:ea typeface="+mn-ea"/>
          <a:cs typeface="方正书宋_GBK"/>
        </a:defRPr>
      </a:lvl2pPr>
      <a:lvl3pPr marL="1143000" lvl="2" indent="-228600" algn="l" defTabSz="449263" rtl="0" eaLnBrk="0" fontAlgn="base" hangingPunct="0">
        <a:lnSpc>
          <a:spcPct val="93000"/>
        </a:lnSpc>
        <a:spcBef>
          <a:spcPct val="0"/>
        </a:spcBef>
        <a:spcAft>
          <a:spcPts val="850"/>
        </a:spcAft>
        <a:buSzPct val="100000"/>
        <a:buFont typeface="Times New Roman" panose="02020603050405020304" pitchFamily="18" charset="0"/>
        <a:buChar char="•"/>
        <a:defRPr sz="2400" kern="1200">
          <a:solidFill>
            <a:srgbClr val="000000"/>
          </a:solidFill>
          <a:latin typeface="+mn-lt"/>
          <a:ea typeface="+mn-ea"/>
          <a:cs typeface="方正书宋_GBK"/>
        </a:defRPr>
      </a:lvl3pPr>
      <a:lvl4pPr marL="1600200" lvl="3" indent="-228600" algn="l" defTabSz="449263" rtl="0" eaLnBrk="0" fontAlgn="base" hangingPunct="0">
        <a:lnSpc>
          <a:spcPct val="93000"/>
        </a:lnSpc>
        <a:spcBef>
          <a:spcPct val="0"/>
        </a:spcBef>
        <a:spcAft>
          <a:spcPts val="575"/>
        </a:spcAft>
        <a:buSzPct val="100000"/>
        <a:buFont typeface="Times New Roman" panose="02020603050405020304" pitchFamily="18" charset="0"/>
        <a:buChar char="–"/>
        <a:defRPr sz="2000" kern="1200">
          <a:solidFill>
            <a:srgbClr val="000000"/>
          </a:solidFill>
          <a:latin typeface="+mn-lt"/>
          <a:ea typeface="+mn-ea"/>
          <a:cs typeface="方正书宋_GBK"/>
        </a:defRPr>
      </a:lvl4pPr>
      <a:lvl5pPr marL="2057400" lvl="4" indent="-228600" algn="l" defTabSz="449263" rtl="0" eaLnBrk="0" fontAlgn="base" hangingPunct="0">
        <a:lnSpc>
          <a:spcPct val="93000"/>
        </a:lnSpc>
        <a:spcBef>
          <a:spcPct val="0"/>
        </a:spcBef>
        <a:spcAft>
          <a:spcPts val="288"/>
        </a:spcAft>
        <a:buSzPct val="100000"/>
        <a:buFont typeface="Times New Roman" panose="02020603050405020304" pitchFamily="18" charset="0"/>
        <a:buChar char="»"/>
        <a:defRPr sz="2000" kern="1200">
          <a:solidFill>
            <a:srgbClr val="000000"/>
          </a:solidFill>
          <a:latin typeface="+mn-lt"/>
          <a:ea typeface="+mn-ea"/>
          <a:cs typeface="方正书宋_GBK"/>
        </a:defRPr>
      </a:lvl5pPr>
      <a:lvl6pPr marL="2514600" lvl="5"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6pPr>
      <a:lvl7pPr marL="2971800" lvl="6"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7pPr>
      <a:lvl8pPr marL="3429000" lvl="7"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8pPr>
      <a:lvl9pPr marL="3886200" lvl="8" indent="-51206400" algn="l" defTabSz="449580" eaLnBrk="0" fontAlgn="base" latinLnBrk="0" hangingPunct="0">
        <a:lnSpc>
          <a:spcPct val="93000"/>
        </a:lnSpc>
        <a:spcBef>
          <a:spcPct val="0"/>
        </a:spcBef>
        <a:spcAft>
          <a:spcPts val="290"/>
        </a:spcAft>
        <a:buSzPct val="100000"/>
        <a:buFont typeface="Times New Roman" panose="02060603050605020204" pitchFamily="2" charset="0"/>
        <a:buChar char="»"/>
        <a:defRPr sz="2000" b="0" i="0" u="none" kern="1200" baseline="0">
          <a:solidFill>
            <a:srgbClr val="000000"/>
          </a:solidFill>
          <a:latin typeface="+mn-lt"/>
          <a:ea typeface="+mn-ea"/>
          <a:cs typeface="+mn-cs"/>
        </a:defRPr>
      </a:lvl9pPr>
    </p:bodyStyle>
    <p:otherStyle>
      <a:lvl1pPr marL="0" lvl="0" indent="0" algn="l" defTabSz="449580" eaLnBrk="0"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1pPr>
      <a:lvl2pPr marL="742950" lvl="1" indent="-28575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2pPr>
      <a:lvl3pPr marL="1143000" lvl="2"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3pPr>
      <a:lvl4pPr marL="1600200" lvl="3"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4pPr>
      <a:lvl5pPr marL="2057400" lvl="4"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5pPr>
      <a:lvl6pPr marL="2286000" lvl="5"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6pPr>
      <a:lvl7pPr marL="2743200" lvl="6"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7pPr>
      <a:lvl8pPr marL="3200400" lvl="7"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8pPr>
      <a:lvl9pPr marL="3657600" lvl="8" indent="-228600" algn="l" defTabSz="449580" eaLnBrk="1" fontAlgn="base" latinLnBrk="0" hangingPunct="0">
        <a:lnSpc>
          <a:spcPct val="93000"/>
        </a:lnSpc>
        <a:spcBef>
          <a:spcPct val="0"/>
        </a:spcBef>
        <a:spcAft>
          <a:spcPct val="0"/>
        </a:spcAft>
        <a:buSzPct val="100000"/>
        <a:buFont typeface="Times New Roman" panose="02060603050605020204" pitchFamily="2" charset="0"/>
        <a:buNone/>
        <a:defRPr sz="1800" b="0" i="0" u="none" kern="1200" baseline="0">
          <a:solidFill>
            <a:srgbClr val="000000"/>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307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eaLnBrk="1" hangingPunct="1">
              <a:lnSpc>
                <a:spcPct val="93000"/>
              </a:lnSpc>
              <a:buSzPct val="100000"/>
              <a:buFont typeface="Times New Roman" panose="02020603050405020304" pitchFamily="18" charset="0"/>
              <a:buNone/>
              <a:defRPr sz="992">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eaLnBrk="1" hangingPunct="1">
              <a:lnSpc>
                <a:spcPct val="93000"/>
              </a:lnSpc>
              <a:buSzPct val="100000"/>
              <a:buFont typeface="Times New Roman" panose="02020603050405020304" pitchFamily="18" charset="0"/>
              <a:buNone/>
              <a:defRPr sz="992">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eaLnBrk="1" hangingPunct="1">
              <a:lnSpc>
                <a:spcPct val="93000"/>
              </a:lnSpc>
              <a:buSzPct val="100000"/>
              <a:buFont typeface="Times New Roman" panose="02020603050405020304" pitchFamily="18" charset="0"/>
              <a:buNone/>
              <a:defRPr sz="1323" b="0">
                <a:solidFill>
                  <a:schemeClr val="accent1"/>
                </a:solidFill>
                <a:latin typeface="+mn-lt"/>
              </a:defRPr>
            </a:lvl1pPr>
          </a:lstStyle>
          <a:p>
            <a:pPr>
              <a:defRPr/>
            </a:pPr>
            <a:fld id="{FEEEF756-96CE-4E2C-8760-E8746EDCEF4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eaLnBrk="1" hangingPunct="1">
              <a:lnSpc>
                <a:spcPct val="93000"/>
              </a:lnSpc>
              <a:buSzPct val="100000"/>
              <a:buFont typeface="Times New Roman" panose="02020603050405020304" pitchFamily="18" charset="0"/>
              <a:buNone/>
              <a:defRPr/>
            </a:pPr>
            <a:r>
              <a:rPr lang="zh-CN" altLang="en-US" sz="1984" dirty="0">
                <a:solidFill>
                  <a:schemeClr val="bg1"/>
                </a:solidFill>
              </a:rPr>
              <a:t>视频区域</a:t>
            </a:r>
          </a:p>
        </p:txBody>
      </p:sp>
    </p:spTree>
  </p:cSld>
  <p:clrMap bg1="lt1" tx1="dk1" bg2="lt2" tx2="dk2" accent1="accent1" accent2="accent2" accent3="accent3" accent4="accent4" accent5="accent5" accent6="accent6" hlink="hlink" folHlink="folHlink"/>
  <p:sldLayoutIdLst>
    <p:sldLayoutId id="2147485399" r:id="rId1"/>
    <p:sldLayoutId id="2147485362" r:id="rId2"/>
    <p:sldLayoutId id="2147485363" r:id="rId3"/>
    <p:sldLayoutId id="2147485364" r:id="rId4"/>
    <p:sldLayoutId id="2147485365" r:id="rId5"/>
    <p:sldLayoutId id="2147485366" r:id="rId6"/>
    <p:sldLayoutId id="2147485367" r:id="rId7"/>
    <p:sldLayoutId id="2147485368" r:id="rId8"/>
    <p:sldLayoutId id="2147485369" r:id="rId9"/>
    <p:sldLayoutId id="2147485370" r:id="rId10"/>
    <p:sldLayoutId id="2147485400" r:id="rId11"/>
    <p:sldLayoutId id="2147485371" r:id="rId12"/>
    <p:sldLayoutId id="2147485401" r:id="rId13"/>
    <p:sldLayoutId id="2147485372" r:id="rId14"/>
    <p:sldLayoutId id="2147485373" r:id="rId15"/>
    <p:sldLayoutId id="2147485374"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409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a:defRPr sz="992">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a:defRPr sz="992">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a:defRPr sz="1323" b="0">
                <a:solidFill>
                  <a:schemeClr val="accent1"/>
                </a:solidFill>
                <a:latin typeface="+mn-lt"/>
              </a:defRPr>
            </a:lvl1pPr>
          </a:lstStyle>
          <a:p>
            <a:pPr>
              <a:defRPr/>
            </a:pPr>
            <a:fld id="{254DABB7-4DCD-45A9-AD4D-E27F240C548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zh-CN" altLang="en-US" sz="1984" dirty="0">
                <a:solidFill>
                  <a:schemeClr val="bg1"/>
                </a:solidFill>
              </a:rPr>
              <a:t>视频区域</a:t>
            </a:r>
          </a:p>
        </p:txBody>
      </p:sp>
    </p:spTree>
  </p:cSld>
  <p:clrMap bg1="lt1" tx1="dk1" bg2="lt2" tx2="dk2" accent1="accent1" accent2="accent2" accent3="accent3" accent4="accent4" accent5="accent5" accent6="accent6" hlink="hlink" folHlink="folHlink"/>
  <p:sldLayoutIdLst>
    <p:sldLayoutId id="2147485402" r:id="rId1"/>
    <p:sldLayoutId id="2147485375" r:id="rId2"/>
    <p:sldLayoutId id="2147485376" r:id="rId3"/>
    <p:sldLayoutId id="2147485377" r:id="rId4"/>
    <p:sldLayoutId id="2147485378" r:id="rId5"/>
    <p:sldLayoutId id="2147485379" r:id="rId6"/>
    <p:sldLayoutId id="2147485380" r:id="rId7"/>
    <p:sldLayoutId id="2147485381" r:id="rId8"/>
    <p:sldLayoutId id="2147485382" r:id="rId9"/>
    <p:sldLayoutId id="2147485383" r:id="rId10"/>
    <p:sldLayoutId id="2147485403" r:id="rId11"/>
    <p:sldLayoutId id="2147485384" r:id="rId12"/>
    <p:sldLayoutId id="2147485404" r:id="rId13"/>
    <p:sldLayoutId id="2147485385" r:id="rId14"/>
    <p:sldLayoutId id="2147485386" r:id="rId15"/>
    <p:sldLayoutId id="2147485387"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512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E92B4DF1-3D65-47D7-8D51-DF23BD541E40}"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05" r:id="rId1"/>
    <p:sldLayoutId id="2147485406" r:id="rId2"/>
    <p:sldLayoutId id="2147485407" r:id="rId3"/>
    <p:sldLayoutId id="2147485408" r:id="rId4"/>
    <p:sldLayoutId id="2147485409" r:id="rId5"/>
    <p:sldLayoutId id="2147485410" r:id="rId6"/>
    <p:sldLayoutId id="2147485411" r:id="rId7"/>
    <p:sldLayoutId id="2147485412" r:id="rId8"/>
    <p:sldLayoutId id="2147485413" r:id="rId9"/>
    <p:sldLayoutId id="2147485414" r:id="rId10"/>
    <p:sldLayoutId id="2147485415" r:id="rId11"/>
    <p:sldLayoutId id="2147485416" r:id="rId12"/>
    <p:sldLayoutId id="2147485417" r:id="rId13"/>
    <p:sldLayoutId id="2147485418" r:id="rId14"/>
    <p:sldLayoutId id="2147485419" r:id="rId15"/>
    <p:sldLayoutId id="2147485420"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614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85421297-3794-4334-BCC9-8D1DFF7A9FAB}"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21" r:id="rId1"/>
    <p:sldLayoutId id="2147485422" r:id="rId2"/>
    <p:sldLayoutId id="2147485423" r:id="rId3"/>
    <p:sldLayoutId id="2147485424" r:id="rId4"/>
    <p:sldLayoutId id="2147485425" r:id="rId5"/>
    <p:sldLayoutId id="2147485426" r:id="rId6"/>
    <p:sldLayoutId id="2147485427" r:id="rId7"/>
    <p:sldLayoutId id="2147485428" r:id="rId8"/>
    <p:sldLayoutId id="2147485429" r:id="rId9"/>
    <p:sldLayoutId id="2147485430" r:id="rId10"/>
    <p:sldLayoutId id="2147485431" r:id="rId11"/>
    <p:sldLayoutId id="2147485432" r:id="rId12"/>
    <p:sldLayoutId id="2147485433" r:id="rId13"/>
    <p:sldLayoutId id="2147485434" r:id="rId14"/>
    <p:sldLayoutId id="2147485435" r:id="rId15"/>
    <p:sldLayoutId id="2147485436"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717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DA7A8E93-83AD-4D95-BF35-9DAFA43B379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37" r:id="rId1"/>
    <p:sldLayoutId id="2147485438" r:id="rId2"/>
    <p:sldLayoutId id="2147485439" r:id="rId3"/>
    <p:sldLayoutId id="2147485440" r:id="rId4"/>
    <p:sldLayoutId id="2147485441" r:id="rId5"/>
    <p:sldLayoutId id="2147485442" r:id="rId6"/>
    <p:sldLayoutId id="2147485443" r:id="rId7"/>
    <p:sldLayoutId id="2147485444" r:id="rId8"/>
    <p:sldLayoutId id="2147485445" r:id="rId9"/>
    <p:sldLayoutId id="2147485446" r:id="rId10"/>
    <p:sldLayoutId id="2147485447" r:id="rId11"/>
    <p:sldLayoutId id="2147485448" r:id="rId12"/>
    <p:sldLayoutId id="2147485449" r:id="rId13"/>
    <p:sldLayoutId id="2147485450" r:id="rId14"/>
    <p:sldLayoutId id="2147485451" r:id="rId15"/>
    <p:sldLayoutId id="2147485452"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819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7A5DD3F2-E260-4344-9B88-6C3C090430A3}"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53" r:id="rId1"/>
    <p:sldLayoutId id="2147485454" r:id="rId2"/>
    <p:sldLayoutId id="2147485455" r:id="rId3"/>
    <p:sldLayoutId id="2147485456" r:id="rId4"/>
    <p:sldLayoutId id="2147485457" r:id="rId5"/>
    <p:sldLayoutId id="2147485458" r:id="rId6"/>
    <p:sldLayoutId id="2147485459" r:id="rId7"/>
    <p:sldLayoutId id="2147485460" r:id="rId8"/>
    <p:sldLayoutId id="2147485461" r:id="rId9"/>
    <p:sldLayoutId id="2147485462" r:id="rId10"/>
    <p:sldLayoutId id="2147485463" r:id="rId11"/>
    <p:sldLayoutId id="2147485464" r:id="rId12"/>
    <p:sldLayoutId id="2147485465" r:id="rId13"/>
    <p:sldLayoutId id="2147485466" r:id="rId14"/>
    <p:sldLayoutId id="2147485467" r:id="rId15"/>
    <p:sldLayoutId id="2147485468"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921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08F4FA83-00A1-4191-95D8-8C2F8153A18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69" r:id="rId1"/>
    <p:sldLayoutId id="2147485470" r:id="rId2"/>
    <p:sldLayoutId id="2147485471" r:id="rId3"/>
    <p:sldLayoutId id="2147485472" r:id="rId4"/>
    <p:sldLayoutId id="2147485473" r:id="rId5"/>
    <p:sldLayoutId id="2147485474" r:id="rId6"/>
    <p:sldLayoutId id="2147485475" r:id="rId7"/>
    <p:sldLayoutId id="2147485476" r:id="rId8"/>
    <p:sldLayoutId id="2147485477" r:id="rId9"/>
    <p:sldLayoutId id="2147485478" r:id="rId10"/>
    <p:sldLayoutId id="2147485479" r:id="rId11"/>
    <p:sldLayoutId id="2147485480" r:id="rId12"/>
    <p:sldLayoutId id="2147485481" r:id="rId13"/>
    <p:sldLayoutId id="2147485482" r:id="rId14"/>
    <p:sldLayoutId id="2147485483" r:id="rId15"/>
    <p:sldLayoutId id="2147485484"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4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8820C5FB-46FD-48B0-BFB2-9AF38CAF68C9}"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485" r:id="rId1"/>
    <p:sldLayoutId id="2147485486" r:id="rId2"/>
    <p:sldLayoutId id="2147485487" r:id="rId3"/>
    <p:sldLayoutId id="2147485488" r:id="rId4"/>
    <p:sldLayoutId id="2147485489" r:id="rId5"/>
    <p:sldLayoutId id="2147485490" r:id="rId6"/>
    <p:sldLayoutId id="2147485491" r:id="rId7"/>
    <p:sldLayoutId id="2147485492" r:id="rId8"/>
    <p:sldLayoutId id="2147485493" r:id="rId9"/>
    <p:sldLayoutId id="2147485494" r:id="rId10"/>
    <p:sldLayoutId id="2147485495" r:id="rId11"/>
    <p:sldLayoutId id="2147485496" r:id="rId12"/>
    <p:sldLayoutId id="2147485497" r:id="rId13"/>
    <p:sldLayoutId id="2147485498" r:id="rId14"/>
    <p:sldLayoutId id="2147485499" r:id="rId15"/>
    <p:sldLayoutId id="2147485500"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126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38BE2239-EBEB-4FEA-8828-4D636B98CAC7}"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01" r:id="rId1"/>
    <p:sldLayoutId id="2147485502" r:id="rId2"/>
    <p:sldLayoutId id="2147485503" r:id="rId3"/>
    <p:sldLayoutId id="2147485504" r:id="rId4"/>
    <p:sldLayoutId id="2147485505" r:id="rId5"/>
    <p:sldLayoutId id="2147485506" r:id="rId6"/>
    <p:sldLayoutId id="2147485507" r:id="rId7"/>
    <p:sldLayoutId id="2147485508" r:id="rId8"/>
    <p:sldLayoutId id="2147485509" r:id="rId9"/>
    <p:sldLayoutId id="2147485510" r:id="rId10"/>
    <p:sldLayoutId id="2147485511" r:id="rId11"/>
    <p:sldLayoutId id="2147485512" r:id="rId12"/>
    <p:sldLayoutId id="2147485513" r:id="rId13"/>
    <p:sldLayoutId id="2147485514" r:id="rId14"/>
    <p:sldLayoutId id="2147485515" r:id="rId15"/>
    <p:sldLayoutId id="2147485516"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29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229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B3DD3A9A-0A2A-4BDE-97E3-30DAADC5744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17" r:id="rId1"/>
    <p:sldLayoutId id="2147485518" r:id="rId2"/>
    <p:sldLayoutId id="2147485519" r:id="rId3"/>
    <p:sldLayoutId id="2147485520" r:id="rId4"/>
    <p:sldLayoutId id="2147485521" r:id="rId5"/>
    <p:sldLayoutId id="2147485522" r:id="rId6"/>
    <p:sldLayoutId id="2147485523" r:id="rId7"/>
    <p:sldLayoutId id="2147485524" r:id="rId8"/>
    <p:sldLayoutId id="2147485525" r:id="rId9"/>
    <p:sldLayoutId id="2147485526" r:id="rId10"/>
    <p:sldLayoutId id="2147485527" r:id="rId11"/>
    <p:sldLayoutId id="2147485528" r:id="rId12"/>
    <p:sldLayoutId id="2147485529" r:id="rId13"/>
    <p:sldLayoutId id="2147485530" r:id="rId14"/>
    <p:sldLayoutId id="2147485531" r:id="rId15"/>
    <p:sldLayoutId id="2147485532"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3315"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392DBE42-4EC0-4415-A407-6AA101AEF0E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33" r:id="rId1"/>
    <p:sldLayoutId id="2147485534" r:id="rId2"/>
    <p:sldLayoutId id="2147485535" r:id="rId3"/>
    <p:sldLayoutId id="2147485536" r:id="rId4"/>
    <p:sldLayoutId id="2147485537" r:id="rId5"/>
    <p:sldLayoutId id="2147485538" r:id="rId6"/>
    <p:sldLayoutId id="2147485539" r:id="rId7"/>
    <p:sldLayoutId id="2147485540" r:id="rId8"/>
    <p:sldLayoutId id="2147485541" r:id="rId9"/>
    <p:sldLayoutId id="2147485542" r:id="rId10"/>
    <p:sldLayoutId id="2147485543" r:id="rId11"/>
    <p:sldLayoutId id="2147485544" r:id="rId12"/>
    <p:sldLayoutId id="2147485545" r:id="rId13"/>
    <p:sldLayoutId id="2147485546" r:id="rId14"/>
    <p:sldLayoutId id="2147485547" r:id="rId15"/>
    <p:sldLayoutId id="2147485548"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4339"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15F7AA68-7C62-4B04-BDB2-7CE9EDABD191}"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49" r:id="rId1"/>
    <p:sldLayoutId id="2147485550" r:id="rId2"/>
    <p:sldLayoutId id="2147485551" r:id="rId3"/>
    <p:sldLayoutId id="2147485552" r:id="rId4"/>
    <p:sldLayoutId id="2147485553" r:id="rId5"/>
    <p:sldLayoutId id="2147485554" r:id="rId6"/>
    <p:sldLayoutId id="2147485555" r:id="rId7"/>
    <p:sldLayoutId id="2147485556" r:id="rId8"/>
    <p:sldLayoutId id="2147485557" r:id="rId9"/>
    <p:sldLayoutId id="2147485558" r:id="rId10"/>
    <p:sldLayoutId id="2147485559" r:id="rId11"/>
    <p:sldLayoutId id="2147485560" r:id="rId12"/>
    <p:sldLayoutId id="2147485561" r:id="rId13"/>
    <p:sldLayoutId id="2147485562" r:id="rId14"/>
    <p:sldLayoutId id="2147485563" r:id="rId15"/>
    <p:sldLayoutId id="2147485564"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362"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5363"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0C6D5520-4E4D-4603-BF9C-11F2AEBC476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65" r:id="rId1"/>
    <p:sldLayoutId id="2147485566" r:id="rId2"/>
    <p:sldLayoutId id="2147485567" r:id="rId3"/>
    <p:sldLayoutId id="2147485568" r:id="rId4"/>
    <p:sldLayoutId id="2147485569" r:id="rId5"/>
    <p:sldLayoutId id="2147485570" r:id="rId6"/>
    <p:sldLayoutId id="2147485571" r:id="rId7"/>
    <p:sldLayoutId id="2147485572" r:id="rId8"/>
    <p:sldLayoutId id="2147485573" r:id="rId9"/>
    <p:sldLayoutId id="2147485574" r:id="rId10"/>
    <p:sldLayoutId id="2147485575" r:id="rId11"/>
    <p:sldLayoutId id="2147485576" r:id="rId12"/>
    <p:sldLayoutId id="2147485577" r:id="rId13"/>
    <p:sldLayoutId id="2147485578" r:id="rId14"/>
    <p:sldLayoutId id="2147485579" r:id="rId15"/>
    <p:sldLayoutId id="2147485580"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386"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6387"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BD9A511D-AF1B-42DC-B662-9D312D0BFC5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81" r:id="rId1"/>
    <p:sldLayoutId id="2147485582" r:id="rId2"/>
    <p:sldLayoutId id="2147485583" r:id="rId3"/>
    <p:sldLayoutId id="2147485584" r:id="rId4"/>
    <p:sldLayoutId id="2147485585" r:id="rId5"/>
    <p:sldLayoutId id="2147485586" r:id="rId6"/>
    <p:sldLayoutId id="2147485587" r:id="rId7"/>
    <p:sldLayoutId id="2147485588" r:id="rId8"/>
    <p:sldLayoutId id="2147485589" r:id="rId9"/>
    <p:sldLayoutId id="2147485590" r:id="rId10"/>
    <p:sldLayoutId id="2147485591" r:id="rId11"/>
    <p:sldLayoutId id="2147485592" r:id="rId12"/>
    <p:sldLayoutId id="2147485593" r:id="rId13"/>
    <p:sldLayoutId id="2147485594" r:id="rId14"/>
    <p:sldLayoutId id="2147485595" r:id="rId15"/>
    <p:sldLayoutId id="2147485596"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Title Placeholder 1"/>
          <p:cNvSpPr>
            <a:spLocks noGrp="1"/>
          </p:cNvSpPr>
          <p:nvPr>
            <p:ph type="title"/>
          </p:nvPr>
        </p:nvSpPr>
        <p:spPr bwMode="auto">
          <a:xfrm>
            <a:off x="693738" y="400050"/>
            <a:ext cx="869632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7411" name="Text Placeholder 2"/>
          <p:cNvSpPr>
            <a:spLocks noGrp="1"/>
          </p:cNvSpPr>
          <p:nvPr>
            <p:ph type="body" idx="1"/>
          </p:nvPr>
        </p:nvSpPr>
        <p:spPr bwMode="auto">
          <a:xfrm>
            <a:off x="693738" y="2009775"/>
            <a:ext cx="8696325"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a:solidFill>
                  <a:srgbClr val="4F81BD"/>
                </a:solidFill>
                <a:latin typeface="+mn-lt"/>
                <a:ea typeface="+mn-ea"/>
                <a:cs typeface="+mn-cs"/>
              </a:defRPr>
            </a:lvl1pPr>
          </a:lstStyle>
          <a:p>
            <a:pPr>
              <a:defRPr/>
            </a:pPr>
            <a:fld id="{A3F60E9E-A804-4446-B3A5-E236DECD579D}"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597" r:id="rId1"/>
    <p:sldLayoutId id="2147485598" r:id="rId2"/>
    <p:sldLayoutId id="2147485599" r:id="rId3"/>
    <p:sldLayoutId id="2147485600" r:id="rId4"/>
    <p:sldLayoutId id="2147485601" r:id="rId5"/>
    <p:sldLayoutId id="2147485602" r:id="rId6"/>
    <p:sldLayoutId id="2147485603" r:id="rId7"/>
    <p:sldLayoutId id="2147485604" r:id="rId8"/>
    <p:sldLayoutId id="2147485605" r:id="rId9"/>
    <p:sldLayoutId id="2147485606" r:id="rId10"/>
    <p:sldLayoutId id="2147485607" r:id="rId11"/>
    <p:sldLayoutId id="2147485608" r:id="rId12"/>
    <p:sldLayoutId id="2147485609" r:id="rId13"/>
    <p:sldLayoutId id="2147485610" r:id="rId14"/>
    <p:sldLayoutId id="2147485611" r:id="rId15"/>
    <p:sldLayoutId id="2147485612" r:id="rId16"/>
  </p:sldLayoutIdLst>
  <p:hf hdr="0" ftr="0" dt="0"/>
  <p:txStyles>
    <p:titleStyle>
      <a:lvl1pPr algn="l" defTabSz="503238" rtl="0" eaLnBrk="0" fontAlgn="base" hangingPunct="0">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eaLnBrk="0" fontAlgn="base" hangingPunct="0">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657D5AF5-A277-471E-958A-BAA31B97FB58}"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613" r:id="rId1"/>
    <p:sldLayoutId id="2147485614" r:id="rId2"/>
    <p:sldLayoutId id="2147485615" r:id="rId3"/>
    <p:sldLayoutId id="2147485616" r:id="rId4"/>
    <p:sldLayoutId id="2147485617" r:id="rId5"/>
    <p:sldLayoutId id="2147485618" r:id="rId6"/>
    <p:sldLayoutId id="2147485619" r:id="rId7"/>
    <p:sldLayoutId id="2147485620" r:id="rId8"/>
    <p:sldLayoutId id="2147485621" r:id="rId9"/>
    <p:sldLayoutId id="2147485622" r:id="rId10"/>
    <p:sldLayoutId id="2147485623" r:id="rId11"/>
    <p:sldLayoutId id="2147485624" r:id="rId12"/>
    <p:sldLayoutId id="2147485625" r:id="rId13"/>
    <p:sldLayoutId id="2147485626" r:id="rId14"/>
    <p:sldLayoutId id="2147485627" r:id="rId15"/>
    <p:sldLayoutId id="2147485628"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A35F6008-5B2F-469D-AF1F-96975467AE83}"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645" r:id="rId1"/>
    <p:sldLayoutId id="2147485646" r:id="rId2"/>
    <p:sldLayoutId id="2147485647" r:id="rId3"/>
    <p:sldLayoutId id="2147485648" r:id="rId4"/>
    <p:sldLayoutId id="2147485649" r:id="rId5"/>
    <p:sldLayoutId id="2147485650" r:id="rId6"/>
    <p:sldLayoutId id="2147485651" r:id="rId7"/>
    <p:sldLayoutId id="2147485652" r:id="rId8"/>
    <p:sldLayoutId id="2147485653" r:id="rId9"/>
    <p:sldLayoutId id="2147485654" r:id="rId10"/>
    <p:sldLayoutId id="2147485655" r:id="rId11"/>
    <p:sldLayoutId id="2147485656" r:id="rId12"/>
    <p:sldLayoutId id="2147485657" r:id="rId13"/>
    <p:sldLayoutId id="2147485658" r:id="rId14"/>
    <p:sldLayoutId id="2147485659" r:id="rId15"/>
    <p:sldLayoutId id="2147485660"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E897D2C6-9971-4004-8DF8-FB3932F9A62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661" r:id="rId1"/>
    <p:sldLayoutId id="2147485662" r:id="rId2"/>
    <p:sldLayoutId id="2147485663" r:id="rId3"/>
    <p:sldLayoutId id="2147485664" r:id="rId4"/>
    <p:sldLayoutId id="2147485665" r:id="rId5"/>
    <p:sldLayoutId id="2147485666" r:id="rId6"/>
    <p:sldLayoutId id="2147485667" r:id="rId7"/>
    <p:sldLayoutId id="2147485668" r:id="rId8"/>
    <p:sldLayoutId id="2147485669" r:id="rId9"/>
    <p:sldLayoutId id="2147485670" r:id="rId10"/>
    <p:sldLayoutId id="2147485671" r:id="rId11"/>
    <p:sldLayoutId id="2147485672" r:id="rId12"/>
    <p:sldLayoutId id="2147485673" r:id="rId13"/>
    <p:sldLayoutId id="2147485674" r:id="rId14"/>
    <p:sldLayoutId id="2147485675" r:id="rId15"/>
    <p:sldLayoutId id="2147485676"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114D78EA-A21D-42DD-B497-D05D644C4385}"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677" r:id="rId1"/>
    <p:sldLayoutId id="2147485678" r:id="rId2"/>
    <p:sldLayoutId id="2147485679" r:id="rId3"/>
    <p:sldLayoutId id="2147485680" r:id="rId4"/>
    <p:sldLayoutId id="2147485681" r:id="rId5"/>
    <p:sldLayoutId id="2147485682" r:id="rId6"/>
    <p:sldLayoutId id="2147485683" r:id="rId7"/>
    <p:sldLayoutId id="2147485684" r:id="rId8"/>
    <p:sldLayoutId id="2147485685" r:id="rId9"/>
    <p:sldLayoutId id="2147485686" r:id="rId10"/>
    <p:sldLayoutId id="2147485687" r:id="rId11"/>
    <p:sldLayoutId id="2147485688" r:id="rId12"/>
    <p:sldLayoutId id="2147485689" r:id="rId13"/>
    <p:sldLayoutId id="2147485690" r:id="rId14"/>
    <p:sldLayoutId id="2147485691" r:id="rId15"/>
    <p:sldLayoutId id="2147485692"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FC785407-DE25-46D6-B10E-AD177B5B852F}"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693" r:id="rId1"/>
    <p:sldLayoutId id="2147485694" r:id="rId2"/>
    <p:sldLayoutId id="2147485695" r:id="rId3"/>
    <p:sldLayoutId id="2147485696" r:id="rId4"/>
    <p:sldLayoutId id="2147485697" r:id="rId5"/>
    <p:sldLayoutId id="2147485698" r:id="rId6"/>
    <p:sldLayoutId id="2147485699" r:id="rId7"/>
    <p:sldLayoutId id="2147485700" r:id="rId8"/>
    <p:sldLayoutId id="2147485701" r:id="rId9"/>
    <p:sldLayoutId id="2147485702" r:id="rId10"/>
    <p:sldLayoutId id="2147485703" r:id="rId11"/>
    <p:sldLayoutId id="2147485704" r:id="rId12"/>
    <p:sldLayoutId id="2147485705" r:id="rId13"/>
    <p:sldLayoutId id="2147485706" r:id="rId14"/>
    <p:sldLayoutId id="2147485707" r:id="rId15"/>
    <p:sldLayoutId id="2147485708"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9F97DF8B-5C46-4FA9-8A8A-D91359606682}"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09" r:id="rId1"/>
    <p:sldLayoutId id="2147485710" r:id="rId2"/>
    <p:sldLayoutId id="2147485711" r:id="rId3"/>
    <p:sldLayoutId id="2147485712" r:id="rId4"/>
    <p:sldLayoutId id="2147485713" r:id="rId5"/>
    <p:sldLayoutId id="2147485714" r:id="rId6"/>
    <p:sldLayoutId id="2147485715" r:id="rId7"/>
    <p:sldLayoutId id="2147485716" r:id="rId8"/>
    <p:sldLayoutId id="2147485717" r:id="rId9"/>
    <p:sldLayoutId id="2147485718" r:id="rId10"/>
    <p:sldLayoutId id="2147485719" r:id="rId11"/>
    <p:sldLayoutId id="2147485720" r:id="rId12"/>
    <p:sldLayoutId id="2147485721" r:id="rId13"/>
    <p:sldLayoutId id="2147485722" r:id="rId14"/>
    <p:sldLayoutId id="2147485723" r:id="rId15"/>
    <p:sldLayoutId id="2147485724"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A96E04C6-3D62-4A66-887B-745D62110EC3}"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25" r:id="rId1"/>
    <p:sldLayoutId id="2147485726" r:id="rId2"/>
    <p:sldLayoutId id="2147485727" r:id="rId3"/>
    <p:sldLayoutId id="2147485728" r:id="rId4"/>
    <p:sldLayoutId id="2147485729" r:id="rId5"/>
    <p:sldLayoutId id="2147485730" r:id="rId6"/>
    <p:sldLayoutId id="2147485731" r:id="rId7"/>
    <p:sldLayoutId id="2147485732" r:id="rId8"/>
    <p:sldLayoutId id="2147485733" r:id="rId9"/>
    <p:sldLayoutId id="2147485734" r:id="rId10"/>
    <p:sldLayoutId id="2147485735" r:id="rId11"/>
    <p:sldLayoutId id="2147485736" r:id="rId12"/>
    <p:sldLayoutId id="2147485737" r:id="rId13"/>
    <p:sldLayoutId id="2147485738" r:id="rId14"/>
    <p:sldLayoutId id="2147485739" r:id="rId15"/>
    <p:sldLayoutId id="2147485740"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C342B67C-DE31-4368-B928-A4F17539F10B}"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41" r:id="rId1"/>
    <p:sldLayoutId id="2147485742" r:id="rId2"/>
    <p:sldLayoutId id="2147485743" r:id="rId3"/>
    <p:sldLayoutId id="2147485744" r:id="rId4"/>
    <p:sldLayoutId id="2147485745" r:id="rId5"/>
    <p:sldLayoutId id="2147485746" r:id="rId6"/>
    <p:sldLayoutId id="2147485747" r:id="rId7"/>
    <p:sldLayoutId id="2147485748" r:id="rId8"/>
    <p:sldLayoutId id="2147485749" r:id="rId9"/>
    <p:sldLayoutId id="2147485750" r:id="rId10"/>
    <p:sldLayoutId id="2147485751" r:id="rId11"/>
    <p:sldLayoutId id="2147485752" r:id="rId12"/>
    <p:sldLayoutId id="2147485753" r:id="rId13"/>
    <p:sldLayoutId id="2147485754" r:id="rId14"/>
    <p:sldLayoutId id="2147485755" r:id="rId15"/>
    <p:sldLayoutId id="2147485756"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DA9102F3-A840-4FC5-A5AD-7B783B280A64}"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57" r:id="rId1"/>
    <p:sldLayoutId id="2147485758" r:id="rId2"/>
    <p:sldLayoutId id="2147485759" r:id="rId3"/>
    <p:sldLayoutId id="2147485760" r:id="rId4"/>
    <p:sldLayoutId id="2147485761" r:id="rId5"/>
    <p:sldLayoutId id="2147485762" r:id="rId6"/>
    <p:sldLayoutId id="2147485763" r:id="rId7"/>
    <p:sldLayoutId id="2147485764" r:id="rId8"/>
    <p:sldLayoutId id="2147485765" r:id="rId9"/>
    <p:sldLayoutId id="2147485766" r:id="rId10"/>
    <p:sldLayoutId id="2147485767" r:id="rId11"/>
    <p:sldLayoutId id="2147485768" r:id="rId12"/>
    <p:sldLayoutId id="2147485769" r:id="rId13"/>
    <p:sldLayoutId id="2147485770" r:id="rId14"/>
    <p:sldLayoutId id="2147485771" r:id="rId15"/>
    <p:sldLayoutId id="2147485772"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7ABFAF6C-3518-48F3-ADA0-BDAF4AD377EC}"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73" r:id="rId1"/>
    <p:sldLayoutId id="2147485774" r:id="rId2"/>
    <p:sldLayoutId id="2147485775" r:id="rId3"/>
    <p:sldLayoutId id="2147485776" r:id="rId4"/>
    <p:sldLayoutId id="2147485777" r:id="rId5"/>
    <p:sldLayoutId id="2147485778" r:id="rId6"/>
    <p:sldLayoutId id="2147485779" r:id="rId7"/>
    <p:sldLayoutId id="2147485780" r:id="rId8"/>
    <p:sldLayoutId id="2147485781" r:id="rId9"/>
    <p:sldLayoutId id="2147485782" r:id="rId10"/>
    <p:sldLayoutId id="2147485783" r:id="rId11"/>
    <p:sldLayoutId id="2147485784" r:id="rId12"/>
    <p:sldLayoutId id="2147485785" r:id="rId13"/>
    <p:sldLayoutId id="2147485786" r:id="rId14"/>
    <p:sldLayoutId id="2147485787" r:id="rId15"/>
    <p:sldLayoutId id="2147485788"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3738" y="400050"/>
            <a:ext cx="8696325" cy="14605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93738" y="2009775"/>
            <a:ext cx="8696325" cy="47974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3338513" y="7008813"/>
            <a:ext cx="34004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992" smtClean="0">
                <a:solidFill>
                  <a:prstClr val="black">
                    <a:tint val="75000"/>
                  </a:prstClr>
                </a:solidFill>
                <a:latin typeface="Arial" panose="020B0604020202020204"/>
                <a:ea typeface="黑体" panose="02010609060101010101" pitchFamily="49" charset="-122"/>
                <a:cs typeface="+mn-cs"/>
              </a:defRPr>
            </a:lvl1pPr>
          </a:lstStyle>
          <a:p>
            <a:pPr>
              <a:defRPr/>
            </a:pPr>
            <a:endParaRPr lang="en-US" dirty="0">
              <a:ea typeface="+mn-ea"/>
            </a:endParaRPr>
          </a:p>
        </p:txBody>
      </p:sp>
      <p:sp>
        <p:nvSpPr>
          <p:cNvPr id="5" name="Footer Placeholder 4"/>
          <p:cNvSpPr>
            <a:spLocks noGrp="1"/>
          </p:cNvSpPr>
          <p:nvPr>
            <p:ph type="ftr" sz="quarter" idx="3"/>
          </p:nvPr>
        </p:nvSpPr>
        <p:spPr>
          <a:xfrm>
            <a:off x="693738" y="7008813"/>
            <a:ext cx="2270125" cy="401637"/>
          </a:xfrm>
          <a:prstGeom prst="rect">
            <a:avLst/>
          </a:prstGeom>
        </p:spPr>
        <p:txBody>
          <a:bodyPr vert="horz" lIns="91440" tIns="45720" rIns="91440" bIns="45720" rtlCol="0" anchor="ctr"/>
          <a:lstStyle>
            <a:lvl1pPr algn="l" defTabSz="503972" eaLnBrk="1" fontAlgn="auto" hangingPunct="1">
              <a:spcBef>
                <a:spcPts val="0"/>
              </a:spcBef>
              <a:spcAft>
                <a:spcPts val="0"/>
              </a:spcAft>
              <a:defRPr sz="992" dirty="0">
                <a:solidFill>
                  <a:prstClr val="black">
                    <a:tint val="75000"/>
                  </a:prstClr>
                </a:solidFill>
                <a:latin typeface="Arial" panose="020B0604020202020204"/>
                <a:ea typeface="+mn-ea"/>
                <a:cs typeface="+mn-cs"/>
              </a:defRPr>
            </a:lvl1pPr>
          </a:lstStyle>
          <a:p>
            <a:pPr>
              <a:defRPr/>
            </a:pPr>
            <a:endParaRPr lang="en-US"/>
          </a:p>
        </p:txBody>
      </p:sp>
      <p:sp>
        <p:nvSpPr>
          <p:cNvPr id="6" name="Slide Number Placeholder 5"/>
          <p:cNvSpPr>
            <a:spLocks noGrp="1"/>
          </p:cNvSpPr>
          <p:nvPr>
            <p:ph type="sldNum" sz="quarter" idx="4"/>
          </p:nvPr>
        </p:nvSpPr>
        <p:spPr>
          <a:xfrm>
            <a:off x="7119938" y="7008813"/>
            <a:ext cx="2270125" cy="401637"/>
          </a:xfrm>
          <a:prstGeom prst="rect">
            <a:avLst/>
          </a:prstGeom>
        </p:spPr>
        <p:txBody>
          <a:bodyPr vert="horz" lIns="91440" tIns="45720" rIns="91440" bIns="45720" rtlCol="0" anchor="ctr"/>
          <a:lstStyle>
            <a:lvl1pPr algn="r" defTabSz="503972" eaLnBrk="1" fontAlgn="auto" hangingPunct="1">
              <a:spcBef>
                <a:spcPts val="0"/>
              </a:spcBef>
              <a:spcAft>
                <a:spcPts val="0"/>
              </a:spcAft>
              <a:defRPr sz="1323" b="0" smtClean="0">
                <a:solidFill>
                  <a:srgbClr val="4F81BD"/>
                </a:solidFill>
                <a:latin typeface="+mn-lt"/>
                <a:ea typeface="+mn-ea"/>
                <a:cs typeface="+mn-cs"/>
              </a:defRPr>
            </a:lvl1pPr>
          </a:lstStyle>
          <a:p>
            <a:pPr>
              <a:defRPr/>
            </a:pPr>
            <a:fld id="{3DFD36D3-CC2E-4DBD-8607-2BA9D432860C}" type="slidenum">
              <a:rPr lang="en-US"/>
              <a:pPr>
                <a:defRPr/>
              </a:pPr>
              <a:t>‹#›</a:t>
            </a:fld>
            <a:endParaRPr lang="en-US" dirty="0"/>
          </a:p>
        </p:txBody>
      </p:sp>
      <p:sp>
        <p:nvSpPr>
          <p:cNvPr id="9" name="矩形 8"/>
          <p:cNvSpPr/>
          <p:nvPr userDrawn="1"/>
        </p:nvSpPr>
        <p:spPr>
          <a:xfrm>
            <a:off x="7131050" y="0"/>
            <a:ext cx="2960688" cy="7569200"/>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anchor="ctr"/>
          <a:lstStyle/>
          <a:p>
            <a:pPr algn="ctr" defTabSz="503972" eaLnBrk="1" fontAlgn="auto" hangingPunct="1">
              <a:spcBef>
                <a:spcPts val="0"/>
              </a:spcBef>
              <a:spcAft>
                <a:spcPts val="0"/>
              </a:spcAft>
              <a:defRPr/>
            </a:pPr>
            <a:r>
              <a:rPr lang="zh-CN" altLang="en-US" dirty="0">
                <a:solidFill>
                  <a:prstClr val="white"/>
                </a:solidFill>
              </a:rPr>
              <a:t>视频区域</a:t>
            </a:r>
          </a:p>
        </p:txBody>
      </p:sp>
    </p:spTree>
  </p:cSld>
  <p:clrMap bg1="lt1" tx1="dk1" bg2="lt2" tx2="dk2" accent1="accent1" accent2="accent2" accent3="accent3" accent4="accent4" accent5="accent5" accent6="accent6" hlink="hlink" folHlink="folHlink"/>
  <p:sldLayoutIdLst>
    <p:sldLayoutId id="2147485789" r:id="rId1"/>
    <p:sldLayoutId id="2147485790" r:id="rId2"/>
    <p:sldLayoutId id="2147485791" r:id="rId3"/>
    <p:sldLayoutId id="2147485792" r:id="rId4"/>
    <p:sldLayoutId id="2147485793" r:id="rId5"/>
    <p:sldLayoutId id="2147485794" r:id="rId6"/>
    <p:sldLayoutId id="2147485795" r:id="rId7"/>
    <p:sldLayoutId id="2147485796" r:id="rId8"/>
    <p:sldLayoutId id="2147485797" r:id="rId9"/>
    <p:sldLayoutId id="2147485798" r:id="rId10"/>
    <p:sldLayoutId id="2147485799" r:id="rId11"/>
    <p:sldLayoutId id="2147485800" r:id="rId12"/>
    <p:sldLayoutId id="2147485801" r:id="rId13"/>
    <p:sldLayoutId id="2147485802" r:id="rId14"/>
    <p:sldLayoutId id="2147485803" r:id="rId15"/>
    <p:sldLayoutId id="2147485804" r:id="rId16"/>
  </p:sldLayoutIdLst>
  <p:hf hdr="0" ftr="0" dt="0"/>
  <p:txStyles>
    <p:titleStyle>
      <a:lvl1pPr algn="l" defTabSz="503238" rtl="0" fontAlgn="base">
        <a:spcBef>
          <a:spcPct val="0"/>
        </a:spcBef>
        <a:spcAft>
          <a:spcPct val="0"/>
        </a:spcAft>
        <a:defRPr sz="3900" kern="1200">
          <a:solidFill>
            <a:schemeClr val="accent1"/>
          </a:solidFill>
          <a:latin typeface="微软雅黑" panose="020B0503020204020204" pitchFamily="34" charset="-122"/>
          <a:ea typeface="微软雅黑" panose="020B0503020204020204" pitchFamily="34" charset="-122"/>
          <a:cs typeface="+mj-cs"/>
        </a:defRPr>
      </a:lvl1pPr>
      <a:lvl2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2pPr>
      <a:lvl3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3pPr>
      <a:lvl4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4pPr>
      <a:lvl5pPr algn="l" defTabSz="503238" rtl="0" fontAlgn="base">
        <a:spcBef>
          <a:spcPct val="0"/>
        </a:spcBef>
        <a:spcAft>
          <a:spcPct val="0"/>
        </a:spcAft>
        <a:defRPr sz="3900">
          <a:solidFill>
            <a:schemeClr val="accent1"/>
          </a:solidFill>
          <a:latin typeface="微软雅黑" panose="020B0503020204020204" pitchFamily="34" charset="-122"/>
          <a:ea typeface="微软雅黑" panose="020B0503020204020204" pitchFamily="34"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fontAlgn="base">
        <a:spcBef>
          <a:spcPts val="1100"/>
        </a:spcBef>
        <a:spcAft>
          <a:spcPct val="0"/>
        </a:spcAft>
        <a:buClr>
          <a:schemeClr val="accent1"/>
        </a:buClr>
        <a:buSzPct val="80000"/>
        <a:buFont typeface="Wingdings 3" panose="05040102010807070707" pitchFamily="18" charset="2"/>
        <a:buChar char=""/>
        <a:defRPr sz="3000" kern="1200">
          <a:solidFill>
            <a:srgbClr val="404040"/>
          </a:solidFill>
          <a:latin typeface="微软雅黑" panose="020B0503020204020204" pitchFamily="34" charset="-122"/>
          <a:ea typeface="微软雅黑" panose="020B0503020204020204" pitchFamily="34" charset="-122"/>
          <a:cs typeface="+mn-cs"/>
        </a:defRPr>
      </a:lvl1pPr>
      <a:lvl2pPr marL="817563" indent="-314325" algn="l" defTabSz="503238" rtl="0" fontAlgn="base">
        <a:spcBef>
          <a:spcPts val="1100"/>
        </a:spcBef>
        <a:spcAft>
          <a:spcPct val="0"/>
        </a:spcAft>
        <a:buClr>
          <a:schemeClr val="accent1"/>
        </a:buClr>
        <a:buSzPct val="80000"/>
        <a:buFont typeface="Wingdings 3" panose="05040102010807070707" pitchFamily="18" charset="2"/>
        <a:buChar char=""/>
        <a:defRPr sz="2600" kern="1200">
          <a:solidFill>
            <a:srgbClr val="404040"/>
          </a:solidFill>
          <a:latin typeface="微软雅黑" panose="020B0503020204020204" pitchFamily="34" charset="-122"/>
          <a:ea typeface="微软雅黑" panose="020B0503020204020204" pitchFamily="34" charset="-122"/>
          <a:cs typeface="+mn-cs"/>
        </a:defRPr>
      </a:lvl2pPr>
      <a:lvl3pPr marL="1258888" indent="-250825" algn="l" defTabSz="503238" rtl="0" fontAlgn="base">
        <a:spcBef>
          <a:spcPts val="1100"/>
        </a:spcBef>
        <a:spcAft>
          <a:spcPct val="0"/>
        </a:spcAft>
        <a:buClr>
          <a:schemeClr val="accent1"/>
        </a:buClr>
        <a:buSzPct val="80000"/>
        <a:buFont typeface="Wingdings 3" panose="05040102010807070707" pitchFamily="18" charset="2"/>
        <a:buChar char=""/>
        <a:defRPr sz="2200" kern="1200">
          <a:solidFill>
            <a:srgbClr val="404040"/>
          </a:solidFill>
          <a:latin typeface="微软雅黑" panose="020B0503020204020204" pitchFamily="34" charset="-122"/>
          <a:ea typeface="微软雅黑" panose="020B0503020204020204" pitchFamily="34" charset="-122"/>
          <a:cs typeface="+mn-cs"/>
        </a:defRPr>
      </a:lvl3pPr>
      <a:lvl4pPr marL="1763713"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4pPr>
      <a:lvl5pPr marL="2266950" indent="-250825" algn="l" defTabSz="503238" rtl="0" fontAlgn="base">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微软雅黑" panose="020B0503020204020204" pitchFamily="34" charset="-122"/>
          <a:ea typeface="微软雅黑" panose="020B0503020204020204" pitchFamily="34" charset="-122"/>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9.xml"/><Relationship Id="rId1" Type="http://schemas.openxmlformats.org/officeDocument/2006/relationships/slideLayout" Target="../slideLayouts/slideLayout4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6.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1.xml"/><Relationship Id="rId1" Type="http://schemas.openxmlformats.org/officeDocument/2006/relationships/slideLayout" Target="../slideLayouts/slideLayout7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8.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104.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104.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104.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10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0.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13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8.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16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6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8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9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2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60.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9.xml"/><Relationship Id="rId1" Type="http://schemas.openxmlformats.org/officeDocument/2006/relationships/slideLayout" Target="../slideLayouts/slideLayout34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376.xml"/><Relationship Id="rId4" Type="http://schemas.openxmlformats.org/officeDocument/2006/relationships/image" Target="../media/image7.png"/></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392.xml"/><Relationship Id="rId4" Type="http://schemas.openxmlformats.org/officeDocument/2006/relationships/image" Target="../media/image7.png"/></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392.xml"/><Relationship Id="rId4" Type="http://schemas.openxmlformats.org/officeDocument/2006/relationships/image" Target="../media/image7.png"/></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392.xml"/><Relationship Id="rId4" Type="http://schemas.openxmlformats.org/officeDocument/2006/relationships/image" Target="../media/image7.png"/></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392.xml"/><Relationship Id="rId4" Type="http://schemas.openxmlformats.org/officeDocument/2006/relationships/image" Target="../media/image7.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0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08.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0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08.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0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idx="4294967295"/>
          </p:nvPr>
        </p:nvSpPr>
        <p:spPr>
          <a:xfrm>
            <a:off x="504825" y="4500563"/>
            <a:ext cx="8001000" cy="1260475"/>
          </a:xfrm>
        </p:spPr>
        <p:txBody>
          <a:bodyPr/>
          <a:lstStyle/>
          <a:p>
            <a:pPr eaLnBrk="1">
              <a:tabLst>
                <a:tab pos="723900" algn="l"/>
                <a:tab pos="1447800" algn="l"/>
                <a:tab pos="2171700" algn="l"/>
                <a:tab pos="2895600" algn="l"/>
                <a:tab pos="3619500" algn="l"/>
                <a:tab pos="4343400" algn="l"/>
                <a:tab pos="5067300" algn="l"/>
                <a:tab pos="5791200" algn="l"/>
                <a:tab pos="6515100" algn="l"/>
                <a:tab pos="7239000" algn="l"/>
              </a:tabLst>
            </a:pPr>
            <a:r>
              <a:rPr lang="zh-CN" altLang="en-US" dirty="0">
                <a:ea typeface="楷体_GB2312" panose="02010609030101010101"/>
              </a:rPr>
              <a:t>第七章 运行时存储空间的组织</a:t>
            </a:r>
          </a:p>
        </p:txBody>
      </p:sp>
      <p:sp>
        <p:nvSpPr>
          <p:cNvPr id="458755" name="Rectangle 3"/>
          <p:cNvSpPr txBox="1">
            <a:spLocks noChangeArrowheads="1"/>
          </p:cNvSpPr>
          <p:nvPr/>
        </p:nvSpPr>
        <p:spPr bwMode="auto">
          <a:xfrm>
            <a:off x="4968875" y="1241425"/>
            <a:ext cx="4606925"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9404" rIns="0" bIns="0" anchor="ctr"/>
          <a:lstStyle>
            <a:lvl1pPr marL="342900" indent="-342900">
              <a:lnSpc>
                <a:spcPct val="93000"/>
              </a:lnSpc>
              <a:spcAft>
                <a:spcPts val="142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3200">
                <a:solidFill>
                  <a:srgbClr val="000000"/>
                </a:solidFill>
                <a:latin typeface="Arial" panose="020B0604020202020204" pitchFamily="34" charset="0"/>
                <a:ea typeface="方正书宋_GBK"/>
                <a:cs typeface="方正书宋_GBK"/>
              </a:defRPr>
            </a:lvl1pPr>
            <a:lvl2pPr>
              <a:lnSpc>
                <a:spcPct val="93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800">
                <a:solidFill>
                  <a:srgbClr val="000000"/>
                </a:solidFill>
                <a:latin typeface="Arial" panose="020B0604020202020204" pitchFamily="34" charset="0"/>
                <a:ea typeface="方正书宋_GBK"/>
                <a:cs typeface="方正书宋_GBK"/>
              </a:defRPr>
            </a:lvl2pPr>
            <a:lvl3pPr>
              <a:lnSpc>
                <a:spcPct val="93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400">
                <a:solidFill>
                  <a:srgbClr val="000000"/>
                </a:solidFill>
                <a:latin typeface="Arial" panose="020B0604020202020204" pitchFamily="34" charset="0"/>
                <a:ea typeface="方正书宋_GBK"/>
                <a:cs typeface="方正书宋_GBK"/>
              </a:defRPr>
            </a:lvl3pPr>
            <a:lvl4pPr>
              <a:lnSpc>
                <a:spcPct val="93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4pPr>
            <a:lvl5pPr>
              <a:lnSpc>
                <a:spcPct val="93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5pPr>
            <a:lvl6pPr marL="25146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6pPr>
            <a:lvl7pPr marL="29718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7pPr>
            <a:lvl8pPr marL="34290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8pPr>
            <a:lvl9pPr marL="3886200" indent="-228600" defTabSz="449263" eaLnBrk="0" fontAlgn="base" hangingPunct="0">
              <a:lnSpc>
                <a:spcPct val="93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Lst>
              <a:defRPr sz="2000">
                <a:solidFill>
                  <a:srgbClr val="000000"/>
                </a:solidFill>
                <a:latin typeface="Arial" panose="020B0604020202020204" pitchFamily="34" charset="0"/>
                <a:ea typeface="方正书宋_GBK"/>
                <a:cs typeface="方正书宋_GBK"/>
              </a:defRPr>
            </a:lvl9pPr>
          </a:lstStyle>
          <a:p>
            <a:pPr>
              <a:lnSpc>
                <a:spcPct val="150000"/>
              </a:lnSpc>
              <a:spcAft>
                <a:spcPct val="0"/>
              </a:spcAft>
              <a:buFont typeface="Times New Roman" panose="02020603050405020304" pitchFamily="18" charset="0"/>
              <a:buNone/>
            </a:pPr>
            <a:r>
              <a:rPr lang="zh-CN" altLang="zh-CN" sz="4800" dirty="0">
                <a:ea typeface="微软雅黑" panose="020B0503020204020204" pitchFamily="34" charset="-122"/>
                <a:cs typeface="Droid Sans Fallback"/>
              </a:rPr>
              <a:t>编译技术</a:t>
            </a:r>
          </a:p>
          <a:p>
            <a:pPr>
              <a:lnSpc>
                <a:spcPct val="150000"/>
              </a:lnSpc>
              <a:spcAft>
                <a:spcPct val="0"/>
              </a:spcAft>
              <a:buFont typeface="Times New Roman" panose="02020603050405020304" pitchFamily="18" charset="0"/>
              <a:buNone/>
            </a:pPr>
            <a:r>
              <a:rPr lang="zh-CN" altLang="en-US" sz="3400">
                <a:ea typeface="微软雅黑" panose="020B0503020204020204" pitchFamily="34" charset="-122"/>
                <a:cs typeface="Droid Sans Fallback"/>
              </a:rPr>
              <a:t>胡荣耀</a:t>
            </a:r>
            <a:endParaRPr lang="zh-CN" altLang="en-US" dirty="0">
              <a:ea typeface="微软雅黑" panose="020B0503020204020204" pitchFamily="34" charset="-122"/>
              <a:cs typeface="Droid Sans Fallback"/>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050"/>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运行时存储空间的组织</a:t>
            </a:r>
            <a:endParaRPr lang="zh-CN" altLang="en-US" dirty="0"/>
          </a:p>
        </p:txBody>
      </p:sp>
      <p:sp>
        <p:nvSpPr>
          <p:cNvPr id="8195" name="Rectangle 2051"/>
          <p:cNvSpPr>
            <a:spLocks noGrp="1" noChangeArrowheads="1"/>
          </p:cNvSpPr>
          <p:nvPr>
            <p:ph idx="1"/>
          </p:nvPr>
        </p:nvSpPr>
        <p:spPr/>
        <p:txBody>
          <a:bodyPr rtlCol="0">
            <a:normAutofit/>
          </a:bodyPr>
          <a:lstStyle/>
          <a:p>
            <a:pPr marL="377979" indent="-377979" defTabSz="503972" eaLnBrk="1" fontAlgn="auto" hangingPunct="1">
              <a:spcBef>
                <a:spcPct val="30000"/>
              </a:spcBef>
              <a:spcAft>
                <a:spcPts val="0"/>
              </a:spcAft>
              <a:buFont typeface="Wingdings 3" charset="2"/>
              <a:buChar char=""/>
              <a:defRPr/>
            </a:pPr>
            <a:r>
              <a:rPr lang="zh-CN" altLang="en-US" sz="3086">
                <a:solidFill>
                  <a:schemeClr val="tx1">
                    <a:lumMod val="75000"/>
                    <a:lumOff val="25000"/>
                  </a:schemeClr>
                </a:solidFill>
              </a:rPr>
              <a:t>目标程序运行时的活动</a:t>
            </a:r>
            <a:endParaRPr lang="en-US" altLang="zh-CN" sz="3086">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r>
              <a:rPr lang="zh-CN" altLang="en-US" sz="3086">
                <a:solidFill>
                  <a:schemeClr val="tx1">
                    <a:lumMod val="75000"/>
                    <a:lumOff val="25000"/>
                  </a:schemeClr>
                </a:solidFill>
              </a:rPr>
              <a:t>运行时存储器的划分</a:t>
            </a:r>
            <a:endParaRPr lang="en-US" altLang="zh-CN" sz="3086">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r>
              <a:rPr lang="zh-CN" altLang="en-US" sz="3086">
                <a:solidFill>
                  <a:schemeClr val="tx1">
                    <a:lumMod val="75000"/>
                    <a:lumOff val="25000"/>
                  </a:schemeClr>
                </a:solidFill>
              </a:rPr>
              <a:t>一个简单栈式存储分配</a:t>
            </a:r>
            <a:endParaRPr lang="en-US" altLang="zh-CN" sz="3086">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r>
              <a:rPr lang="zh-CN" altLang="en-US" sz="3086">
                <a:solidFill>
                  <a:schemeClr val="tx1">
                    <a:lumMod val="75000"/>
                    <a:lumOff val="25000"/>
                  </a:schemeClr>
                </a:solidFill>
              </a:rPr>
              <a:t>嵌套过程语言的栈式实现</a:t>
            </a:r>
            <a:endParaRPr lang="zh-CN" altLang="en-US" sz="3086" dirty="0">
              <a:solidFill>
                <a:schemeClr val="tx1">
                  <a:lumMod val="75000"/>
                  <a:lumOff val="25000"/>
                </a:schemeClr>
              </a:solidFill>
            </a:endParaRPr>
          </a:p>
        </p:txBody>
      </p:sp>
      <p:sp>
        <p:nvSpPr>
          <p:cNvPr id="6" name="灯片编号占位符 5">
            <a:extLst>
              <a:ext uri="{FF2B5EF4-FFF2-40B4-BE49-F238E27FC236}">
                <a16:creationId xmlns:a16="http://schemas.microsoft.com/office/drawing/2014/main" id="{FBC26598-D4F0-C6E9-DF9E-04398B56F30B}"/>
              </a:ext>
            </a:extLst>
          </p:cNvPr>
          <p:cNvSpPr>
            <a:spLocks noGrp="1"/>
          </p:cNvSpPr>
          <p:nvPr>
            <p:ph type="sldNum" sz="quarter" idx="12"/>
          </p:nvPr>
        </p:nvSpPr>
        <p:spPr/>
        <p:txBody>
          <a:bodyPr/>
          <a:lstStyle/>
          <a:p>
            <a:pPr>
              <a:defRPr/>
            </a:pPr>
            <a:fld id="{81F535CF-9FA2-417D-855C-A8D9EC245586}" type="slidenum">
              <a:rPr lang="en-US" smtClean="0"/>
              <a:pPr>
                <a:defRPr/>
              </a:pPr>
              <a:t>2</a:t>
            </a:fld>
            <a:endParaRPr lang="en-US" dirty="0"/>
          </a:p>
        </p:txBody>
      </p:sp>
    </p:spTree>
    <p:extLst>
      <p:ext uri="{BB962C8B-B14F-4D97-AF65-F5344CB8AC3E}">
        <p14:creationId xmlns:p14="http://schemas.microsoft.com/office/powerpoint/2010/main" val="412593413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目标程序运行时的活动</a:t>
            </a:r>
          </a:p>
        </p:txBody>
      </p:sp>
      <p:sp>
        <p:nvSpPr>
          <p:cNvPr id="54275" name="Rectangle 3"/>
          <p:cNvSpPr>
            <a:spLocks noGrp="1" noChangeArrowheads="1"/>
          </p:cNvSpPr>
          <p:nvPr>
            <p:ph idx="1"/>
          </p:nvPr>
        </p:nvSpPr>
        <p:spPr>
          <a:xfrm>
            <a:off x="693738" y="1860550"/>
            <a:ext cx="8696325" cy="4799013"/>
          </a:xfrm>
        </p:spPr>
        <p:txBody>
          <a:bodyPr rtlCol="0">
            <a:normAutofit lnSpcReduction="10000"/>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程序有若干个过程（函数）组成</a:t>
            </a:r>
            <a:endParaRPr lang="en-US" altLang="zh-CN" sz="3086" dirty="0">
              <a:solidFill>
                <a:schemeClr val="tx1">
                  <a:lumMod val="75000"/>
                  <a:lumOff val="25000"/>
                </a:schemeClr>
              </a:solidFill>
              <a:latin typeface="宋体" panose="02010600030101010101" pitchFamily="2" charset="-122"/>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过程或函数是模块化程序设计的主要手段，也是节省程序代码和扩充语言的主要途径</a:t>
            </a:r>
          </a:p>
          <a:p>
            <a:pPr marL="377979" indent="-377979" defTabSz="503972" eaLnBrk="1" fontAlgn="auto" hangingPunct="1">
              <a:spcBef>
                <a:spcPts val="1488"/>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过程定义</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procedure  add(x, y : integer; </a:t>
            </a:r>
            <a:r>
              <a:rPr lang="en-US" altLang="zh-CN" sz="2646" dirty="0" err="1">
                <a:solidFill>
                  <a:schemeClr val="tx1">
                    <a:lumMod val="75000"/>
                    <a:lumOff val="25000"/>
                  </a:schemeClr>
                </a:solidFill>
              </a:rPr>
              <a:t>var</a:t>
            </a:r>
            <a:r>
              <a:rPr lang="en-US" altLang="zh-CN" sz="2646" dirty="0">
                <a:solidFill>
                  <a:schemeClr val="tx1">
                    <a:lumMod val="75000"/>
                    <a:lumOff val="25000"/>
                  </a:schemeClr>
                </a:solidFill>
              </a:rPr>
              <a:t> z : integer)</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begin</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z := x + y;</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end;</a:t>
            </a:r>
          </a:p>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过程调用</a:t>
            </a:r>
            <a:endParaRPr lang="zh-CN" altLang="en-US" sz="3086" dirty="0">
              <a:solidFill>
                <a:schemeClr val="tx1">
                  <a:lumMod val="75000"/>
                  <a:lumOff val="25000"/>
                </a:schemeClr>
              </a:solidFill>
            </a:endParaRPr>
          </a:p>
          <a:p>
            <a:pPr marL="440975" lvl="1" indent="0" defTabSz="503972" eaLnBrk="1" fontAlgn="auto" hangingPunct="1">
              <a:spcBef>
                <a:spcPts val="1102"/>
              </a:spcBef>
              <a:spcAft>
                <a:spcPts val="0"/>
              </a:spcAft>
              <a:buFont typeface="Wingdings 3" charset="2"/>
              <a:buNone/>
              <a:defRPr/>
            </a:pP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add(a, b, c);  </a:t>
            </a:r>
          </a:p>
        </p:txBody>
      </p:sp>
      <p:sp>
        <p:nvSpPr>
          <p:cNvPr id="3" name="灯片编号占位符 2">
            <a:extLst>
              <a:ext uri="{FF2B5EF4-FFF2-40B4-BE49-F238E27FC236}">
                <a16:creationId xmlns:a16="http://schemas.microsoft.com/office/drawing/2014/main" id="{F710DD54-99CF-023B-72AC-1510C44863D5}"/>
              </a:ext>
            </a:extLst>
          </p:cNvPr>
          <p:cNvSpPr>
            <a:spLocks noGrp="1"/>
          </p:cNvSpPr>
          <p:nvPr>
            <p:ph type="sldNum" sz="quarter" idx="12"/>
          </p:nvPr>
        </p:nvSpPr>
        <p:spPr/>
        <p:txBody>
          <a:bodyPr/>
          <a:lstStyle/>
          <a:p>
            <a:pPr>
              <a:defRPr/>
            </a:pPr>
            <a:fld id="{81F535CF-9FA2-417D-855C-A8D9EC245586}" type="slidenum">
              <a:rPr lang="en-US" smtClean="0"/>
              <a:pPr>
                <a:defRPr/>
              </a:pPr>
              <a:t>3</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wipe(left)">
                                      <p:cBhvr>
                                        <p:cTn id="12" dur="500"/>
                                        <p:tgtEl>
                                          <p:spTgt spid="54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Effect transition="in" filter="wipe(left)">
                                      <p:cBhvr>
                                        <p:cTn id="17" dur="500"/>
                                        <p:tgtEl>
                                          <p:spTgt spid="54275">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4275">
                                            <p:txEl>
                                              <p:pRg st="3" end="3"/>
                                            </p:txEl>
                                          </p:spTgt>
                                        </p:tgtEl>
                                        <p:attrNameLst>
                                          <p:attrName>style.visibility</p:attrName>
                                        </p:attrNameLst>
                                      </p:cBhvr>
                                      <p:to>
                                        <p:strVal val="visible"/>
                                      </p:to>
                                    </p:set>
                                    <p:animEffect transition="in" filter="wipe(left)">
                                      <p:cBhvr>
                                        <p:cTn id="20" dur="500"/>
                                        <p:tgtEl>
                                          <p:spTgt spid="54275">
                                            <p:txEl>
                                              <p:pRg st="3" end="3"/>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54275">
                                            <p:txEl>
                                              <p:pRg st="4" end="4"/>
                                            </p:txEl>
                                          </p:spTgt>
                                        </p:tgtEl>
                                        <p:attrNameLst>
                                          <p:attrName>style.visibility</p:attrName>
                                        </p:attrNameLst>
                                      </p:cBhvr>
                                      <p:to>
                                        <p:strVal val="visible"/>
                                      </p:to>
                                    </p:set>
                                    <p:animEffect transition="in" filter="wipe(left)">
                                      <p:cBhvr>
                                        <p:cTn id="23" dur="500"/>
                                        <p:tgtEl>
                                          <p:spTgt spid="54275">
                                            <p:txEl>
                                              <p:pRg st="4" end="4"/>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4275">
                                            <p:txEl>
                                              <p:pRg st="5" end="5"/>
                                            </p:txEl>
                                          </p:spTgt>
                                        </p:tgtEl>
                                        <p:attrNameLst>
                                          <p:attrName>style.visibility</p:attrName>
                                        </p:attrNameLst>
                                      </p:cBhvr>
                                      <p:to>
                                        <p:strVal val="visible"/>
                                      </p:to>
                                    </p:set>
                                    <p:animEffect transition="in" filter="wipe(left)">
                                      <p:cBhvr>
                                        <p:cTn id="26" dur="500"/>
                                        <p:tgtEl>
                                          <p:spTgt spid="54275">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4275">
                                            <p:txEl>
                                              <p:pRg st="6" end="6"/>
                                            </p:txEl>
                                          </p:spTgt>
                                        </p:tgtEl>
                                        <p:attrNameLst>
                                          <p:attrName>style.visibility</p:attrName>
                                        </p:attrNameLst>
                                      </p:cBhvr>
                                      <p:to>
                                        <p:strVal val="visible"/>
                                      </p:to>
                                    </p:set>
                                    <p:animEffect transition="in" filter="wipe(left)">
                                      <p:cBhvr>
                                        <p:cTn id="29" dur="500"/>
                                        <p:tgtEl>
                                          <p:spTgt spid="54275">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4275">
                                            <p:txEl>
                                              <p:pRg st="7" end="7"/>
                                            </p:txEl>
                                          </p:spTgt>
                                        </p:tgtEl>
                                        <p:attrNameLst>
                                          <p:attrName>style.visibility</p:attrName>
                                        </p:attrNameLst>
                                      </p:cBhvr>
                                      <p:to>
                                        <p:strVal val="visible"/>
                                      </p:to>
                                    </p:set>
                                    <p:animEffect transition="in" filter="wipe(left)">
                                      <p:cBhvr>
                                        <p:cTn id="34" dur="500"/>
                                        <p:tgtEl>
                                          <p:spTgt spid="54275">
                                            <p:txEl>
                                              <p:pRg st="7" end="7"/>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4275">
                                            <p:txEl>
                                              <p:pRg st="8" end="8"/>
                                            </p:txEl>
                                          </p:spTgt>
                                        </p:tgtEl>
                                        <p:attrNameLst>
                                          <p:attrName>style.visibility</p:attrName>
                                        </p:attrNameLst>
                                      </p:cBhvr>
                                      <p:to>
                                        <p:strVal val="visible"/>
                                      </p:to>
                                    </p:set>
                                    <p:animEffect transition="in" filter="wipe(left)">
                                      <p:cBhvr>
                                        <p:cTn id="37" dur="500"/>
                                        <p:tgtEl>
                                          <p:spTgt spid="542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050"/>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过程的活动与生存期</a:t>
            </a:r>
          </a:p>
        </p:txBody>
      </p:sp>
      <p:sp>
        <p:nvSpPr>
          <p:cNvPr id="8195" name="Rectangle 2051"/>
          <p:cNvSpPr>
            <a:spLocks noGrp="1" noChangeArrowheads="1"/>
          </p:cNvSpPr>
          <p:nvPr>
            <p:ph idx="1"/>
          </p:nvPr>
        </p:nvSpPr>
        <p:spPr/>
        <p:txBody>
          <a:bodyPr rtlCol="0">
            <a:normAutofit/>
          </a:bodyPr>
          <a:lstStyle/>
          <a:p>
            <a:pPr marL="377979" indent="-377979" defTabSz="503972" eaLnBrk="1" fontAlgn="auto" hangingPunct="1">
              <a:spcBef>
                <a:spcPct val="30000"/>
              </a:spcBef>
              <a:spcAft>
                <a:spcPts val="0"/>
              </a:spcAft>
              <a:buFont typeface="Wingdings 3" charset="2"/>
              <a:buChar char=""/>
              <a:defRPr/>
            </a:pPr>
            <a:r>
              <a:rPr lang="zh-CN" altLang="en-US" sz="3086" dirty="0">
                <a:solidFill>
                  <a:schemeClr val="tx1">
                    <a:lumMod val="75000"/>
                    <a:lumOff val="25000"/>
                  </a:schemeClr>
                </a:solidFill>
              </a:rPr>
              <a:t>一个过程的</a:t>
            </a:r>
            <a:r>
              <a:rPr lang="zh-CN" altLang="en-US" sz="3086" dirty="0">
                <a:solidFill>
                  <a:srgbClr val="CC0000"/>
                </a:solidFill>
              </a:rPr>
              <a:t>活动</a:t>
            </a:r>
            <a:r>
              <a:rPr lang="zh-CN" altLang="en-US" sz="3086" dirty="0">
                <a:solidFill>
                  <a:schemeClr val="tx1">
                    <a:lumMod val="75000"/>
                    <a:lumOff val="25000"/>
                  </a:schemeClr>
                </a:solidFill>
              </a:rPr>
              <a:t>指的是该过程的一次执行 </a:t>
            </a:r>
          </a:p>
          <a:p>
            <a:pPr marL="377979" indent="-377979" defTabSz="503972" eaLnBrk="1" fontAlgn="auto" hangingPunct="1">
              <a:spcBef>
                <a:spcPct val="30000"/>
              </a:spcBef>
              <a:spcAft>
                <a:spcPts val="0"/>
              </a:spcAft>
              <a:buFont typeface="Wingdings 3" charset="2"/>
              <a:buChar char=""/>
              <a:defRPr/>
            </a:pPr>
            <a:r>
              <a:rPr lang="zh-CN" altLang="en-US" sz="3086" dirty="0">
                <a:solidFill>
                  <a:schemeClr val="tx1">
                    <a:lumMod val="75000"/>
                    <a:lumOff val="25000"/>
                  </a:schemeClr>
                </a:solidFill>
              </a:rPr>
              <a:t>过程</a:t>
            </a:r>
            <a:r>
              <a:rPr lang="en-US" altLang="zh-CN" sz="3086" dirty="0">
                <a:solidFill>
                  <a:schemeClr val="tx1">
                    <a:lumMod val="75000"/>
                    <a:lumOff val="25000"/>
                  </a:schemeClr>
                </a:solidFill>
              </a:rPr>
              <a:t>P</a:t>
            </a:r>
            <a:r>
              <a:rPr lang="zh-CN" altLang="en-US" sz="3086" dirty="0">
                <a:solidFill>
                  <a:schemeClr val="tx1">
                    <a:lumMod val="75000"/>
                    <a:lumOff val="25000"/>
                  </a:schemeClr>
                </a:solidFill>
              </a:rPr>
              <a:t>一个</a:t>
            </a:r>
            <a:r>
              <a:rPr lang="zh-CN" altLang="en-US" sz="3086" dirty="0">
                <a:solidFill>
                  <a:srgbClr val="CC0000"/>
                </a:solidFill>
              </a:rPr>
              <a:t>活动的生存期</a:t>
            </a:r>
            <a:r>
              <a:rPr lang="zh-CN" altLang="en-US" sz="3086" dirty="0">
                <a:solidFill>
                  <a:schemeClr val="tx1">
                    <a:lumMod val="75000"/>
                    <a:lumOff val="25000"/>
                  </a:schemeClr>
                </a:solidFill>
              </a:rPr>
              <a:t>，指的是从执行该过程体第一步操作到最后一步操作之间的操作序，包括执行</a:t>
            </a:r>
            <a:r>
              <a:rPr lang="en-US" altLang="zh-CN" sz="3086" dirty="0">
                <a:solidFill>
                  <a:schemeClr val="tx1">
                    <a:lumMod val="75000"/>
                    <a:lumOff val="25000"/>
                  </a:schemeClr>
                </a:solidFill>
              </a:rPr>
              <a:t>P</a:t>
            </a:r>
            <a:r>
              <a:rPr lang="zh-CN" altLang="en-US" sz="3086" dirty="0">
                <a:solidFill>
                  <a:schemeClr val="tx1">
                    <a:lumMod val="75000"/>
                    <a:lumOff val="25000"/>
                  </a:schemeClr>
                </a:solidFill>
              </a:rPr>
              <a:t>时调用其它过程花费的时间</a:t>
            </a:r>
            <a:endParaRPr lang="en-US" altLang="zh-CN" sz="3086" dirty="0">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r>
              <a:rPr lang="zh-CN" altLang="en-US" sz="3086" dirty="0">
                <a:solidFill>
                  <a:schemeClr val="tx1">
                    <a:lumMod val="75000"/>
                    <a:lumOff val="25000"/>
                  </a:schemeClr>
                </a:solidFill>
              </a:rPr>
              <a:t>编译程序必须知道目标程序的运行时存储空间组织</a:t>
            </a:r>
            <a:endParaRPr lang="en-US" altLang="zh-CN" sz="3086" dirty="0">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r>
              <a:rPr lang="zh-CN" altLang="en-US" sz="3086" dirty="0">
                <a:solidFill>
                  <a:schemeClr val="tx1">
                    <a:lumMod val="75000"/>
                    <a:lumOff val="25000"/>
                  </a:schemeClr>
                </a:solidFill>
              </a:rPr>
              <a:t>过程是可以递归的</a:t>
            </a:r>
            <a:endParaRPr lang="en-US" altLang="zh-CN" sz="3086" dirty="0">
              <a:solidFill>
                <a:schemeClr val="tx1">
                  <a:lumMod val="75000"/>
                  <a:lumOff val="25000"/>
                </a:schemeClr>
              </a:solidFill>
            </a:endParaRPr>
          </a:p>
          <a:p>
            <a:pPr marL="377979" indent="-377979" defTabSz="503972" eaLnBrk="1" fontAlgn="auto" hangingPunct="1">
              <a:spcBef>
                <a:spcPct val="30000"/>
              </a:spcBef>
              <a:spcAft>
                <a:spcPts val="0"/>
              </a:spcAft>
              <a:buFont typeface="Wingdings 3" charset="2"/>
              <a:buChar char=""/>
              <a:defRPr/>
            </a:pPr>
            <a:endParaRPr lang="zh-CN" altLang="en-US" sz="308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6E335E2E-921C-8D70-8DCA-7BA8D73B4BAD}"/>
              </a:ext>
            </a:extLst>
          </p:cNvPr>
          <p:cNvSpPr>
            <a:spLocks noGrp="1"/>
          </p:cNvSpPr>
          <p:nvPr>
            <p:ph type="sldNum" sz="quarter" idx="12"/>
          </p:nvPr>
        </p:nvSpPr>
        <p:spPr/>
        <p:txBody>
          <a:bodyPr/>
          <a:lstStyle/>
          <a:p>
            <a:pPr>
              <a:defRPr/>
            </a:pPr>
            <a:fld id="{81F535CF-9FA2-417D-855C-A8D9EC245586}" type="slidenum">
              <a:rPr lang="en-US" smtClean="0"/>
              <a:pPr>
                <a:defRPr/>
              </a:pPr>
              <a:t>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noProof="1"/>
              <a:t>参数传递</a:t>
            </a:r>
            <a:endParaRPr lang="zh-CN" altLang="en-US"/>
          </a:p>
        </p:txBody>
      </p:sp>
      <p:sp>
        <p:nvSpPr>
          <p:cNvPr id="54275"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过程或函数是模块程序设计的主要手段，也是节省程序代码和扩充语言的主要途径</a:t>
            </a:r>
          </a:p>
          <a:p>
            <a:pPr marL="377979" indent="-377979" defTabSz="503972" eaLnBrk="1" fontAlgn="auto" hangingPunct="1">
              <a:spcBef>
                <a:spcPts val="1488"/>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过程定义</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procedure  add(x, y : integer; </a:t>
            </a:r>
            <a:r>
              <a:rPr lang="en-US" altLang="zh-CN" sz="2646" dirty="0" err="1">
                <a:solidFill>
                  <a:srgbClr val="FF0000"/>
                </a:solidFill>
              </a:rPr>
              <a:t>var</a:t>
            </a:r>
            <a:r>
              <a:rPr lang="en-US" altLang="zh-CN" sz="2646" dirty="0">
                <a:solidFill>
                  <a:srgbClr val="FF0000"/>
                </a:solidFill>
              </a:rPr>
              <a:t> z : integer</a:t>
            </a:r>
            <a:r>
              <a:rPr lang="en-US" altLang="zh-CN" sz="2646" dirty="0">
                <a:solidFill>
                  <a:schemeClr val="tx1">
                    <a:lumMod val="75000"/>
                    <a:lumOff val="25000"/>
                  </a:schemeClr>
                </a:solidFill>
              </a:rPr>
              <a:t>)</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begin</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z := x + y;</a:t>
            </a:r>
          </a:p>
          <a:p>
            <a:pPr marL="440975" lvl="1" indent="0" defTabSz="503972" eaLnBrk="1" fontAlgn="auto" hangingPunct="1">
              <a:spcBef>
                <a:spcPct val="0"/>
              </a:spcBef>
              <a:spcAft>
                <a:spcPts val="0"/>
              </a:spcAft>
              <a:buFont typeface="Wingdings 3" charset="2"/>
              <a:buNone/>
              <a:defRPr/>
            </a:pPr>
            <a:r>
              <a:rPr lang="en-US" altLang="zh-CN" sz="2646" dirty="0">
                <a:solidFill>
                  <a:schemeClr val="tx1">
                    <a:lumMod val="75000"/>
                    <a:lumOff val="25000"/>
                  </a:schemeClr>
                </a:solidFill>
              </a:rPr>
              <a:t> end;</a:t>
            </a:r>
          </a:p>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过程调用</a:t>
            </a:r>
            <a:endParaRPr lang="zh-CN" altLang="en-US" sz="3086" dirty="0">
              <a:solidFill>
                <a:schemeClr val="tx1">
                  <a:lumMod val="75000"/>
                  <a:lumOff val="25000"/>
                </a:schemeClr>
              </a:solidFill>
            </a:endParaRPr>
          </a:p>
          <a:p>
            <a:pPr marL="440975" lvl="1" indent="0" defTabSz="503972" eaLnBrk="1" fontAlgn="auto" hangingPunct="1">
              <a:spcBef>
                <a:spcPts val="1102"/>
              </a:spcBef>
              <a:spcAft>
                <a:spcPts val="0"/>
              </a:spcAft>
              <a:buFont typeface="Wingdings 3" charset="2"/>
              <a:buNone/>
              <a:defRPr/>
            </a:pPr>
            <a:r>
              <a:rPr lang="zh-CN" altLang="en-US" sz="2646" dirty="0">
                <a:solidFill>
                  <a:schemeClr val="tx1">
                    <a:lumMod val="75000"/>
                    <a:lumOff val="25000"/>
                  </a:schemeClr>
                </a:solidFill>
              </a:rPr>
              <a:t> </a:t>
            </a:r>
            <a:r>
              <a:rPr lang="en-US" altLang="zh-CN" sz="2646" dirty="0">
                <a:solidFill>
                  <a:schemeClr val="tx1">
                    <a:lumMod val="75000"/>
                    <a:lumOff val="25000"/>
                  </a:schemeClr>
                </a:solidFill>
              </a:rPr>
              <a:t>add(a, b, c);  </a:t>
            </a:r>
          </a:p>
        </p:txBody>
      </p:sp>
      <p:sp>
        <p:nvSpPr>
          <p:cNvPr id="5" name="AutoShape 4"/>
          <p:cNvSpPr>
            <a:spLocks noChangeArrowheads="1"/>
          </p:cNvSpPr>
          <p:nvPr/>
        </p:nvSpPr>
        <p:spPr bwMode="auto">
          <a:xfrm>
            <a:off x="5041900" y="4357688"/>
            <a:ext cx="2971800" cy="793750"/>
          </a:xfrm>
          <a:prstGeom prst="wedgeRoundRectCallout">
            <a:avLst>
              <a:gd name="adj1" fmla="val -69819"/>
              <a:gd name="adj2" fmla="val -90747"/>
              <a:gd name="adj3" fmla="val 16667"/>
            </a:avLst>
          </a:prstGeom>
          <a:ln>
            <a:headEnd/>
            <a:tailEnd type="none" w="lg" len="lg"/>
          </a:ln>
        </p:spPr>
        <p:style>
          <a:lnRef idx="3">
            <a:schemeClr val="lt1"/>
          </a:lnRef>
          <a:fillRef idx="1">
            <a:schemeClr val="accent2"/>
          </a:fillRef>
          <a:effectRef idx="1">
            <a:schemeClr val="accent2"/>
          </a:effectRef>
          <a:fontRef idx="minor">
            <a:schemeClr val="lt1"/>
          </a:fontRef>
        </p:style>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zh-CN" altLang="en-US" sz="3086" dirty="0">
                <a:solidFill>
                  <a:prstClr val="white"/>
                </a:solidFill>
              </a:rPr>
              <a:t>形式参数</a:t>
            </a:r>
            <a:r>
              <a:rPr lang="en-US" altLang="zh-CN" sz="3086" dirty="0">
                <a:solidFill>
                  <a:prstClr val="white"/>
                </a:solidFill>
              </a:rPr>
              <a:t>(</a:t>
            </a:r>
            <a:r>
              <a:rPr lang="zh-CN" altLang="en-US" sz="3086" dirty="0">
                <a:solidFill>
                  <a:prstClr val="white"/>
                </a:solidFill>
              </a:rPr>
              <a:t>形参</a:t>
            </a:r>
            <a:r>
              <a:rPr lang="en-US" altLang="zh-CN" sz="3086" dirty="0">
                <a:solidFill>
                  <a:prstClr val="white"/>
                </a:solidFill>
              </a:rPr>
              <a:t>)</a:t>
            </a:r>
            <a:endParaRPr lang="en-GB" altLang="zh-CN" sz="3086" dirty="0">
              <a:solidFill>
                <a:prstClr val="white"/>
              </a:solidFill>
            </a:endParaRPr>
          </a:p>
        </p:txBody>
      </p:sp>
      <p:sp>
        <p:nvSpPr>
          <p:cNvPr id="6" name="AutoShape 5"/>
          <p:cNvSpPr>
            <a:spLocks noChangeArrowheads="1"/>
          </p:cNvSpPr>
          <p:nvPr/>
        </p:nvSpPr>
        <p:spPr bwMode="auto">
          <a:xfrm>
            <a:off x="4125913" y="5226050"/>
            <a:ext cx="2971800" cy="792163"/>
          </a:xfrm>
          <a:prstGeom prst="wedgeRoundRectCallout">
            <a:avLst>
              <a:gd name="adj1" fmla="val -101699"/>
              <a:gd name="adj2" fmla="val 64768"/>
              <a:gd name="adj3" fmla="val 16667"/>
            </a:avLst>
          </a:prstGeom>
          <a:ln>
            <a:headEnd/>
            <a:tailEnd type="none" w="lg" len="lg"/>
          </a:ln>
        </p:spPr>
        <p:style>
          <a:lnRef idx="3">
            <a:schemeClr val="lt1"/>
          </a:lnRef>
          <a:fillRef idx="1">
            <a:schemeClr val="accent1"/>
          </a:fillRef>
          <a:effectRef idx="1">
            <a:schemeClr val="accent1"/>
          </a:effectRef>
          <a:fontRef idx="minor">
            <a:schemeClr val="lt1"/>
          </a:fontRef>
        </p:style>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zh-CN" altLang="en-US" sz="3086" dirty="0">
                <a:solidFill>
                  <a:prstClr val="white"/>
                </a:solidFill>
              </a:rPr>
              <a:t>实在参数</a:t>
            </a:r>
            <a:r>
              <a:rPr lang="en-US" altLang="zh-CN" sz="3086" dirty="0">
                <a:solidFill>
                  <a:prstClr val="white"/>
                </a:solidFill>
              </a:rPr>
              <a:t>(</a:t>
            </a:r>
            <a:r>
              <a:rPr lang="zh-CN" altLang="en-US" sz="3086" dirty="0">
                <a:solidFill>
                  <a:prstClr val="white"/>
                </a:solidFill>
              </a:rPr>
              <a:t>实参</a:t>
            </a:r>
            <a:r>
              <a:rPr lang="en-US" altLang="zh-CN" sz="3086" dirty="0">
                <a:solidFill>
                  <a:prstClr val="white"/>
                </a:solidFill>
              </a:rPr>
              <a:t>)</a:t>
            </a:r>
            <a:endParaRPr lang="en-GB" altLang="zh-CN" sz="3086" dirty="0">
              <a:solidFill>
                <a:prstClr val="white"/>
              </a:solidFill>
            </a:endParaRPr>
          </a:p>
        </p:txBody>
      </p:sp>
      <p:sp>
        <p:nvSpPr>
          <p:cNvPr id="3" name="灯片编号占位符 2">
            <a:extLst>
              <a:ext uri="{FF2B5EF4-FFF2-40B4-BE49-F238E27FC236}">
                <a16:creationId xmlns:a16="http://schemas.microsoft.com/office/drawing/2014/main" id="{50A176AF-2981-5F4A-3361-C46C3D6A86C1}"/>
              </a:ext>
            </a:extLst>
          </p:cNvPr>
          <p:cNvSpPr>
            <a:spLocks noGrp="1"/>
          </p:cNvSpPr>
          <p:nvPr>
            <p:ph type="sldNum" sz="quarter" idx="12"/>
          </p:nvPr>
        </p:nvSpPr>
        <p:spPr/>
        <p:txBody>
          <a:bodyPr/>
          <a:lstStyle/>
          <a:p>
            <a:pPr>
              <a:defRPr/>
            </a:pPr>
            <a:fld id="{81F535CF-9FA2-417D-855C-A8D9EC245586}" type="slidenum">
              <a:rPr lang="en-US" smtClean="0"/>
              <a:pPr>
                <a:defRPr/>
              </a:pPr>
              <a:t>5</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wipe(left)">
                                      <p:cBhvr>
                                        <p:cTn id="7" dur="500"/>
                                        <p:tgtEl>
                                          <p:spTgt spid="54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wipe(left)">
                                      <p:cBhvr>
                                        <p:cTn id="12" dur="500"/>
                                        <p:tgtEl>
                                          <p:spTgt spid="54275">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4275">
                                            <p:txEl>
                                              <p:pRg st="2" end="2"/>
                                            </p:txEl>
                                          </p:spTgt>
                                        </p:tgtEl>
                                        <p:attrNameLst>
                                          <p:attrName>style.visibility</p:attrName>
                                        </p:attrNameLst>
                                      </p:cBhvr>
                                      <p:to>
                                        <p:strVal val="visible"/>
                                      </p:to>
                                    </p:set>
                                    <p:animEffect transition="in" filter="wipe(left)">
                                      <p:cBhvr>
                                        <p:cTn id="15" dur="500"/>
                                        <p:tgtEl>
                                          <p:spTgt spid="5427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4275">
                                            <p:txEl>
                                              <p:pRg st="3" end="3"/>
                                            </p:txEl>
                                          </p:spTgt>
                                        </p:tgtEl>
                                        <p:attrNameLst>
                                          <p:attrName>style.visibility</p:attrName>
                                        </p:attrNameLst>
                                      </p:cBhvr>
                                      <p:to>
                                        <p:strVal val="visible"/>
                                      </p:to>
                                    </p:set>
                                    <p:animEffect transition="in" filter="wipe(left)">
                                      <p:cBhvr>
                                        <p:cTn id="18" dur="500"/>
                                        <p:tgtEl>
                                          <p:spTgt spid="54275">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4275">
                                            <p:txEl>
                                              <p:pRg st="4" end="4"/>
                                            </p:txEl>
                                          </p:spTgt>
                                        </p:tgtEl>
                                        <p:attrNameLst>
                                          <p:attrName>style.visibility</p:attrName>
                                        </p:attrNameLst>
                                      </p:cBhvr>
                                      <p:to>
                                        <p:strVal val="visible"/>
                                      </p:to>
                                    </p:set>
                                    <p:animEffect transition="in" filter="wipe(left)">
                                      <p:cBhvr>
                                        <p:cTn id="21" dur="500"/>
                                        <p:tgtEl>
                                          <p:spTgt spid="54275">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4275">
                                            <p:txEl>
                                              <p:pRg st="5" end="5"/>
                                            </p:txEl>
                                          </p:spTgt>
                                        </p:tgtEl>
                                        <p:attrNameLst>
                                          <p:attrName>style.visibility</p:attrName>
                                        </p:attrNameLst>
                                      </p:cBhvr>
                                      <p:to>
                                        <p:strVal val="visible"/>
                                      </p:to>
                                    </p:set>
                                    <p:animEffect transition="in" filter="wipe(left)">
                                      <p:cBhvr>
                                        <p:cTn id="24" dur="500"/>
                                        <p:tgtEl>
                                          <p:spTgt spid="54275">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4275">
                                            <p:txEl>
                                              <p:pRg st="6" end="6"/>
                                            </p:txEl>
                                          </p:spTgt>
                                        </p:tgtEl>
                                        <p:attrNameLst>
                                          <p:attrName>style.visibility</p:attrName>
                                        </p:attrNameLst>
                                      </p:cBhvr>
                                      <p:to>
                                        <p:strVal val="visible"/>
                                      </p:to>
                                    </p:set>
                                    <p:animEffect transition="in" filter="wipe(left)">
                                      <p:cBhvr>
                                        <p:cTn id="34" dur="500"/>
                                        <p:tgtEl>
                                          <p:spTgt spid="54275">
                                            <p:txEl>
                                              <p:pRg st="6" end="6"/>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4275">
                                            <p:txEl>
                                              <p:pRg st="7" end="7"/>
                                            </p:txEl>
                                          </p:spTgt>
                                        </p:tgtEl>
                                        <p:attrNameLst>
                                          <p:attrName>style.visibility</p:attrName>
                                        </p:attrNameLst>
                                      </p:cBhvr>
                                      <p:to>
                                        <p:strVal val="visible"/>
                                      </p:to>
                                    </p:set>
                                    <p:animEffect transition="in" filter="wipe(left)">
                                      <p:cBhvr>
                                        <p:cTn id="37" dur="500"/>
                                        <p:tgtEl>
                                          <p:spTgt spid="54275">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endParaRPr lang="zh-CN" altLang="en-US" dirty="0">
              <a:latin typeface="宋体" panose="02010600030101010101" pitchFamily="2" charset="-122"/>
            </a:endParaRPr>
          </a:p>
        </p:txBody>
      </p:sp>
      <p:sp>
        <p:nvSpPr>
          <p:cNvPr id="5529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按引用传递（传地址）</a:t>
            </a:r>
            <a:endParaRPr lang="en-US" altLang="zh-CN" sz="3086" dirty="0">
              <a:solidFill>
                <a:schemeClr val="tx1">
                  <a:lumMod val="75000"/>
                  <a:lumOff val="25000"/>
                </a:schemeClr>
              </a:solidFill>
              <a:latin typeface="宋体" panose="02010600030101010101" pitchFamily="2" charset="-122"/>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按值传递（传值）</a:t>
            </a:r>
            <a:endParaRPr lang="en-US" altLang="zh-CN" sz="3086" dirty="0">
              <a:solidFill>
                <a:schemeClr val="tx1">
                  <a:lumMod val="75000"/>
                  <a:lumOff val="25000"/>
                </a:schemeClr>
              </a:solidFill>
              <a:latin typeface="宋体" panose="02010600030101010101" pitchFamily="2" charset="-122"/>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按值</a:t>
            </a:r>
            <a:r>
              <a:rPr lang="en-US" altLang="zh-CN" sz="3086" dirty="0">
                <a:solidFill>
                  <a:schemeClr val="tx1">
                    <a:lumMod val="75000"/>
                    <a:lumOff val="25000"/>
                  </a:schemeClr>
                </a:solidFill>
                <a:latin typeface="宋体" panose="02010600030101010101" pitchFamily="2" charset="-122"/>
              </a:rPr>
              <a:t>—</a:t>
            </a:r>
            <a:r>
              <a:rPr lang="zh-CN" altLang="en-US" sz="3086" dirty="0">
                <a:solidFill>
                  <a:schemeClr val="tx1">
                    <a:lumMod val="75000"/>
                    <a:lumOff val="25000"/>
                  </a:schemeClr>
                </a:solidFill>
                <a:latin typeface="宋体" panose="02010600030101010101" pitchFamily="2" charset="-122"/>
              </a:rPr>
              <a:t>结果传递（得结果）</a:t>
            </a:r>
            <a:endParaRPr lang="en-US" altLang="zh-CN" sz="3086" dirty="0">
              <a:solidFill>
                <a:schemeClr val="tx1">
                  <a:lumMod val="75000"/>
                  <a:lumOff val="25000"/>
                </a:schemeClr>
              </a:solidFill>
              <a:latin typeface="宋体" panose="02010600030101010101" pitchFamily="2" charset="-122"/>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按名传递（传名）</a:t>
            </a:r>
          </a:p>
        </p:txBody>
      </p:sp>
      <p:sp>
        <p:nvSpPr>
          <p:cNvPr id="14" name="文本框 13"/>
          <p:cNvSpPr txBox="1"/>
          <p:nvPr/>
        </p:nvSpPr>
        <p:spPr>
          <a:xfrm>
            <a:off x="2524125" y="4476750"/>
            <a:ext cx="1997075" cy="500063"/>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pPr defTabSz="503972" eaLnBrk="1" fontAlgn="auto" hangingPunct="1">
              <a:spcBef>
                <a:spcPts val="0"/>
              </a:spcBef>
              <a:spcAft>
                <a:spcPts val="0"/>
              </a:spcAft>
              <a:buFont typeface="Times New Roman" panose="02020603050405020304" pitchFamily="18" charset="0"/>
              <a:buNone/>
              <a:defRPr/>
            </a:pPr>
            <a:r>
              <a:rPr lang="en-US" altLang="zh-CN" sz="2646" dirty="0">
                <a:solidFill>
                  <a:prstClr val="white"/>
                </a:solidFill>
              </a:rPr>
              <a:t>add(a, b, c);</a:t>
            </a:r>
            <a:endParaRPr lang="zh-CN" altLang="en-US" sz="2646" dirty="0">
              <a:solidFill>
                <a:prstClr val="white"/>
              </a:solidFill>
            </a:endParaRPr>
          </a:p>
        </p:txBody>
      </p:sp>
      <p:sp>
        <p:nvSpPr>
          <p:cNvPr id="16" name="文本框 15"/>
          <p:cNvSpPr txBox="1"/>
          <p:nvPr/>
        </p:nvSpPr>
        <p:spPr>
          <a:xfrm>
            <a:off x="614363" y="5402263"/>
            <a:ext cx="6878637" cy="1720850"/>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pPr marL="83995" defTabSz="503972" eaLnBrk="1" fontAlgn="auto" hangingPunct="1">
              <a:spcAft>
                <a:spcPts val="0"/>
              </a:spcAft>
              <a:buFont typeface="Times New Roman" panose="02020603050405020304" pitchFamily="18" charset="0"/>
              <a:buNone/>
              <a:defRPr/>
            </a:pPr>
            <a:r>
              <a:rPr lang="en-US" altLang="zh-CN" sz="2646" dirty="0">
                <a:solidFill>
                  <a:prstClr val="black"/>
                </a:solidFill>
              </a:rPr>
              <a:t>procedure  add(x, y : integer; </a:t>
            </a:r>
            <a:r>
              <a:rPr lang="en-US" altLang="zh-CN" sz="2646" dirty="0" err="1">
                <a:solidFill>
                  <a:prstClr val="black"/>
                </a:solidFill>
              </a:rPr>
              <a:t>var</a:t>
            </a:r>
            <a:r>
              <a:rPr lang="en-US" altLang="zh-CN" sz="2646" dirty="0">
                <a:solidFill>
                  <a:prstClr val="black"/>
                </a:solidFill>
              </a:rPr>
              <a:t> z : integer)</a:t>
            </a:r>
          </a:p>
          <a:p>
            <a:pPr marL="83995" defTabSz="503972" eaLnBrk="1" fontAlgn="auto" hangingPunct="1">
              <a:spcAft>
                <a:spcPts val="0"/>
              </a:spcAft>
              <a:buFont typeface="Times New Roman" panose="02020603050405020304" pitchFamily="18" charset="0"/>
              <a:buNone/>
              <a:defRPr/>
            </a:pPr>
            <a:r>
              <a:rPr lang="en-US" altLang="zh-CN" sz="2646" dirty="0">
                <a:solidFill>
                  <a:prstClr val="black"/>
                </a:solidFill>
              </a:rPr>
              <a:t> begin</a:t>
            </a:r>
          </a:p>
          <a:p>
            <a:pPr marL="83995" defTabSz="503972" eaLnBrk="1" fontAlgn="auto" hangingPunct="1">
              <a:spcAft>
                <a:spcPts val="0"/>
              </a:spcAft>
              <a:buFont typeface="Times New Roman" panose="02020603050405020304" pitchFamily="18" charset="0"/>
              <a:buNone/>
              <a:defRPr/>
            </a:pPr>
            <a:r>
              <a:rPr lang="en-US" altLang="zh-CN" sz="2646" dirty="0">
                <a:solidFill>
                  <a:prstClr val="black"/>
                </a:solidFill>
              </a:rPr>
              <a:t>       z := x + y;</a:t>
            </a:r>
          </a:p>
          <a:p>
            <a:pPr marL="83995" defTabSz="503972" eaLnBrk="1" fontAlgn="auto" hangingPunct="1">
              <a:spcAft>
                <a:spcPts val="0"/>
              </a:spcAft>
              <a:buFont typeface="Times New Roman" panose="02020603050405020304" pitchFamily="18" charset="0"/>
              <a:buNone/>
              <a:defRPr/>
            </a:pPr>
            <a:r>
              <a:rPr lang="en-US" altLang="zh-CN" sz="2646" dirty="0">
                <a:solidFill>
                  <a:prstClr val="black"/>
                </a:solidFill>
              </a:rPr>
              <a:t> end;</a:t>
            </a:r>
          </a:p>
        </p:txBody>
      </p:sp>
      <p:cxnSp>
        <p:nvCxnSpPr>
          <p:cNvPr id="17" name="直接箭头连接符 16"/>
          <p:cNvCxnSpPr/>
          <p:nvPr/>
        </p:nvCxnSpPr>
        <p:spPr>
          <a:xfrm flipH="1">
            <a:off x="3275013" y="4870450"/>
            <a:ext cx="80962" cy="688975"/>
          </a:xfrm>
          <a:prstGeom prst="straightConnector1">
            <a:avLst/>
          </a:prstGeom>
          <a:ln>
            <a:tailEnd type="stealth" w="lg" len="lg"/>
          </a:ln>
        </p:spPr>
        <p:style>
          <a:lnRef idx="3">
            <a:schemeClr val="accent2"/>
          </a:lnRef>
          <a:fillRef idx="0">
            <a:schemeClr val="accent2"/>
          </a:fillRef>
          <a:effectRef idx="2">
            <a:schemeClr val="accent2"/>
          </a:effectRef>
          <a:fontRef idx="minor">
            <a:schemeClr val="tx1"/>
          </a:fontRef>
        </p:style>
      </p:cxnSp>
      <p:cxnSp>
        <p:nvCxnSpPr>
          <p:cNvPr id="18" name="直接箭头连接符 17"/>
          <p:cNvCxnSpPr/>
          <p:nvPr/>
        </p:nvCxnSpPr>
        <p:spPr>
          <a:xfrm flipH="1">
            <a:off x="3554413" y="4862513"/>
            <a:ext cx="242887" cy="696912"/>
          </a:xfrm>
          <a:prstGeom prst="straightConnector1">
            <a:avLst/>
          </a:prstGeom>
          <a:ln>
            <a:tailEnd type="stealth" w="lg" len="lg"/>
          </a:ln>
        </p:spPr>
        <p:style>
          <a:lnRef idx="3">
            <a:schemeClr val="accent2"/>
          </a:lnRef>
          <a:fillRef idx="0">
            <a:schemeClr val="accent2"/>
          </a:fillRef>
          <a:effectRef idx="2">
            <a:schemeClr val="accent2"/>
          </a:effectRef>
          <a:fontRef idx="minor">
            <a:schemeClr val="tx1"/>
          </a:fontRef>
        </p:style>
      </p:cxnSp>
      <p:cxnSp>
        <p:nvCxnSpPr>
          <p:cNvPr id="19" name="直接箭头连接符 18"/>
          <p:cNvCxnSpPr/>
          <p:nvPr/>
        </p:nvCxnSpPr>
        <p:spPr>
          <a:xfrm>
            <a:off x="4197350" y="4870450"/>
            <a:ext cx="1647825" cy="688975"/>
          </a:xfrm>
          <a:prstGeom prst="straightConnector1">
            <a:avLst/>
          </a:prstGeom>
          <a:ln>
            <a:tailEnd type="stealth" w="lg" len="lg"/>
          </a:ln>
        </p:spPr>
        <p:style>
          <a:lnRef idx="3">
            <a:schemeClr val="accent2"/>
          </a:lnRef>
          <a:fillRef idx="0">
            <a:schemeClr val="accent2"/>
          </a:fillRef>
          <a:effectRef idx="2">
            <a:schemeClr val="accent2"/>
          </a:effectRef>
          <a:fontRef idx="minor">
            <a:schemeClr val="tx1"/>
          </a:fontRef>
        </p:style>
      </p:cxnSp>
      <p:grpSp>
        <p:nvGrpSpPr>
          <p:cNvPr id="20" name="Group 4"/>
          <p:cNvGrpSpPr>
            <a:grpSpLocks/>
          </p:cNvGrpSpPr>
          <p:nvPr/>
        </p:nvGrpSpPr>
        <p:grpSpPr bwMode="auto">
          <a:xfrm>
            <a:off x="5845175" y="2362925"/>
            <a:ext cx="2100263" cy="2698750"/>
            <a:chOff x="4195" y="2659"/>
            <a:chExt cx="1200" cy="1542"/>
          </a:xfrm>
        </p:grpSpPr>
        <p:pic>
          <p:nvPicPr>
            <p:cNvPr id="465931" name="Picture 5" descr="01324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5" y="2659"/>
              <a:ext cx="1200" cy="1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6"/>
            <p:cNvSpPr txBox="1">
              <a:spLocks noChangeArrowheads="1"/>
            </p:cNvSpPr>
            <p:nvPr/>
          </p:nvSpPr>
          <p:spPr bwMode="auto">
            <a:xfrm>
              <a:off x="4332" y="3974"/>
              <a:ext cx="101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1984" b="1" dirty="0">
                  <a:solidFill>
                    <a:prstClr val="black"/>
                  </a:solidFill>
                  <a:ea typeface="宋体" panose="02010600030101010101" pitchFamily="2" charset="-122"/>
                  <a:cs typeface="+mn-cs"/>
                </a:rPr>
                <a:t>Alan J. Perlis</a:t>
              </a:r>
            </a:p>
          </p:txBody>
        </p:sp>
      </p:grpSp>
      <p:sp>
        <p:nvSpPr>
          <p:cNvPr id="23" name="AutoShape 7"/>
          <p:cNvSpPr>
            <a:spLocks noChangeArrowheads="1"/>
          </p:cNvSpPr>
          <p:nvPr/>
        </p:nvSpPr>
        <p:spPr bwMode="auto">
          <a:xfrm>
            <a:off x="6267450" y="142875"/>
            <a:ext cx="2700338" cy="1979613"/>
          </a:xfrm>
          <a:prstGeom prst="wedgeRoundRectCallout">
            <a:avLst>
              <a:gd name="adj1" fmla="val -45204"/>
              <a:gd name="adj2" fmla="val 57944"/>
              <a:gd name="adj3" fmla="val 16667"/>
            </a:avLst>
          </a:prstGeom>
          <a:ln>
            <a:headEnd/>
            <a:tailEnd type="none" w="lg" len="lg"/>
          </a:ln>
        </p:spPr>
        <p:style>
          <a:lnRef idx="2">
            <a:schemeClr val="accent1"/>
          </a:lnRef>
          <a:fillRef idx="1">
            <a:schemeClr val="lt1"/>
          </a:fillRef>
          <a:effectRef idx="0">
            <a:schemeClr val="accent1"/>
          </a:effectRef>
          <a:fontRef idx="minor">
            <a:schemeClr val="dk1"/>
          </a:fontRef>
        </p:style>
        <p:txBody>
          <a:bodyPr lIns="19842" rIns="19842">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205" b="1" dirty="0">
                <a:solidFill>
                  <a:srgbClr val="0033CC"/>
                </a:solidFill>
                <a:ea typeface="宋体" panose="02010600030101010101" pitchFamily="2" charset="-122"/>
              </a:rPr>
              <a:t>To understand a program you must become both the </a:t>
            </a:r>
            <a:r>
              <a:rPr lang="en-GB" altLang="zh-CN" sz="2205" b="1" dirty="0">
                <a:solidFill>
                  <a:srgbClr val="CC0000"/>
                </a:solidFill>
                <a:ea typeface="宋体" panose="02010600030101010101" pitchFamily="2" charset="-122"/>
              </a:rPr>
              <a:t>machine</a:t>
            </a:r>
            <a:r>
              <a:rPr lang="en-GB" altLang="zh-CN" sz="2205" b="1" dirty="0">
                <a:solidFill>
                  <a:srgbClr val="0033CC"/>
                </a:solidFill>
                <a:ea typeface="宋体" panose="02010600030101010101" pitchFamily="2" charset="-122"/>
              </a:rPr>
              <a:t> and the </a:t>
            </a:r>
            <a:r>
              <a:rPr lang="en-GB" altLang="zh-CN" sz="2205" b="1" dirty="0">
                <a:solidFill>
                  <a:srgbClr val="CC0000"/>
                </a:solidFill>
                <a:ea typeface="宋体" panose="02010600030101010101" pitchFamily="2" charset="-122"/>
              </a:rPr>
              <a:t>program</a:t>
            </a:r>
            <a:r>
              <a:rPr lang="en-GB" altLang="zh-CN" sz="2205" b="1" dirty="0">
                <a:solidFill>
                  <a:srgbClr val="0033CC"/>
                </a:solidFill>
                <a:ea typeface="宋体" panose="02010600030101010101" pitchFamily="2" charset="-122"/>
              </a:rPr>
              <a:t>.</a:t>
            </a:r>
          </a:p>
        </p:txBody>
      </p:sp>
      <p:sp>
        <p:nvSpPr>
          <p:cNvPr id="3" name="灯片编号占位符 2">
            <a:extLst>
              <a:ext uri="{FF2B5EF4-FFF2-40B4-BE49-F238E27FC236}">
                <a16:creationId xmlns:a16="http://schemas.microsoft.com/office/drawing/2014/main" id="{C92AEC48-624E-22E3-8073-9818248D805F}"/>
              </a:ext>
            </a:extLst>
          </p:cNvPr>
          <p:cNvSpPr>
            <a:spLocks noGrp="1"/>
          </p:cNvSpPr>
          <p:nvPr>
            <p:ph type="sldNum" sz="quarter" idx="12"/>
          </p:nvPr>
        </p:nvSpPr>
        <p:spPr/>
        <p:txBody>
          <a:bodyPr/>
          <a:lstStyle/>
          <a:p>
            <a:pPr>
              <a:defRPr/>
            </a:pPr>
            <a:fld id="{81F535CF-9FA2-417D-855C-A8D9EC245586}" type="slidenum">
              <a:rPr lang="en-US" smtClean="0"/>
              <a:pPr>
                <a:defRPr/>
              </a:pPr>
              <a:t>6</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par>
                                <p:cTn id="16" presetID="22" presetClass="entr" presetSubtype="1"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up)">
                                      <p:cBhvr>
                                        <p:cTn id="18" dur="500"/>
                                        <p:tgtEl>
                                          <p:spTgt spid="18"/>
                                        </p:tgtEl>
                                      </p:cBhvr>
                                    </p:animEffect>
                                  </p:childTnLst>
                                </p:cTn>
                              </p:par>
                              <p:par>
                                <p:cTn id="19" presetID="22" presetClass="entr" presetSubtype="1"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up)">
                                      <p:cBhvr>
                                        <p:cTn id="21" dur="500"/>
                                        <p:tgtEl>
                                          <p:spTgt spid="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299">
                                            <p:txEl>
                                              <p:pRg st="0" end="0"/>
                                            </p:txEl>
                                          </p:spTgt>
                                        </p:tgtEl>
                                        <p:attrNameLst>
                                          <p:attrName>style.visibility</p:attrName>
                                        </p:attrNameLst>
                                      </p:cBhvr>
                                      <p:to>
                                        <p:strVal val="visible"/>
                                      </p:to>
                                    </p:set>
                                    <p:animEffect transition="in" filter="wipe(left)">
                                      <p:cBhvr>
                                        <p:cTn id="26" dur="500"/>
                                        <p:tgtEl>
                                          <p:spTgt spid="55299">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5299">
                                            <p:txEl>
                                              <p:pRg st="1" end="1"/>
                                            </p:txEl>
                                          </p:spTgt>
                                        </p:tgtEl>
                                        <p:attrNameLst>
                                          <p:attrName>style.visibility</p:attrName>
                                        </p:attrNameLst>
                                      </p:cBhvr>
                                      <p:to>
                                        <p:strVal val="visible"/>
                                      </p:to>
                                    </p:set>
                                    <p:animEffect transition="in" filter="wipe(left)">
                                      <p:cBhvr>
                                        <p:cTn id="31" dur="500"/>
                                        <p:tgtEl>
                                          <p:spTgt spid="55299">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5299">
                                            <p:txEl>
                                              <p:pRg st="2" end="2"/>
                                            </p:txEl>
                                          </p:spTgt>
                                        </p:tgtEl>
                                        <p:attrNameLst>
                                          <p:attrName>style.visibility</p:attrName>
                                        </p:attrNameLst>
                                      </p:cBhvr>
                                      <p:to>
                                        <p:strVal val="visible"/>
                                      </p:to>
                                    </p:set>
                                    <p:animEffect transition="in" filter="wipe(left)">
                                      <p:cBhvr>
                                        <p:cTn id="36" dur="500"/>
                                        <p:tgtEl>
                                          <p:spTgt spid="55299">
                                            <p:txEl>
                                              <p:pRg st="2" end="2"/>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5299">
                                            <p:txEl>
                                              <p:pRg st="3" end="3"/>
                                            </p:txEl>
                                          </p:spTgt>
                                        </p:tgtEl>
                                        <p:attrNameLst>
                                          <p:attrName>style.visibility</p:attrName>
                                        </p:attrNameLst>
                                      </p:cBhvr>
                                      <p:to>
                                        <p:strVal val="visible"/>
                                      </p:to>
                                    </p:set>
                                    <p:animEffect transition="in" filter="wipe(left)">
                                      <p:cBhvr>
                                        <p:cTn id="41" dur="500"/>
                                        <p:tgtEl>
                                          <p:spTgt spid="55299">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up)">
                                      <p:cBhvr>
                                        <p:cTn id="46" dur="500"/>
                                        <p:tgtEl>
                                          <p:spTgt spid="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down)">
                                      <p:cBhvr>
                                        <p:cTn id="5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14" grpId="0" animBg="1"/>
      <p:bldP spid="16"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93738" y="400050"/>
            <a:ext cx="9071889" cy="1460500"/>
          </a:xfrm>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按引用传递（传地址）</a:t>
            </a:r>
          </a:p>
        </p:txBody>
      </p:sp>
      <p:sp>
        <p:nvSpPr>
          <p:cNvPr id="180227"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把实在参数的地址传递给相应的形式参数</a:t>
            </a:r>
          </a:p>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方法</a:t>
            </a: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latin typeface="宋体" panose="02010600030101010101" pitchFamily="2" charset="-122"/>
              </a:rPr>
              <a:t>调用程序把</a:t>
            </a:r>
            <a:r>
              <a:rPr lang="zh-CN" altLang="en-US" sz="2646" noProof="1">
                <a:solidFill>
                  <a:schemeClr val="tx1">
                    <a:lumMod val="75000"/>
                    <a:lumOff val="25000"/>
                  </a:schemeClr>
                </a:solidFill>
                <a:latin typeface="+mj-ea"/>
                <a:ea typeface="+mj-ea"/>
              </a:rPr>
              <a:t>实在参数</a:t>
            </a:r>
            <a:r>
              <a:rPr lang="en-US" altLang="zh-CN" sz="2646" noProof="1">
                <a:solidFill>
                  <a:prstClr val="black">
                    <a:lumMod val="75000"/>
                    <a:lumOff val="25000"/>
                  </a:prstClr>
                </a:solidFill>
                <a:latin typeface="+mj-ea"/>
                <a:ea typeface="+mj-ea"/>
              </a:rPr>
              <a:t>(</a:t>
            </a:r>
            <a:r>
              <a:rPr lang="zh-CN" altLang="en-US" sz="2646" dirty="0">
                <a:solidFill>
                  <a:prstClr val="black">
                    <a:lumMod val="75000"/>
                    <a:lumOff val="25000"/>
                  </a:prstClr>
                </a:solidFill>
                <a:latin typeface="+mj-ea"/>
                <a:ea typeface="+mj-ea"/>
              </a:rPr>
              <a:t>实参</a:t>
            </a:r>
            <a:r>
              <a:rPr lang="en-US" altLang="zh-CN" sz="2646" noProof="1">
                <a:solidFill>
                  <a:prstClr val="black">
                    <a:lumMod val="75000"/>
                    <a:lumOff val="25000"/>
                  </a:prstClr>
                </a:solidFill>
                <a:latin typeface="+mj-ea"/>
                <a:ea typeface="+mj-ea"/>
              </a:rPr>
              <a:t>)</a:t>
            </a:r>
            <a:r>
              <a:rPr lang="zh-CN" altLang="en-US" sz="2646" noProof="1">
                <a:solidFill>
                  <a:schemeClr val="tx1">
                    <a:lumMod val="75000"/>
                    <a:lumOff val="25000"/>
                  </a:schemeClr>
                </a:solidFill>
                <a:latin typeface="+mj-ea"/>
                <a:ea typeface="+mj-ea"/>
              </a:rPr>
              <a:t>的</a:t>
            </a:r>
            <a:r>
              <a:rPr lang="zh-CN" altLang="en-US" sz="2646" noProof="1">
                <a:solidFill>
                  <a:srgbClr val="CC0000"/>
                </a:solidFill>
                <a:latin typeface="+mj-ea"/>
                <a:ea typeface="+mj-ea"/>
              </a:rPr>
              <a:t>地址</a:t>
            </a:r>
            <a:r>
              <a:rPr lang="zh-CN" altLang="en-US" sz="2646" noProof="1">
                <a:solidFill>
                  <a:schemeClr val="tx1">
                    <a:lumMod val="75000"/>
                    <a:lumOff val="25000"/>
                  </a:schemeClr>
                </a:solidFill>
                <a:latin typeface="+mj-ea"/>
                <a:ea typeface="+mj-ea"/>
              </a:rPr>
              <a:t>传递到被调用过程相应的形式单元中</a:t>
            </a:r>
            <a:endParaRPr lang="zh-CN" altLang="zh-CN" sz="2646" noProof="1">
              <a:solidFill>
                <a:schemeClr val="tx1">
                  <a:lumMod val="75000"/>
                  <a:lumOff val="25000"/>
                </a:schemeClr>
              </a:solidFill>
              <a:latin typeface="+mj-ea"/>
              <a:ea typeface="+mj-ea"/>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latin typeface="+mj-ea"/>
                <a:ea typeface="+mj-ea"/>
              </a:rPr>
              <a:t>被调用过程中，对形式参数</a:t>
            </a:r>
            <a:r>
              <a:rPr lang="en-US" altLang="zh-CN" sz="2646" noProof="1">
                <a:solidFill>
                  <a:schemeClr val="tx1">
                    <a:lumMod val="75000"/>
                    <a:lumOff val="25000"/>
                  </a:schemeClr>
                </a:solidFill>
                <a:latin typeface="+mj-ea"/>
                <a:ea typeface="+mj-ea"/>
              </a:rPr>
              <a:t>(</a:t>
            </a:r>
            <a:r>
              <a:rPr lang="zh-CN" altLang="en-US" sz="2646" noProof="1">
                <a:solidFill>
                  <a:schemeClr val="tx1">
                    <a:lumMod val="75000"/>
                    <a:lumOff val="25000"/>
                  </a:schemeClr>
                </a:solidFill>
                <a:latin typeface="+mj-ea"/>
                <a:ea typeface="+mj-ea"/>
              </a:rPr>
              <a:t>形</a:t>
            </a:r>
            <a:r>
              <a:rPr lang="zh-CN" altLang="en-US" sz="2646" dirty="0">
                <a:solidFill>
                  <a:schemeClr val="tx1">
                    <a:lumMod val="75000"/>
                    <a:lumOff val="25000"/>
                  </a:schemeClr>
                </a:solidFill>
                <a:latin typeface="+mj-ea"/>
                <a:ea typeface="+mj-ea"/>
              </a:rPr>
              <a:t>参</a:t>
            </a:r>
            <a:r>
              <a:rPr lang="en-US" altLang="zh-CN" sz="2646" noProof="1">
                <a:solidFill>
                  <a:schemeClr val="tx1">
                    <a:lumMod val="75000"/>
                    <a:lumOff val="25000"/>
                  </a:schemeClr>
                </a:solidFill>
                <a:latin typeface="+mj-ea"/>
                <a:ea typeface="+mj-ea"/>
              </a:rPr>
              <a:t>)</a:t>
            </a:r>
            <a:r>
              <a:rPr lang="zh-CN" altLang="en-US" sz="2646" noProof="1">
                <a:solidFill>
                  <a:schemeClr val="tx1">
                    <a:lumMod val="75000"/>
                    <a:lumOff val="25000"/>
                  </a:schemeClr>
                </a:solidFill>
                <a:latin typeface="+mj-ea"/>
                <a:ea typeface="+mj-ea"/>
              </a:rPr>
              <a:t>的</a:t>
            </a:r>
            <a:r>
              <a:rPr lang="zh-CN" altLang="en-US" sz="2646" noProof="1">
                <a:solidFill>
                  <a:schemeClr val="tx1">
                    <a:lumMod val="75000"/>
                    <a:lumOff val="25000"/>
                  </a:schemeClr>
                </a:solidFill>
                <a:latin typeface="宋体" panose="02010600030101010101" pitchFamily="2" charset="-122"/>
              </a:rPr>
              <a:t>引用或赋值被处理</a:t>
            </a:r>
            <a:r>
              <a:rPr lang="zh-CN" altLang="en-US" sz="2646" dirty="0">
                <a:solidFill>
                  <a:schemeClr val="tx1">
                    <a:lumMod val="75000"/>
                    <a:lumOff val="25000"/>
                  </a:schemeClr>
                </a:solidFill>
                <a:latin typeface="宋体" panose="02010600030101010101" pitchFamily="2" charset="-122"/>
              </a:rPr>
              <a:t>成</a:t>
            </a:r>
            <a:r>
              <a:rPr lang="zh-CN" altLang="en-US" sz="2646" noProof="1">
                <a:solidFill>
                  <a:srgbClr val="CC0000"/>
                </a:solidFill>
                <a:latin typeface="宋体" panose="02010600030101010101" pitchFamily="2" charset="-122"/>
              </a:rPr>
              <a:t>对形式单元的间接访问</a:t>
            </a: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PASCAL</a:t>
            </a:r>
            <a:r>
              <a:rPr lang="zh-CN" altLang="en-US" sz="3086" dirty="0">
                <a:solidFill>
                  <a:schemeClr val="tx1">
                    <a:lumMod val="75000"/>
                    <a:lumOff val="25000"/>
                  </a:schemeClr>
                </a:solidFill>
              </a:rPr>
              <a:t>的</a:t>
            </a:r>
            <a:r>
              <a:rPr lang="zh-CN" altLang="en-US" sz="3086" dirty="0">
                <a:solidFill>
                  <a:srgbClr val="C00000"/>
                </a:solidFill>
              </a:rPr>
              <a:t>变量参数</a:t>
            </a:r>
            <a:r>
              <a:rPr lang="zh-CN" altLang="en-US" sz="3086" dirty="0">
                <a:solidFill>
                  <a:schemeClr val="tx1">
                    <a:lumMod val="75000"/>
                    <a:lumOff val="25000"/>
                  </a:schemeClr>
                </a:solidFill>
              </a:rPr>
              <a:t>，</a:t>
            </a:r>
            <a:r>
              <a:rPr lang="en-US" altLang="zh-CN" sz="3086" dirty="0">
                <a:solidFill>
                  <a:schemeClr val="tx1">
                    <a:lumMod val="75000"/>
                    <a:lumOff val="25000"/>
                  </a:schemeClr>
                </a:solidFill>
              </a:rPr>
              <a:t>C/C++</a:t>
            </a:r>
            <a:r>
              <a:rPr lang="zh-CN" altLang="en-US" sz="3086" dirty="0">
                <a:solidFill>
                  <a:schemeClr val="tx1">
                    <a:lumMod val="75000"/>
                    <a:lumOff val="25000"/>
                  </a:schemeClr>
                </a:solidFill>
              </a:rPr>
              <a:t>传引用</a:t>
            </a:r>
          </a:p>
        </p:txBody>
      </p:sp>
      <p:sp>
        <p:nvSpPr>
          <p:cNvPr id="3" name="灯片编号占位符 2">
            <a:extLst>
              <a:ext uri="{FF2B5EF4-FFF2-40B4-BE49-F238E27FC236}">
                <a16:creationId xmlns:a16="http://schemas.microsoft.com/office/drawing/2014/main" id="{2C74F9A4-02BF-FC31-8E8F-0A9850067E9C}"/>
              </a:ext>
            </a:extLst>
          </p:cNvPr>
          <p:cNvSpPr>
            <a:spLocks noGrp="1"/>
          </p:cNvSpPr>
          <p:nvPr>
            <p:ph type="sldNum" sz="quarter" idx="12"/>
          </p:nvPr>
        </p:nvSpPr>
        <p:spPr/>
        <p:txBody>
          <a:bodyPr/>
          <a:lstStyle/>
          <a:p>
            <a:pPr>
              <a:defRPr/>
            </a:pPr>
            <a:fld id="{81F535CF-9FA2-417D-855C-A8D9EC245586}" type="slidenum">
              <a:rPr lang="en-US" smtClean="0"/>
              <a:pPr>
                <a:defRPr/>
              </a:pPr>
              <a:t>7</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wipe(left)">
                                      <p:cBhvr>
                                        <p:cTn id="7" dur="500"/>
                                        <p:tgtEl>
                                          <p:spTgt spid="180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0227">
                                            <p:txEl>
                                              <p:pRg st="1" end="1"/>
                                            </p:txEl>
                                          </p:spTgt>
                                        </p:tgtEl>
                                        <p:attrNameLst>
                                          <p:attrName>style.visibility</p:attrName>
                                        </p:attrNameLst>
                                      </p:cBhvr>
                                      <p:to>
                                        <p:strVal val="visible"/>
                                      </p:to>
                                    </p:set>
                                    <p:animEffect transition="in" filter="wipe(left)">
                                      <p:cBhvr>
                                        <p:cTn id="12" dur="500"/>
                                        <p:tgtEl>
                                          <p:spTgt spid="180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0227">
                                            <p:txEl>
                                              <p:pRg st="2" end="2"/>
                                            </p:txEl>
                                          </p:spTgt>
                                        </p:tgtEl>
                                        <p:attrNameLst>
                                          <p:attrName>style.visibility</p:attrName>
                                        </p:attrNameLst>
                                      </p:cBhvr>
                                      <p:to>
                                        <p:strVal val="visible"/>
                                      </p:to>
                                    </p:set>
                                    <p:animEffect transition="in" filter="wipe(left)">
                                      <p:cBhvr>
                                        <p:cTn id="17" dur="500"/>
                                        <p:tgtEl>
                                          <p:spTgt spid="1802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0227">
                                            <p:txEl>
                                              <p:pRg st="3" end="3"/>
                                            </p:txEl>
                                          </p:spTgt>
                                        </p:tgtEl>
                                        <p:attrNameLst>
                                          <p:attrName>style.visibility</p:attrName>
                                        </p:attrNameLst>
                                      </p:cBhvr>
                                      <p:to>
                                        <p:strVal val="visible"/>
                                      </p:to>
                                    </p:set>
                                    <p:animEffect transition="in" filter="wipe(left)">
                                      <p:cBhvr>
                                        <p:cTn id="22" dur="500"/>
                                        <p:tgtEl>
                                          <p:spTgt spid="1802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0227">
                                            <p:txEl>
                                              <p:pRg st="4" end="4"/>
                                            </p:txEl>
                                          </p:spTgt>
                                        </p:tgtEl>
                                        <p:attrNameLst>
                                          <p:attrName>style.visibility</p:attrName>
                                        </p:attrNameLst>
                                      </p:cBhvr>
                                      <p:to>
                                        <p:strVal val="visible"/>
                                      </p:to>
                                    </p:set>
                                    <p:animEffect transition="in" filter="wipe(left)">
                                      <p:cBhvr>
                                        <p:cTn id="27" dur="500"/>
                                        <p:tgtEl>
                                          <p:spTgt spid="180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按引用传递</a:t>
            </a:r>
            <a:endParaRPr lang="zh-CN" altLang="en-US" dirty="0"/>
          </a:p>
        </p:txBody>
      </p:sp>
      <p:sp>
        <p:nvSpPr>
          <p:cNvPr id="56322" name="Rectangle 2"/>
          <p:cNvSpPr>
            <a:spLocks noGrp="1" noChangeArrowheads="1"/>
          </p:cNvSpPr>
          <p:nvPr>
            <p:ph idx="1"/>
          </p:nvPr>
        </p:nvSpPr>
        <p:spPr/>
        <p:txBody>
          <a:bodyPr rtlCol="0">
            <a:normAutofit/>
          </a:bodyPr>
          <a:lstStyle/>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procedure swap (</a:t>
            </a:r>
            <a:r>
              <a:rPr lang="en-US" altLang="zh-CN" sz="3086" dirty="0" err="1">
                <a:solidFill>
                  <a:schemeClr val="tx1">
                    <a:lumMod val="75000"/>
                    <a:lumOff val="25000"/>
                  </a:schemeClr>
                </a:solidFill>
                <a:latin typeface="+mn-lt"/>
              </a:rPr>
              <a:t>var</a:t>
            </a:r>
            <a:r>
              <a:rPr lang="en-US" altLang="zh-CN" sz="3086" dirty="0">
                <a:solidFill>
                  <a:schemeClr val="tx1">
                    <a:lumMod val="75000"/>
                    <a:lumOff val="25000"/>
                  </a:schemeClr>
                </a:solidFill>
                <a:latin typeface="+mn-lt"/>
              </a:rPr>
              <a:t> m:integer; </a:t>
            </a:r>
            <a:r>
              <a:rPr lang="en-US" altLang="zh-CN" sz="3086" dirty="0" err="1">
                <a:solidFill>
                  <a:schemeClr val="tx1">
                    <a:lumMod val="75000"/>
                    <a:lumOff val="25000"/>
                  </a:schemeClr>
                </a:solidFill>
                <a:latin typeface="+mn-lt"/>
              </a:rPr>
              <a:t>var</a:t>
            </a:r>
            <a:r>
              <a:rPr lang="en-US" altLang="zh-CN" sz="3086" dirty="0">
                <a:solidFill>
                  <a:schemeClr val="tx1">
                    <a:lumMod val="75000"/>
                    <a:lumOff val="25000"/>
                  </a:schemeClr>
                </a:solidFill>
                <a:latin typeface="+mn-lt"/>
              </a:rPr>
              <a:t> n: integer);</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err="1">
                <a:solidFill>
                  <a:schemeClr val="tx1">
                    <a:lumMod val="75000"/>
                    <a:lumOff val="25000"/>
                  </a:schemeClr>
                </a:solidFill>
                <a:latin typeface="+mn-lt"/>
              </a:rPr>
              <a:t>var</a:t>
            </a:r>
            <a:r>
              <a:rPr lang="en-US" altLang="zh-CN" sz="3086" dirty="0">
                <a:solidFill>
                  <a:schemeClr val="tx1">
                    <a:lumMod val="75000"/>
                    <a:lumOff val="25000"/>
                  </a:schemeClr>
                </a:solidFill>
                <a:latin typeface="+mn-lt"/>
              </a:rPr>
              <a:t> i:integer;</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begin</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i:=m;</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m:=n;</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     n:=i;</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latin typeface="+mn-lt"/>
              </a:rPr>
              <a:t>end</a:t>
            </a:r>
          </a:p>
        </p:txBody>
      </p:sp>
      <p:sp>
        <p:nvSpPr>
          <p:cNvPr id="7" name="Rectangle 3"/>
          <p:cNvSpPr>
            <a:spLocks noChangeArrowheads="1"/>
          </p:cNvSpPr>
          <p:nvPr/>
        </p:nvSpPr>
        <p:spPr bwMode="auto">
          <a:xfrm>
            <a:off x="2587625" y="5005388"/>
            <a:ext cx="6184900" cy="2419350"/>
          </a:xfrm>
          <a:prstGeom prst="rect">
            <a:avLst/>
          </a:prstGeom>
          <a:ln/>
        </p:spPr>
        <p:style>
          <a:lnRef idx="2">
            <a:schemeClr val="accent1"/>
          </a:lnRef>
          <a:fillRef idx="1">
            <a:schemeClr val="lt1"/>
          </a:fillRef>
          <a:effectRef idx="0">
            <a:schemeClr val="accent1"/>
          </a:effectRef>
          <a:fontRef idx="minor">
            <a:schemeClr val="dk1"/>
          </a:fontRef>
        </p:style>
        <p:txBody>
          <a:bodyPr lIns="101496" tIns="50748" rIns="101496" bIns="50748"/>
          <a:lstStyle>
            <a:lvl1pPr marL="457200" indent="-4572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914400" indent="-45720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zh-CN" altLang="en-US" sz="2866" dirty="0">
                <a:solidFill>
                  <a:srgbClr val="CC0000"/>
                </a:solidFill>
                <a:latin typeface="Arial" panose="020B0604020202020204"/>
              </a:rPr>
              <a:t>把</a:t>
            </a:r>
            <a:r>
              <a:rPr lang="en-US" altLang="zh-CN" sz="2866" dirty="0" err="1">
                <a:solidFill>
                  <a:srgbClr val="CC0000"/>
                </a:solidFill>
                <a:latin typeface="Arial" panose="020B0604020202020204"/>
              </a:rPr>
              <a:t>a,b</a:t>
            </a:r>
            <a:r>
              <a:rPr lang="zh-CN" altLang="en-US" sz="2866" dirty="0">
                <a:solidFill>
                  <a:srgbClr val="CC0000"/>
                </a:solidFill>
                <a:latin typeface="Arial" panose="020B0604020202020204"/>
              </a:rPr>
              <a:t>的地址送到形式单元</a:t>
            </a:r>
            <a:r>
              <a:rPr lang="en-US" altLang="zh-CN" sz="2866" dirty="0">
                <a:solidFill>
                  <a:srgbClr val="CC0000"/>
                </a:solidFill>
                <a:latin typeface="Arial" panose="020B0604020202020204"/>
              </a:rPr>
              <a:t>m</a:t>
            </a:r>
            <a:r>
              <a:rPr lang="zh-CN" altLang="en-US" sz="2866" dirty="0">
                <a:solidFill>
                  <a:srgbClr val="CC0000"/>
                </a:solidFill>
                <a:latin typeface="Arial" panose="020B0604020202020204"/>
              </a:rPr>
              <a:t>和</a:t>
            </a:r>
            <a:r>
              <a:rPr lang="en-US" altLang="zh-CN" sz="2866" dirty="0">
                <a:solidFill>
                  <a:srgbClr val="CC0000"/>
                </a:solidFill>
                <a:latin typeface="Arial" panose="020B0604020202020204"/>
              </a:rPr>
              <a:t>n</a:t>
            </a:r>
            <a:r>
              <a:rPr lang="zh-CN" altLang="en-US" sz="2866" dirty="0">
                <a:solidFill>
                  <a:srgbClr val="CC0000"/>
                </a:solidFill>
                <a:latin typeface="Arial" panose="020B0604020202020204"/>
              </a:rPr>
              <a:t>中</a:t>
            </a:r>
            <a:endParaRPr lang="en-US" altLang="zh-CN" sz="2866" dirty="0">
              <a:solidFill>
                <a:srgbClr val="CC0000"/>
              </a:solidFill>
              <a:latin typeface="Arial" panose="020B0604020202020204"/>
            </a:endParaRPr>
          </a:p>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en-US" altLang="zh-CN" sz="2866" dirty="0">
                <a:solidFill>
                  <a:srgbClr val="CC0000"/>
                </a:solidFill>
                <a:latin typeface="Arial" panose="020B0604020202020204"/>
              </a:rPr>
              <a:t>m:=a</a:t>
            </a:r>
            <a:r>
              <a:rPr lang="zh-CN" altLang="en-US" sz="2866" dirty="0">
                <a:solidFill>
                  <a:srgbClr val="CC0000"/>
                </a:solidFill>
                <a:latin typeface="Arial" panose="020B0604020202020204"/>
              </a:rPr>
              <a:t>的地址</a:t>
            </a:r>
            <a:r>
              <a:rPr lang="en-US" altLang="zh-CN" sz="2866" dirty="0">
                <a:solidFill>
                  <a:srgbClr val="CC0000"/>
                </a:solidFill>
                <a:latin typeface="Arial" panose="020B0604020202020204"/>
              </a:rPr>
              <a:t>; </a:t>
            </a:r>
          </a:p>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en-US" altLang="zh-CN" sz="2866" dirty="0">
                <a:solidFill>
                  <a:srgbClr val="CC0000"/>
                </a:solidFill>
                <a:latin typeface="Arial" panose="020B0604020202020204"/>
              </a:rPr>
              <a:t>n:=b</a:t>
            </a:r>
            <a:r>
              <a:rPr lang="zh-CN" altLang="en-US" sz="2866" dirty="0">
                <a:solidFill>
                  <a:srgbClr val="CC0000"/>
                </a:solidFill>
                <a:latin typeface="Arial" panose="020B0604020202020204"/>
              </a:rPr>
              <a:t>的地址</a:t>
            </a:r>
            <a:r>
              <a:rPr lang="en-US" altLang="zh-CN" sz="2866" dirty="0">
                <a:solidFill>
                  <a:srgbClr val="CC0000"/>
                </a:solidFill>
                <a:latin typeface="Arial" panose="020B0604020202020204"/>
              </a:rPr>
              <a:t> </a:t>
            </a:r>
            <a:endParaRPr lang="zh-CN" altLang="en-US" sz="2866" dirty="0">
              <a:solidFill>
                <a:srgbClr val="CC0000"/>
              </a:solidFill>
              <a:latin typeface="Arial" panose="020B0604020202020204"/>
            </a:endParaRPr>
          </a:p>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en-US" altLang="zh-CN" sz="2866" dirty="0">
                <a:solidFill>
                  <a:prstClr val="black"/>
                </a:solidFill>
                <a:latin typeface="Arial" panose="020B0604020202020204"/>
              </a:rPr>
              <a:t>i:=m↑</a:t>
            </a:r>
            <a:r>
              <a:rPr lang="zh-CN" altLang="en-US" sz="2866" dirty="0">
                <a:solidFill>
                  <a:prstClr val="black"/>
                </a:solidFill>
                <a:latin typeface="Arial" panose="020B0604020202020204"/>
              </a:rPr>
              <a:t>（</a:t>
            </a:r>
            <a:r>
              <a:rPr lang="en-US" altLang="zh-CN" sz="2866" dirty="0">
                <a:solidFill>
                  <a:prstClr val="black"/>
                </a:solidFill>
                <a:latin typeface="Arial" panose="020B0604020202020204"/>
              </a:rPr>
              <a:t>m</a:t>
            </a:r>
            <a:r>
              <a:rPr lang="zh-CN" altLang="en-US" sz="2866" dirty="0">
                <a:solidFill>
                  <a:prstClr val="black"/>
                </a:solidFill>
                <a:latin typeface="Arial" panose="020B0604020202020204"/>
              </a:rPr>
              <a:t>地址对应的单元）</a:t>
            </a:r>
            <a:r>
              <a:rPr lang="en-US" altLang="zh-CN" sz="2866" dirty="0">
                <a:solidFill>
                  <a:prstClr val="black"/>
                </a:solidFill>
                <a:latin typeface="Arial" panose="020B0604020202020204"/>
              </a:rPr>
              <a:t>;</a:t>
            </a:r>
          </a:p>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en-US" altLang="zh-CN" sz="2866" dirty="0">
                <a:solidFill>
                  <a:prstClr val="black"/>
                </a:solidFill>
                <a:latin typeface="Arial" panose="020B0604020202020204"/>
              </a:rPr>
              <a:t>m↑:= n↑;</a:t>
            </a:r>
          </a:p>
          <a:p>
            <a:pPr marL="503972" indent="-503972" defTabSz="503972" eaLnBrk="1" fontAlgn="auto" hangingPunct="1">
              <a:lnSpc>
                <a:spcPct val="90000"/>
              </a:lnSpc>
              <a:spcBef>
                <a:spcPct val="0"/>
              </a:spcBef>
              <a:spcAft>
                <a:spcPts val="0"/>
              </a:spcAft>
              <a:buClrTx/>
              <a:buSzTx/>
              <a:buFont typeface="Symbol" panose="05050102010706020507" pitchFamily="18" charset="2"/>
              <a:buChar char="·"/>
              <a:defRPr/>
            </a:pPr>
            <a:r>
              <a:rPr lang="en-US" altLang="zh-CN" sz="2866" dirty="0">
                <a:solidFill>
                  <a:prstClr val="black"/>
                </a:solidFill>
                <a:latin typeface="Arial" panose="020B0604020202020204"/>
              </a:rPr>
              <a:t>n↑:=</a:t>
            </a:r>
            <a:r>
              <a:rPr lang="en-US" altLang="zh-CN" sz="2866" dirty="0" err="1">
                <a:solidFill>
                  <a:prstClr val="black"/>
                </a:solidFill>
                <a:latin typeface="Arial" panose="020B0604020202020204"/>
              </a:rPr>
              <a:t>i</a:t>
            </a:r>
            <a:r>
              <a:rPr lang="en-US" altLang="zh-CN" sz="2866" dirty="0">
                <a:solidFill>
                  <a:prstClr val="black"/>
                </a:solidFill>
                <a:latin typeface="Arial" panose="020B0604020202020204"/>
              </a:rPr>
              <a:t>;</a:t>
            </a:r>
          </a:p>
        </p:txBody>
      </p:sp>
      <p:sp>
        <p:nvSpPr>
          <p:cNvPr id="8" name="文本框 7"/>
          <p:cNvSpPr txBox="1"/>
          <p:nvPr/>
        </p:nvSpPr>
        <p:spPr>
          <a:xfrm>
            <a:off x="4652963" y="4262438"/>
            <a:ext cx="2028825" cy="568325"/>
          </a:xfrm>
          <a:prstGeom prst="rect">
            <a:avLst/>
          </a:prstGeom>
        </p:spPr>
        <p:style>
          <a:lnRef idx="3">
            <a:schemeClr val="lt1"/>
          </a:lnRef>
          <a:fillRef idx="1">
            <a:schemeClr val="accent1"/>
          </a:fillRef>
          <a:effectRef idx="1">
            <a:schemeClr val="accent1"/>
          </a:effectRef>
          <a:fontRef idx="minor">
            <a:schemeClr val="lt1"/>
          </a:fontRef>
        </p:style>
        <p:txBody>
          <a:bodyPr wrap="none">
            <a:spAutoFit/>
          </a:bodyPr>
          <a:lstStyle/>
          <a:p>
            <a:pPr defTabSz="503972" eaLnBrk="1" fontAlgn="auto" hangingPunct="1">
              <a:spcBef>
                <a:spcPts val="0"/>
              </a:spcBef>
              <a:spcAft>
                <a:spcPts val="0"/>
              </a:spcAft>
              <a:buFont typeface="Times New Roman" panose="02020603050405020304" pitchFamily="18" charset="0"/>
              <a:buNone/>
              <a:defRPr/>
            </a:pPr>
            <a:r>
              <a:rPr lang="en-US" altLang="zh-CN" sz="3086" dirty="0">
                <a:solidFill>
                  <a:prstClr val="white"/>
                </a:solidFill>
              </a:rPr>
              <a:t>swap(a, b)</a:t>
            </a:r>
          </a:p>
        </p:txBody>
      </p:sp>
      <p:pic>
        <p:nvPicPr>
          <p:cNvPr id="77826" name="Picture 2" descr="https://img-blog.csdnimg.cn/cfef038ef7e248639be3d43d56116324.png"/>
          <p:cNvPicPr>
            <a:picLocks noChangeAspect="1" noChangeArrowheads="1"/>
          </p:cNvPicPr>
          <p:nvPr/>
        </p:nvPicPr>
        <p:blipFill>
          <a:blip r:embed="rId3">
            <a:extLst>
              <a:ext uri="{28A0092B-C50C-407E-A947-70E740481C1C}">
                <a14:useLocalDpi xmlns:a14="http://schemas.microsoft.com/office/drawing/2010/main" val="0"/>
              </a:ext>
            </a:extLst>
          </a:blip>
          <a:srcRect t="3593" b="3487"/>
          <a:stretch>
            <a:fillRect/>
          </a:stretch>
        </p:blipFill>
        <p:spPr bwMode="auto">
          <a:xfrm>
            <a:off x="249237" y="2035175"/>
            <a:ext cx="95853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DD24548B-1B81-519D-6F60-0EDFB3F6C631}"/>
              </a:ext>
            </a:extLst>
          </p:cNvPr>
          <p:cNvSpPr>
            <a:spLocks noGrp="1"/>
          </p:cNvSpPr>
          <p:nvPr>
            <p:ph type="sldNum" sz="quarter" idx="12"/>
          </p:nvPr>
        </p:nvSpPr>
        <p:spPr/>
        <p:txBody>
          <a:bodyPr/>
          <a:lstStyle/>
          <a:p>
            <a:pPr>
              <a:defRPr/>
            </a:pPr>
            <a:fld id="{81F535CF-9FA2-417D-855C-A8D9EC245586}" type="slidenum">
              <a:rPr lang="en-US" smtClean="0"/>
              <a:pPr>
                <a:defRPr/>
              </a:pPr>
              <a:t>8</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Effect transition="in" filter="wipe(left)">
                                      <p:cBhvr>
                                        <p:cTn id="7" dur="500"/>
                                        <p:tgtEl>
                                          <p:spTgt spid="56322">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322">
                                            <p:txEl>
                                              <p:pRg st="1" end="1"/>
                                            </p:txEl>
                                          </p:spTgt>
                                        </p:tgtEl>
                                        <p:attrNameLst>
                                          <p:attrName>style.visibility</p:attrName>
                                        </p:attrNameLst>
                                      </p:cBhvr>
                                      <p:to>
                                        <p:strVal val="visible"/>
                                      </p:to>
                                    </p:set>
                                    <p:animEffect transition="in" filter="wipe(left)">
                                      <p:cBhvr>
                                        <p:cTn id="11" dur="500"/>
                                        <p:tgtEl>
                                          <p:spTgt spid="56322">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6322">
                                            <p:txEl>
                                              <p:pRg st="2" end="2"/>
                                            </p:txEl>
                                          </p:spTgt>
                                        </p:tgtEl>
                                        <p:attrNameLst>
                                          <p:attrName>style.visibility</p:attrName>
                                        </p:attrNameLst>
                                      </p:cBhvr>
                                      <p:to>
                                        <p:strVal val="visible"/>
                                      </p:to>
                                    </p:set>
                                    <p:animEffect transition="in" filter="wipe(left)">
                                      <p:cBhvr>
                                        <p:cTn id="15" dur="500"/>
                                        <p:tgtEl>
                                          <p:spTgt spid="56322">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6322">
                                            <p:txEl>
                                              <p:pRg st="3" end="3"/>
                                            </p:txEl>
                                          </p:spTgt>
                                        </p:tgtEl>
                                        <p:attrNameLst>
                                          <p:attrName>style.visibility</p:attrName>
                                        </p:attrNameLst>
                                      </p:cBhvr>
                                      <p:to>
                                        <p:strVal val="visible"/>
                                      </p:to>
                                    </p:set>
                                    <p:animEffect transition="in" filter="wipe(left)">
                                      <p:cBhvr>
                                        <p:cTn id="19" dur="500"/>
                                        <p:tgtEl>
                                          <p:spTgt spid="56322">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56322">
                                            <p:txEl>
                                              <p:pRg st="4" end="4"/>
                                            </p:txEl>
                                          </p:spTgt>
                                        </p:tgtEl>
                                        <p:attrNameLst>
                                          <p:attrName>style.visibility</p:attrName>
                                        </p:attrNameLst>
                                      </p:cBhvr>
                                      <p:to>
                                        <p:strVal val="visible"/>
                                      </p:to>
                                    </p:set>
                                    <p:animEffect transition="in" filter="wipe(left)">
                                      <p:cBhvr>
                                        <p:cTn id="23" dur="500"/>
                                        <p:tgtEl>
                                          <p:spTgt spid="56322">
                                            <p:txEl>
                                              <p:pRg st="4" end="4"/>
                                            </p:txEl>
                                          </p:spTgt>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6322">
                                            <p:txEl>
                                              <p:pRg st="5" end="5"/>
                                            </p:txEl>
                                          </p:spTgt>
                                        </p:tgtEl>
                                        <p:attrNameLst>
                                          <p:attrName>style.visibility</p:attrName>
                                        </p:attrNameLst>
                                      </p:cBhvr>
                                      <p:to>
                                        <p:strVal val="visible"/>
                                      </p:to>
                                    </p:set>
                                    <p:animEffect transition="in" filter="wipe(left)">
                                      <p:cBhvr>
                                        <p:cTn id="27" dur="500"/>
                                        <p:tgtEl>
                                          <p:spTgt spid="56322">
                                            <p:txEl>
                                              <p:pRg st="5" end="5"/>
                                            </p:txEl>
                                          </p:spTgt>
                                        </p:tgtEl>
                                      </p:cBhvr>
                                    </p:animEffect>
                                  </p:childTnLst>
                                </p:cTn>
                              </p:par>
                            </p:childTnLst>
                          </p:cTn>
                        </p:par>
                        <p:par>
                          <p:cTn id="28" fill="hold" nodeType="afterGroup">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6322">
                                            <p:txEl>
                                              <p:pRg st="6" end="6"/>
                                            </p:txEl>
                                          </p:spTgt>
                                        </p:tgtEl>
                                        <p:attrNameLst>
                                          <p:attrName>style.visibility</p:attrName>
                                        </p:attrNameLst>
                                      </p:cBhvr>
                                      <p:to>
                                        <p:strVal val="visible"/>
                                      </p:to>
                                    </p:set>
                                    <p:animEffect transition="in" filter="wipe(left)">
                                      <p:cBhvr>
                                        <p:cTn id="31" dur="500"/>
                                        <p:tgtEl>
                                          <p:spTgt spid="56322">
                                            <p:txEl>
                                              <p:pRg st="6" end="6"/>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left)">
                                      <p:cBhvr>
                                        <p:cTn id="36" dur="500"/>
                                        <p:tgtEl>
                                          <p:spTgt spid="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
                                            <p:bg/>
                                          </p:spTgt>
                                        </p:tgtEl>
                                        <p:attrNameLst>
                                          <p:attrName>style.visibility</p:attrName>
                                        </p:attrNameLst>
                                      </p:cBhvr>
                                      <p:to>
                                        <p:strVal val="visible"/>
                                      </p:to>
                                    </p:set>
                                    <p:animEffect transition="in" filter="wipe(left)">
                                      <p:cBhvr>
                                        <p:cTn id="41" dur="500"/>
                                        <p:tgtEl>
                                          <p:spTgt spid="7">
                                            <p:bg/>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animEffect transition="in" filter="wipe(left)">
                                      <p:cBhvr>
                                        <p:cTn id="46" dur="500"/>
                                        <p:tgtEl>
                                          <p:spTgt spid="7">
                                            <p:txEl>
                                              <p:pRg st="0" end="0"/>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
                                            <p:txEl>
                                              <p:pRg st="1" end="1"/>
                                            </p:txEl>
                                          </p:spTgt>
                                        </p:tgtEl>
                                        <p:attrNameLst>
                                          <p:attrName>style.visibility</p:attrName>
                                        </p:attrNameLst>
                                      </p:cBhvr>
                                      <p:to>
                                        <p:strVal val="visible"/>
                                      </p:to>
                                    </p:set>
                                    <p:animEffect transition="in" filter="wipe(left)">
                                      <p:cBhvr>
                                        <p:cTn id="51" dur="500"/>
                                        <p:tgtEl>
                                          <p:spTgt spid="7">
                                            <p:txEl>
                                              <p:pRg st="1" end="1"/>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
                                            <p:txEl>
                                              <p:pRg st="2" end="2"/>
                                            </p:txEl>
                                          </p:spTgt>
                                        </p:tgtEl>
                                        <p:attrNameLst>
                                          <p:attrName>style.visibility</p:attrName>
                                        </p:attrNameLst>
                                      </p:cBhvr>
                                      <p:to>
                                        <p:strVal val="visible"/>
                                      </p:to>
                                    </p:set>
                                    <p:animEffect transition="in" filter="wipe(left)">
                                      <p:cBhvr>
                                        <p:cTn id="56" dur="500"/>
                                        <p:tgtEl>
                                          <p:spTgt spid="7">
                                            <p:txEl>
                                              <p:pRg st="2" end="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7">
                                            <p:txEl>
                                              <p:pRg st="3" end="3"/>
                                            </p:txEl>
                                          </p:spTgt>
                                        </p:tgtEl>
                                        <p:attrNameLst>
                                          <p:attrName>style.visibility</p:attrName>
                                        </p:attrNameLst>
                                      </p:cBhvr>
                                      <p:to>
                                        <p:strVal val="visible"/>
                                      </p:to>
                                    </p:set>
                                    <p:animEffect transition="in" filter="wipe(left)">
                                      <p:cBhvr>
                                        <p:cTn id="61" dur="500"/>
                                        <p:tgtEl>
                                          <p:spTgt spid="7">
                                            <p:txEl>
                                              <p:pRg st="3" end="3"/>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7">
                                            <p:txEl>
                                              <p:pRg st="4" end="4"/>
                                            </p:txEl>
                                          </p:spTgt>
                                        </p:tgtEl>
                                        <p:attrNameLst>
                                          <p:attrName>style.visibility</p:attrName>
                                        </p:attrNameLst>
                                      </p:cBhvr>
                                      <p:to>
                                        <p:strVal val="visible"/>
                                      </p:to>
                                    </p:set>
                                    <p:animEffect transition="in" filter="wipe(left)">
                                      <p:cBhvr>
                                        <p:cTn id="66" dur="500"/>
                                        <p:tgtEl>
                                          <p:spTgt spid="7">
                                            <p:txEl>
                                              <p:pRg st="4" end="4"/>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7">
                                            <p:txEl>
                                              <p:pRg st="5" end="5"/>
                                            </p:txEl>
                                          </p:spTgt>
                                        </p:tgtEl>
                                        <p:attrNameLst>
                                          <p:attrName>style.visibility</p:attrName>
                                        </p:attrNameLst>
                                      </p:cBhvr>
                                      <p:to>
                                        <p:strVal val="visible"/>
                                      </p:to>
                                    </p:set>
                                    <p:animEffect transition="in" filter="wipe(left)">
                                      <p:cBhvr>
                                        <p:cTn id="71" dur="500"/>
                                        <p:tgtEl>
                                          <p:spTgt spid="7">
                                            <p:txEl>
                                              <p:pRg st="5" end="5"/>
                                            </p:txEl>
                                          </p:spTgt>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nodeType="clickEffect">
                                  <p:stCondLst>
                                    <p:cond delay="0"/>
                                  </p:stCondLst>
                                  <p:childTnLst>
                                    <p:set>
                                      <p:cBhvr>
                                        <p:cTn id="75" dur="1" fill="hold">
                                          <p:stCondLst>
                                            <p:cond delay="0"/>
                                          </p:stCondLst>
                                        </p:cTn>
                                        <p:tgtEl>
                                          <p:spTgt spid="77826"/>
                                        </p:tgtEl>
                                        <p:attrNameLst>
                                          <p:attrName>style.visibility</p:attrName>
                                        </p:attrNameLst>
                                      </p:cBhvr>
                                      <p:to>
                                        <p:strVal val="visible"/>
                                      </p:to>
                                    </p:set>
                                    <p:animEffect transition="in" filter="wipe(down)">
                                      <p:cBhvr>
                                        <p:cTn id="76" dur="500"/>
                                        <p:tgtEl>
                                          <p:spTgt spid="77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p:bldP spid="7" grpId="0" build="p"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rtlCol="0">
            <a:normAutofit/>
          </a:bodyPr>
          <a:lstStyle/>
          <a:p>
            <a:pPr defTabSz="503972" eaLnBrk="1" fontAlgn="auto" hangingPunct="1">
              <a:spcAft>
                <a:spcPts val="0"/>
              </a:spcAft>
              <a:defRPr/>
            </a:pPr>
            <a:r>
              <a:rPr lang="zh-CN" altLang="en-US" dirty="0"/>
              <a:t>测试：参数传递</a:t>
            </a:r>
            <a:r>
              <a:rPr lang="en-US" altLang="zh-CN" dirty="0"/>
              <a:t>——</a:t>
            </a:r>
            <a:r>
              <a:rPr lang="zh-CN" altLang="en-US" dirty="0"/>
              <a:t>按引用传递</a:t>
            </a:r>
          </a:p>
        </p:txBody>
      </p:sp>
      <p:sp>
        <p:nvSpPr>
          <p:cNvPr id="41" name="Rectangle 2"/>
          <p:cNvSpPr>
            <a:spLocks noGrp="1" noChangeArrowheads="1"/>
          </p:cNvSpPr>
          <p:nvPr>
            <p:ph idx="1"/>
          </p:nvPr>
        </p:nvSpPr>
        <p:spPr>
          <a:xfrm>
            <a:off x="747713" y="2009775"/>
            <a:ext cx="8562975" cy="4649788"/>
          </a:xfrm>
        </p:spPr>
        <p:txBody>
          <a:bodyPr rtlCol="0">
            <a:noAutofit/>
          </a:bodyPr>
          <a:lstStyle/>
          <a:p>
            <a:pPr marL="377979" indent="-377979" defTabSz="503972" eaLnBrk="1" fontAlgn="auto" hangingPunct="1">
              <a:spcBef>
                <a:spcPct val="0"/>
              </a:spcBef>
              <a:spcAft>
                <a:spcPts val="0"/>
              </a:spcAft>
              <a:buFont typeface="Wingdings" panose="05000000000000000000" pitchFamily="2" charset="2"/>
              <a:buNone/>
              <a:defRPr/>
            </a:pPr>
            <a:r>
              <a:rPr lang="zh-CN" altLang="en-US" sz="2646" dirty="0">
                <a:solidFill>
                  <a:schemeClr val="tx1">
                    <a:lumMod val="75000"/>
                    <a:lumOff val="25000"/>
                  </a:schemeClr>
                </a:solidFill>
              </a:rPr>
              <a:t>…</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procedure  P(</a:t>
            </a:r>
            <a:r>
              <a:rPr lang="en-US" altLang="zh-CN" sz="2646" dirty="0" err="1">
                <a:solidFill>
                  <a:schemeClr val="tx1">
                    <a:lumMod val="75000"/>
                    <a:lumOff val="25000"/>
                  </a:schemeClr>
                </a:solidFill>
              </a:rPr>
              <a:t>w,x,y,z</a:t>
            </a:r>
            <a:r>
              <a:rPr lang="en-US" altLang="zh-CN" sz="2646" dirty="0">
                <a:solidFill>
                  <a:schemeClr val="tx1">
                    <a:lumMod val="75000"/>
                    <a:lumOff val="25000"/>
                  </a:schemeClr>
                </a:solidFill>
              </a:rPr>
              <a:t>);</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begin</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   y := y*w;</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   z := </a:t>
            </a:r>
            <a:r>
              <a:rPr lang="en-US" altLang="zh-CN" sz="2646" dirty="0" err="1">
                <a:solidFill>
                  <a:schemeClr val="tx1">
                    <a:lumMod val="75000"/>
                    <a:lumOff val="25000"/>
                  </a:schemeClr>
                </a:solidFill>
              </a:rPr>
              <a:t>z+x</a:t>
            </a:r>
            <a:r>
              <a:rPr lang="en-US" altLang="zh-CN" sz="2646" dirty="0">
                <a:solidFill>
                  <a:schemeClr val="tx1">
                    <a:lumMod val="75000"/>
                    <a:lumOff val="25000"/>
                  </a:schemeClr>
                </a:solidFill>
              </a:rPr>
              <a:t>;</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end</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begin</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a := 5;</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b := 3;</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P(a+b,a-b,a,a); </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write(a);</a:t>
            </a:r>
          </a:p>
          <a:p>
            <a:pPr marL="377979" indent="-377979" defTabSz="503972" eaLnBrk="1" fontAlgn="auto" hangingPunct="1">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end</a:t>
            </a:r>
            <a:endParaRPr lang="en-US" altLang="zh-CN" sz="2646" dirty="0">
              <a:solidFill>
                <a:schemeClr val="tx1">
                  <a:lumMod val="75000"/>
                  <a:lumOff val="25000"/>
                </a:schemeClr>
              </a:solidFill>
            </a:endParaRPr>
          </a:p>
        </p:txBody>
      </p:sp>
      <p:grpSp>
        <p:nvGrpSpPr>
          <p:cNvPr id="42" name="Group 4"/>
          <p:cNvGrpSpPr>
            <a:grpSpLocks/>
          </p:cNvGrpSpPr>
          <p:nvPr/>
        </p:nvGrpSpPr>
        <p:grpSpPr bwMode="auto">
          <a:xfrm>
            <a:off x="5429250" y="2058988"/>
            <a:ext cx="2700338" cy="554037"/>
            <a:chOff x="3016" y="1117"/>
            <a:chExt cx="1543" cy="317"/>
          </a:xfrm>
        </p:grpSpPr>
        <p:sp>
          <p:nvSpPr>
            <p:cNvPr id="43" name="Rectangle 5"/>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44" name="Text Box 6"/>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w</a:t>
              </a:r>
            </a:p>
          </p:txBody>
        </p:sp>
      </p:grpSp>
      <p:grpSp>
        <p:nvGrpSpPr>
          <p:cNvPr id="45" name="Group 7"/>
          <p:cNvGrpSpPr>
            <a:grpSpLocks/>
          </p:cNvGrpSpPr>
          <p:nvPr/>
        </p:nvGrpSpPr>
        <p:grpSpPr bwMode="auto">
          <a:xfrm>
            <a:off x="5429250" y="2689225"/>
            <a:ext cx="2700338" cy="554038"/>
            <a:chOff x="3016" y="1117"/>
            <a:chExt cx="1543" cy="317"/>
          </a:xfrm>
        </p:grpSpPr>
        <p:sp>
          <p:nvSpPr>
            <p:cNvPr id="46" name="Rectangle 8"/>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47" name="Text Box 9"/>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x</a:t>
              </a:r>
            </a:p>
          </p:txBody>
        </p:sp>
      </p:grpSp>
      <p:grpSp>
        <p:nvGrpSpPr>
          <p:cNvPr id="48" name="Group 10"/>
          <p:cNvGrpSpPr>
            <a:grpSpLocks/>
          </p:cNvGrpSpPr>
          <p:nvPr/>
        </p:nvGrpSpPr>
        <p:grpSpPr bwMode="auto">
          <a:xfrm>
            <a:off x="5429250" y="3324225"/>
            <a:ext cx="2700338" cy="554038"/>
            <a:chOff x="3016" y="1117"/>
            <a:chExt cx="1543" cy="317"/>
          </a:xfrm>
        </p:grpSpPr>
        <p:sp>
          <p:nvSpPr>
            <p:cNvPr id="49" name="Rectangle 11"/>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0" name="Text Box 12"/>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y</a:t>
              </a:r>
            </a:p>
          </p:txBody>
        </p:sp>
      </p:grpSp>
      <p:grpSp>
        <p:nvGrpSpPr>
          <p:cNvPr id="51" name="Group 13"/>
          <p:cNvGrpSpPr>
            <a:grpSpLocks/>
          </p:cNvGrpSpPr>
          <p:nvPr/>
        </p:nvGrpSpPr>
        <p:grpSpPr bwMode="auto">
          <a:xfrm>
            <a:off x="5429250" y="3959225"/>
            <a:ext cx="2700338" cy="555625"/>
            <a:chOff x="3016" y="1117"/>
            <a:chExt cx="1543" cy="317"/>
          </a:xfrm>
        </p:grpSpPr>
        <p:sp>
          <p:nvSpPr>
            <p:cNvPr id="52" name="Rectangle 14"/>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3" name="Text Box 15"/>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z</a:t>
              </a:r>
            </a:p>
          </p:txBody>
        </p:sp>
      </p:grpSp>
      <p:grpSp>
        <p:nvGrpSpPr>
          <p:cNvPr id="54" name="Group 16"/>
          <p:cNvGrpSpPr>
            <a:grpSpLocks/>
          </p:cNvGrpSpPr>
          <p:nvPr/>
        </p:nvGrpSpPr>
        <p:grpSpPr bwMode="auto">
          <a:xfrm>
            <a:off x="5430838" y="4675188"/>
            <a:ext cx="2700337" cy="554037"/>
            <a:chOff x="3016" y="1117"/>
            <a:chExt cx="1543" cy="317"/>
          </a:xfrm>
        </p:grpSpPr>
        <p:sp>
          <p:nvSpPr>
            <p:cNvPr id="55" name="Rectangle 17"/>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6" name="Text Box 18"/>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a</a:t>
              </a:r>
            </a:p>
          </p:txBody>
        </p:sp>
      </p:grpSp>
      <p:grpSp>
        <p:nvGrpSpPr>
          <p:cNvPr id="57" name="Group 19"/>
          <p:cNvGrpSpPr>
            <a:grpSpLocks/>
          </p:cNvGrpSpPr>
          <p:nvPr/>
        </p:nvGrpSpPr>
        <p:grpSpPr bwMode="auto">
          <a:xfrm>
            <a:off x="5430838" y="5330825"/>
            <a:ext cx="2700337" cy="555625"/>
            <a:chOff x="3016" y="1117"/>
            <a:chExt cx="1543" cy="317"/>
          </a:xfrm>
        </p:grpSpPr>
        <p:sp>
          <p:nvSpPr>
            <p:cNvPr id="58" name="Rectangle 20"/>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9" name="Text Box 21"/>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b</a:t>
              </a:r>
            </a:p>
          </p:txBody>
        </p:sp>
      </p:grpSp>
      <p:grpSp>
        <p:nvGrpSpPr>
          <p:cNvPr id="60" name="Group 22"/>
          <p:cNvGrpSpPr>
            <a:grpSpLocks/>
          </p:cNvGrpSpPr>
          <p:nvPr/>
        </p:nvGrpSpPr>
        <p:grpSpPr bwMode="auto">
          <a:xfrm>
            <a:off x="5353050" y="5984875"/>
            <a:ext cx="2778125" cy="555625"/>
            <a:chOff x="3243" y="3385"/>
            <a:chExt cx="1588" cy="317"/>
          </a:xfrm>
        </p:grpSpPr>
        <p:sp>
          <p:nvSpPr>
            <p:cNvPr id="61" name="Rectangle 23"/>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2" name="Text Box 24"/>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T1</a:t>
              </a:r>
            </a:p>
          </p:txBody>
        </p:sp>
      </p:grpSp>
      <p:grpSp>
        <p:nvGrpSpPr>
          <p:cNvPr id="63" name="Group 25"/>
          <p:cNvGrpSpPr>
            <a:grpSpLocks/>
          </p:cNvGrpSpPr>
          <p:nvPr/>
        </p:nvGrpSpPr>
        <p:grpSpPr bwMode="auto">
          <a:xfrm>
            <a:off x="5353050" y="6621463"/>
            <a:ext cx="2778125" cy="554037"/>
            <a:chOff x="3243" y="3385"/>
            <a:chExt cx="1588" cy="317"/>
          </a:xfrm>
        </p:grpSpPr>
        <p:sp>
          <p:nvSpPr>
            <p:cNvPr id="64" name="Rectangle 26"/>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5" name="Text Box 27"/>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T2</a:t>
              </a:r>
            </a:p>
          </p:txBody>
        </p:sp>
      </p:grpSp>
      <p:sp>
        <p:nvSpPr>
          <p:cNvPr id="66" name="Text Box 28"/>
          <p:cNvSpPr txBox="1">
            <a:spLocks noChangeArrowheads="1"/>
          </p:cNvSpPr>
          <p:nvPr/>
        </p:nvSpPr>
        <p:spPr bwMode="auto">
          <a:xfrm>
            <a:off x="6861175" y="4695825"/>
            <a:ext cx="3730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67" name="Text Box 29"/>
          <p:cNvSpPr txBox="1">
            <a:spLocks noChangeArrowheads="1"/>
          </p:cNvSpPr>
          <p:nvPr/>
        </p:nvSpPr>
        <p:spPr bwMode="auto">
          <a:xfrm>
            <a:off x="6861175" y="5381625"/>
            <a:ext cx="3730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3</a:t>
            </a:r>
            <a:endParaRPr lang="en-GB" altLang="zh-CN" sz="2646" b="1">
              <a:solidFill>
                <a:prstClr val="black"/>
              </a:solidFill>
              <a:ea typeface="宋体" panose="02010600030101010101" pitchFamily="2" charset="-122"/>
              <a:cs typeface="+mn-cs"/>
            </a:endParaRPr>
          </a:p>
        </p:txBody>
      </p:sp>
      <p:sp>
        <p:nvSpPr>
          <p:cNvPr id="68" name="Text Box 30"/>
          <p:cNvSpPr txBox="1">
            <a:spLocks noChangeArrowheads="1"/>
          </p:cNvSpPr>
          <p:nvPr/>
        </p:nvSpPr>
        <p:spPr bwMode="auto">
          <a:xfrm>
            <a:off x="6861175" y="6016625"/>
            <a:ext cx="3730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8</a:t>
            </a:r>
            <a:endParaRPr lang="en-GB" altLang="zh-CN" sz="2646" b="1">
              <a:solidFill>
                <a:prstClr val="black"/>
              </a:solidFill>
              <a:ea typeface="宋体" panose="02010600030101010101" pitchFamily="2" charset="-122"/>
              <a:cs typeface="+mn-cs"/>
            </a:endParaRPr>
          </a:p>
        </p:txBody>
      </p:sp>
      <p:sp>
        <p:nvSpPr>
          <p:cNvPr id="69" name="Text Box 31"/>
          <p:cNvSpPr txBox="1">
            <a:spLocks noChangeArrowheads="1"/>
          </p:cNvSpPr>
          <p:nvPr/>
        </p:nvSpPr>
        <p:spPr bwMode="auto">
          <a:xfrm>
            <a:off x="6861175" y="6599238"/>
            <a:ext cx="373063"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70" name="Text Box 32"/>
          <p:cNvSpPr txBox="1">
            <a:spLocks noChangeArrowheads="1"/>
          </p:cNvSpPr>
          <p:nvPr/>
        </p:nvSpPr>
        <p:spPr bwMode="auto">
          <a:xfrm>
            <a:off x="6383338" y="2117725"/>
            <a:ext cx="12573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T1</a:t>
            </a:r>
            <a:r>
              <a:rPr lang="zh-CN" altLang="en-US" sz="2646">
                <a:solidFill>
                  <a:prstClr val="black"/>
                </a:solidFill>
                <a:latin typeface="微软雅黑" panose="020B0503020204020204" pitchFamily="34" charset="-122"/>
                <a:cs typeface="+mn-cs"/>
              </a:rPr>
              <a:t>地址</a:t>
            </a:r>
            <a:endParaRPr lang="zh-CN" altLang="en-GB" sz="2646">
              <a:solidFill>
                <a:prstClr val="black"/>
              </a:solidFill>
              <a:latin typeface="微软雅黑" panose="020B0503020204020204" pitchFamily="34" charset="-122"/>
              <a:cs typeface="+mn-cs"/>
            </a:endParaRPr>
          </a:p>
        </p:txBody>
      </p:sp>
      <p:sp>
        <p:nvSpPr>
          <p:cNvPr id="71" name="Text Box 33"/>
          <p:cNvSpPr txBox="1">
            <a:spLocks noChangeArrowheads="1"/>
          </p:cNvSpPr>
          <p:nvPr/>
        </p:nvSpPr>
        <p:spPr bwMode="auto">
          <a:xfrm>
            <a:off x="6384925" y="2690813"/>
            <a:ext cx="12573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T2</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72" name="Text Box 34"/>
          <p:cNvSpPr txBox="1">
            <a:spLocks noChangeArrowheads="1"/>
          </p:cNvSpPr>
          <p:nvPr/>
        </p:nvSpPr>
        <p:spPr bwMode="auto">
          <a:xfrm>
            <a:off x="6303963" y="3324225"/>
            <a:ext cx="14636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a</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73" name="Text Box 35"/>
          <p:cNvSpPr txBox="1">
            <a:spLocks noChangeArrowheads="1"/>
          </p:cNvSpPr>
          <p:nvPr/>
        </p:nvSpPr>
        <p:spPr bwMode="auto">
          <a:xfrm>
            <a:off x="6303963" y="3957638"/>
            <a:ext cx="146367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a</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74" name="Text Box 36"/>
          <p:cNvSpPr txBox="1">
            <a:spLocks noChangeArrowheads="1"/>
          </p:cNvSpPr>
          <p:nvPr/>
        </p:nvSpPr>
        <p:spPr bwMode="auto">
          <a:xfrm>
            <a:off x="6702425" y="4695825"/>
            <a:ext cx="633413" cy="500063"/>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40</a:t>
            </a:r>
            <a:endParaRPr lang="en-GB" altLang="zh-CN" sz="2646" b="1">
              <a:solidFill>
                <a:srgbClr val="0033CC"/>
              </a:solidFill>
              <a:ea typeface="宋体" panose="02010600030101010101" pitchFamily="2" charset="-122"/>
              <a:cs typeface="+mn-cs"/>
            </a:endParaRPr>
          </a:p>
        </p:txBody>
      </p:sp>
      <p:sp>
        <p:nvSpPr>
          <p:cNvPr id="75" name="Text Box 37"/>
          <p:cNvSpPr txBox="1">
            <a:spLocks noChangeArrowheads="1"/>
          </p:cNvSpPr>
          <p:nvPr/>
        </p:nvSpPr>
        <p:spPr bwMode="auto">
          <a:xfrm>
            <a:off x="6702425" y="4695825"/>
            <a:ext cx="633413" cy="500063"/>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42</a:t>
            </a:r>
            <a:endParaRPr lang="en-GB" altLang="zh-CN" sz="2646" b="1">
              <a:solidFill>
                <a:srgbClr val="0033CC"/>
              </a:solidFill>
              <a:ea typeface="宋体" panose="02010600030101010101" pitchFamily="2" charset="-122"/>
              <a:cs typeface="+mn-cs"/>
            </a:endParaRPr>
          </a:p>
        </p:txBody>
      </p:sp>
      <p:sp>
        <p:nvSpPr>
          <p:cNvPr id="76" name="Text Box 38"/>
          <p:cNvSpPr txBox="1">
            <a:spLocks noChangeArrowheads="1"/>
          </p:cNvSpPr>
          <p:nvPr/>
        </p:nvSpPr>
        <p:spPr bwMode="auto">
          <a:xfrm>
            <a:off x="2811463" y="4465638"/>
            <a:ext cx="2328862"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0070C0"/>
                </a:solidFill>
                <a:latin typeface="Times New Roman" panose="02020603050405020304" pitchFamily="18" charset="0"/>
                <a:cs typeface="+mn-cs"/>
              </a:rPr>
              <a:t>输出：</a:t>
            </a:r>
            <a:r>
              <a:rPr lang="en-US" altLang="zh-CN" sz="3968" b="1" dirty="0">
                <a:solidFill>
                  <a:srgbClr val="FF3300"/>
                </a:solidFill>
                <a:ea typeface="宋体" panose="02010600030101010101" pitchFamily="2" charset="-122"/>
                <a:cs typeface="+mn-cs"/>
              </a:rPr>
              <a:t>42</a:t>
            </a:r>
            <a:endParaRPr lang="en-GB" altLang="zh-CN" sz="3968" b="1" dirty="0">
              <a:solidFill>
                <a:srgbClr val="FF3300"/>
              </a:solidFill>
              <a:ea typeface="宋体" panose="02010600030101010101" pitchFamily="2" charset="-122"/>
              <a:cs typeface="+mn-cs"/>
            </a:endParaRPr>
          </a:p>
        </p:txBody>
      </p:sp>
      <p:sp>
        <p:nvSpPr>
          <p:cNvPr id="3" name="灯片编号占位符 2">
            <a:extLst>
              <a:ext uri="{FF2B5EF4-FFF2-40B4-BE49-F238E27FC236}">
                <a16:creationId xmlns:a16="http://schemas.microsoft.com/office/drawing/2014/main" id="{03D4E19E-BFFC-A79E-E6D5-5435CB821EE8}"/>
              </a:ext>
            </a:extLst>
          </p:cNvPr>
          <p:cNvSpPr>
            <a:spLocks noGrp="1"/>
          </p:cNvSpPr>
          <p:nvPr>
            <p:ph type="sldNum" sz="quarter" idx="12"/>
          </p:nvPr>
        </p:nvSpPr>
        <p:spPr/>
        <p:txBody>
          <a:bodyPr/>
          <a:lstStyle/>
          <a:p>
            <a:pPr>
              <a:defRPr/>
            </a:pPr>
            <a:fld id="{81F535CF-9FA2-417D-855C-A8D9EC245586}" type="slidenum">
              <a:rPr lang="en-US" smtClean="0"/>
              <a:pPr>
                <a:defRPr/>
              </a:pPr>
              <a:t>9</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mph" presetSubtype="0" nodeType="clickEffect">
                                  <p:stCondLst>
                                    <p:cond delay="0"/>
                                  </p:stCondLst>
                                  <p:iterate type="lt">
                                    <p:tmAbs val="25"/>
                                  </p:iterate>
                                  <p:childTnLst>
                                    <p:set>
                                      <p:cBhvr override="childStyle">
                                        <p:cTn id="30" dur="indefinite"/>
                                        <p:tgtEl>
                                          <p:spTgt spid="41">
                                            <p:txEl>
                                              <p:pRg st="6" end="6"/>
                                            </p:txEl>
                                          </p:spTgt>
                                        </p:tgtEl>
                                        <p:attrNameLst>
                                          <p:attrName>style.fontWeight</p:attrName>
                                        </p:attrNameLst>
                                      </p:cBhvr>
                                      <p:to>
                                        <p:strVal val="bol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5" presetClass="emph" presetSubtype="0" nodeType="clickEffect">
                                  <p:stCondLst>
                                    <p:cond delay="0"/>
                                  </p:stCondLst>
                                  <p:iterate type="lt">
                                    <p:tmAbs val="25"/>
                                  </p:iterate>
                                  <p:childTnLst>
                                    <p:set>
                                      <p:cBhvr override="childStyle">
                                        <p:cTn id="34" dur="indefinite"/>
                                        <p:tgtEl>
                                          <p:spTgt spid="41">
                                            <p:txEl>
                                              <p:pRg st="7" end="7"/>
                                            </p:txEl>
                                          </p:spTgt>
                                        </p:tgtEl>
                                        <p:attrNameLst>
                                          <p:attrName>style.fontWeight</p:attrName>
                                        </p:attrNameLst>
                                      </p:cBhvr>
                                      <p:to>
                                        <p:strVal val="bold"/>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5" presetClass="emph" presetSubtype="0" nodeType="clickEffect">
                                  <p:stCondLst>
                                    <p:cond delay="0"/>
                                  </p:stCondLst>
                                  <p:iterate type="lt">
                                    <p:tmAbs val="25"/>
                                  </p:iterate>
                                  <p:childTnLst>
                                    <p:set>
                                      <p:cBhvr override="childStyle">
                                        <p:cTn id="42" dur="indefinite"/>
                                        <p:tgtEl>
                                          <p:spTgt spid="41">
                                            <p:txEl>
                                              <p:pRg st="8" end="8"/>
                                            </p:txEl>
                                          </p:spTgt>
                                        </p:tgtEl>
                                        <p:attrNameLst>
                                          <p:attrName>style.fontWeight</p:attrName>
                                        </p:attrNameLst>
                                      </p:cBhvr>
                                      <p:to>
                                        <p:strVal val="bold"/>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5" presetClass="emph" presetSubtype="0" nodeType="clickEffect">
                                  <p:stCondLst>
                                    <p:cond delay="0"/>
                                  </p:stCondLst>
                                  <p:iterate type="lt">
                                    <p:tmAbs val="25"/>
                                  </p:iterate>
                                  <p:childTnLst>
                                    <p:set>
                                      <p:cBhvr override="childStyle">
                                        <p:cTn id="50" dur="indefinite"/>
                                        <p:tgtEl>
                                          <p:spTgt spid="41">
                                            <p:txEl>
                                              <p:pRg st="9" end="9"/>
                                            </p:txEl>
                                          </p:spTgt>
                                        </p:tgtEl>
                                        <p:attrNameLst>
                                          <p:attrName>style.fontWeight</p:attrName>
                                        </p:attrNameLst>
                                      </p:cBhvr>
                                      <p:to>
                                        <p:strVal val="bold"/>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9"/>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5" presetClass="emph" presetSubtype="0" nodeType="clickEffect">
                                  <p:stCondLst>
                                    <p:cond delay="0"/>
                                  </p:stCondLst>
                                  <p:iterate type="lt">
                                    <p:tmAbs val="25"/>
                                  </p:iterate>
                                  <p:childTnLst>
                                    <p:set>
                                      <p:cBhvr override="childStyle">
                                        <p:cTn id="70" dur="indefinite"/>
                                        <p:tgtEl>
                                          <p:spTgt spid="41">
                                            <p:txEl>
                                              <p:pRg st="1" end="1"/>
                                            </p:txEl>
                                          </p:spTgt>
                                        </p:tgtEl>
                                        <p:attrNameLst>
                                          <p:attrName>style.fontWeight</p:attrName>
                                        </p:attrNameLst>
                                      </p:cBhvr>
                                      <p:to>
                                        <p:strVal val="bold"/>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3"/>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5" presetClass="emph" presetSubtype="0" nodeType="clickEffect">
                                  <p:stCondLst>
                                    <p:cond delay="0"/>
                                  </p:stCondLst>
                                  <p:iterate type="lt">
                                    <p:tmAbs val="25"/>
                                  </p:iterate>
                                  <p:childTnLst>
                                    <p:set>
                                      <p:cBhvr override="childStyle">
                                        <p:cTn id="90" dur="indefinite"/>
                                        <p:tgtEl>
                                          <p:spTgt spid="41">
                                            <p:txEl>
                                              <p:pRg st="2" end="2"/>
                                            </p:txEl>
                                          </p:spTgt>
                                        </p:tgtEl>
                                        <p:attrNameLst>
                                          <p:attrName>style.fontWeight</p:attrName>
                                        </p:attrNameLst>
                                      </p:cBhvr>
                                      <p:to>
                                        <p:strVal val="bold"/>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5" presetClass="emph" presetSubtype="0" nodeType="clickEffect">
                                  <p:stCondLst>
                                    <p:cond delay="0"/>
                                  </p:stCondLst>
                                  <p:iterate type="lt">
                                    <p:tmAbs val="25"/>
                                  </p:iterate>
                                  <p:childTnLst>
                                    <p:set>
                                      <p:cBhvr override="childStyle">
                                        <p:cTn id="94" dur="indefinite"/>
                                        <p:tgtEl>
                                          <p:spTgt spid="41">
                                            <p:txEl>
                                              <p:pRg st="3" end="3"/>
                                            </p:txEl>
                                          </p:spTgt>
                                        </p:tgtEl>
                                        <p:attrNameLst>
                                          <p:attrName>style.fontWeight</p:attrName>
                                        </p:attrNameLst>
                                      </p:cBhvr>
                                      <p:to>
                                        <p:strVal val="bold"/>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4"/>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5" presetClass="emph" presetSubtype="0" nodeType="clickEffect">
                                  <p:stCondLst>
                                    <p:cond delay="0"/>
                                  </p:stCondLst>
                                  <p:iterate type="lt">
                                    <p:tmAbs val="25"/>
                                  </p:iterate>
                                  <p:childTnLst>
                                    <p:set>
                                      <p:cBhvr override="childStyle">
                                        <p:cTn id="102" dur="indefinite"/>
                                        <p:tgtEl>
                                          <p:spTgt spid="41">
                                            <p:txEl>
                                              <p:pRg st="4" end="4"/>
                                            </p:txEl>
                                          </p:spTgt>
                                        </p:tgtEl>
                                        <p:attrNameLst>
                                          <p:attrName>style.fontWeight</p:attrName>
                                        </p:attrNameLst>
                                      </p:cBhvr>
                                      <p:to>
                                        <p:strVal val="bold"/>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5"/>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5" presetClass="emph" presetSubtype="0" nodeType="clickEffect">
                                  <p:stCondLst>
                                    <p:cond delay="0"/>
                                  </p:stCondLst>
                                  <p:iterate type="lt">
                                    <p:tmAbs val="25"/>
                                  </p:iterate>
                                  <p:childTnLst>
                                    <p:set>
                                      <p:cBhvr override="childStyle">
                                        <p:cTn id="110" dur="indefinite"/>
                                        <p:tgtEl>
                                          <p:spTgt spid="41">
                                            <p:txEl>
                                              <p:pRg st="5" end="5"/>
                                            </p:txEl>
                                          </p:spTgt>
                                        </p:tgtEl>
                                        <p:attrNameLst>
                                          <p:attrName>style.fontWeight</p:attrName>
                                        </p:attrNameLst>
                                      </p:cBhvr>
                                      <p:to>
                                        <p:strVal val="bold"/>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5" presetClass="emph" presetSubtype="0" nodeType="clickEffect">
                                  <p:stCondLst>
                                    <p:cond delay="0"/>
                                  </p:stCondLst>
                                  <p:iterate type="lt">
                                    <p:tmAbs val="25"/>
                                  </p:iterate>
                                  <p:childTnLst>
                                    <p:set>
                                      <p:cBhvr override="childStyle">
                                        <p:cTn id="114" dur="indefinite"/>
                                        <p:tgtEl>
                                          <p:spTgt spid="41">
                                            <p:txEl>
                                              <p:pRg st="10" end="10"/>
                                            </p:txEl>
                                          </p:spTgt>
                                        </p:tgtEl>
                                        <p:attrNameLst>
                                          <p:attrName>style.fontWeight</p:attrName>
                                        </p:attrNameLst>
                                      </p:cBhvr>
                                      <p:to>
                                        <p:strVal val="bold"/>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76"/>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5" presetClass="emph" presetSubtype="0" nodeType="clickEffect">
                                  <p:stCondLst>
                                    <p:cond delay="0"/>
                                  </p:stCondLst>
                                  <p:iterate type="lt">
                                    <p:tmAbs val="25"/>
                                  </p:iterate>
                                  <p:childTnLst>
                                    <p:set>
                                      <p:cBhvr override="childStyle">
                                        <p:cTn id="122" dur="indefinite"/>
                                        <p:tgtEl>
                                          <p:spTgt spid="41">
                                            <p:txEl>
                                              <p:pRg st="11" end="1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p:bldP spid="71" grpId="0"/>
      <p:bldP spid="72" grpId="0"/>
      <p:bldP spid="73" grpId="0"/>
      <p:bldP spid="74" grpId="0" animBg="1"/>
      <p:bldP spid="75" grpId="0" animBg="1"/>
      <p:bldP spid="76"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按值传递</a:t>
            </a:r>
            <a:endParaRPr lang="zh-CN" altLang="en-US" dirty="0">
              <a:latin typeface="宋体" panose="02010600030101010101" pitchFamily="2" charset="-122"/>
            </a:endParaRPr>
          </a:p>
        </p:txBody>
      </p:sp>
      <p:sp>
        <p:nvSpPr>
          <p:cNvPr id="58371"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把实在参数的</a:t>
            </a:r>
            <a:r>
              <a:rPr lang="zh-CN" altLang="en-US" sz="3086" dirty="0">
                <a:solidFill>
                  <a:schemeClr val="tx1">
                    <a:lumMod val="75000"/>
                    <a:lumOff val="25000"/>
                  </a:schemeClr>
                </a:solidFill>
                <a:latin typeface="宋体" panose="02010600030101010101" pitchFamily="2" charset="-122"/>
              </a:rPr>
              <a:t>值传递给相应的形式参数</a:t>
            </a:r>
          </a:p>
          <a:p>
            <a:pPr marL="377979" indent="-377979" defTabSz="503972" eaLnBrk="1" fontAlgn="auto" hangingPunct="1">
              <a:lnSpc>
                <a:spcPct val="90000"/>
              </a:lnSpc>
              <a:spcBef>
                <a:spcPts val="1102"/>
              </a:spcBef>
              <a:spcAft>
                <a:spcPts val="0"/>
              </a:spcAft>
              <a:buFont typeface="Wingdings 3" charset="2"/>
              <a:buChar char=""/>
              <a:defRPr/>
            </a:pPr>
            <a:r>
              <a:rPr lang="zh-CN" altLang="zh-CN" sz="3086" noProof="1">
                <a:solidFill>
                  <a:schemeClr val="tx1">
                    <a:lumMod val="75000"/>
                    <a:lumOff val="25000"/>
                  </a:schemeClr>
                </a:solidFill>
                <a:latin typeface="宋体" panose="02010600030101010101" pitchFamily="2" charset="-122"/>
              </a:rPr>
              <a:t>方法</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latin typeface="宋体" panose="02010600030101010101" pitchFamily="2" charset="-122"/>
              </a:rPr>
              <a:t>调用程序预先把实在参数的</a:t>
            </a:r>
            <a:r>
              <a:rPr lang="zh-CN" altLang="en-US" sz="2646" dirty="0">
                <a:solidFill>
                  <a:srgbClr val="CC0000"/>
                </a:solidFill>
                <a:latin typeface="宋体" panose="02010600030101010101" pitchFamily="2" charset="-122"/>
              </a:rPr>
              <a:t>值</a:t>
            </a:r>
            <a:r>
              <a:rPr lang="zh-CN" altLang="en-US" sz="2646" dirty="0">
                <a:solidFill>
                  <a:schemeClr val="tx1">
                    <a:lumMod val="75000"/>
                    <a:lumOff val="25000"/>
                  </a:schemeClr>
                </a:solidFill>
                <a:latin typeface="宋体" panose="02010600030101010101" pitchFamily="2" charset="-122"/>
              </a:rPr>
              <a:t>计算出来，并</a:t>
            </a:r>
            <a:r>
              <a:rPr lang="zh-CN" altLang="en-US" sz="2646" noProof="1">
                <a:solidFill>
                  <a:schemeClr val="tx1">
                    <a:lumMod val="75000"/>
                    <a:lumOff val="25000"/>
                  </a:schemeClr>
                </a:solidFill>
                <a:latin typeface="宋体" panose="02010600030101010101" pitchFamily="2" charset="-122"/>
              </a:rPr>
              <a:t>传递到被调用过程相应的形式单元中</a:t>
            </a:r>
            <a:endParaRPr lang="zh-CN" altLang="zh-CN" sz="2646" noProof="1">
              <a:solidFill>
                <a:schemeClr val="tx1">
                  <a:lumMod val="75000"/>
                  <a:lumOff val="25000"/>
                </a:schemeClr>
              </a:solidFill>
              <a:latin typeface="宋体" panose="02010600030101010101" pitchFamily="2" charset="-122"/>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latin typeface="宋体" panose="02010600030101010101" pitchFamily="2" charset="-122"/>
              </a:rPr>
              <a:t>被调用过程中，象引用局部数据一样引用</a:t>
            </a:r>
            <a:r>
              <a:rPr lang="zh-CN" altLang="en-US" sz="2646" dirty="0">
                <a:solidFill>
                  <a:srgbClr val="CC0000"/>
                </a:solidFill>
                <a:latin typeface="宋体" panose="02010600030101010101" pitchFamily="2" charset="-122"/>
              </a:rPr>
              <a:t>形式参数，</a:t>
            </a:r>
            <a:r>
              <a:rPr lang="zh-CN" altLang="en-US" sz="2646" dirty="0">
                <a:solidFill>
                  <a:schemeClr val="tx1"/>
                </a:solidFill>
                <a:latin typeface="宋体" panose="02010600030101010101" pitchFamily="2" charset="-122"/>
              </a:rPr>
              <a:t>直接访问对应的</a:t>
            </a:r>
            <a:r>
              <a:rPr lang="zh-CN" altLang="en-US" sz="2646" dirty="0">
                <a:solidFill>
                  <a:srgbClr val="CC0000"/>
                </a:solidFill>
                <a:latin typeface="宋体" panose="02010600030101010101" pitchFamily="2" charset="-122"/>
              </a:rPr>
              <a:t>形式单元</a:t>
            </a:r>
          </a:p>
          <a:p>
            <a:pPr marL="377979" indent="-377979" defTabSz="503972" eaLnBrk="1" fontAlgn="auto" hangingPunct="1">
              <a:lnSpc>
                <a:spcPct val="90000"/>
              </a:lnSpc>
              <a:spcBef>
                <a:spcPts val="1102"/>
              </a:spcBef>
              <a:spcAft>
                <a:spcPts val="0"/>
              </a:spcAft>
              <a:buFont typeface="Wingdings 3" charset="2"/>
              <a:buChar char=""/>
              <a:defRPr/>
            </a:pPr>
            <a:r>
              <a:rPr lang="en-US" altLang="zh-CN" sz="3086" dirty="0">
                <a:solidFill>
                  <a:schemeClr val="tx1">
                    <a:lumMod val="75000"/>
                    <a:lumOff val="25000"/>
                  </a:schemeClr>
                </a:solidFill>
              </a:rPr>
              <a:t>PASCAL</a:t>
            </a:r>
            <a:r>
              <a:rPr lang="zh-CN" altLang="en-US" sz="3086" dirty="0">
                <a:solidFill>
                  <a:schemeClr val="tx1">
                    <a:lumMod val="75000"/>
                    <a:lumOff val="25000"/>
                  </a:schemeClr>
                </a:solidFill>
              </a:rPr>
              <a:t>的值参数，</a:t>
            </a:r>
            <a:r>
              <a:rPr lang="en-US" altLang="zh-CN" sz="3086" dirty="0">
                <a:solidFill>
                  <a:schemeClr val="tx1">
                    <a:lumMod val="75000"/>
                    <a:lumOff val="25000"/>
                  </a:schemeClr>
                </a:solidFill>
              </a:rPr>
              <a:t>C/C++</a:t>
            </a:r>
            <a:r>
              <a:rPr lang="zh-CN" altLang="en-US" sz="3086" dirty="0">
                <a:solidFill>
                  <a:schemeClr val="tx1">
                    <a:lumMod val="75000"/>
                    <a:lumOff val="25000"/>
                  </a:schemeClr>
                </a:solidFill>
              </a:rPr>
              <a:t>的省缺参数传递</a:t>
            </a:r>
          </a:p>
        </p:txBody>
      </p:sp>
      <p:sp>
        <p:nvSpPr>
          <p:cNvPr id="5" name="文本框 4"/>
          <p:cNvSpPr txBox="1"/>
          <p:nvPr/>
        </p:nvSpPr>
        <p:spPr>
          <a:xfrm>
            <a:off x="7056438" y="944563"/>
            <a:ext cx="3024187" cy="5670550"/>
          </a:xfrm>
          <a:prstGeom prst="rect">
            <a:avLst/>
          </a:prstGeom>
          <a:noFill/>
        </p:spPr>
        <p:txBody>
          <a:bodyPr/>
          <a:lstStyle/>
          <a:p>
            <a:pPr defTabSz="503972" eaLnBrk="1" fontAlgn="auto" hangingPunct="1">
              <a:spcBef>
                <a:spcPts val="0"/>
              </a:spcBef>
              <a:spcAft>
                <a:spcPts val="0"/>
              </a:spcAft>
              <a:buFont typeface="Times New Roman" panose="02020603050405020304" pitchFamily="18" charset="0"/>
              <a:buNone/>
              <a:defRPr/>
            </a:pPr>
            <a:endParaRPr lang="zh-CN" altLang="en-US" sz="2646" dirty="0">
              <a:solidFill>
                <a:srgbClr val="0070C0"/>
              </a:solidFill>
              <a:latin typeface="微软雅黑" panose="020B0503020204020204" pitchFamily="34" charset="-122"/>
              <a:ea typeface="黑体" panose="02010609060101010101" pitchFamily="49" charset="-122"/>
              <a:cs typeface="+mn-cs"/>
            </a:endParaRPr>
          </a:p>
        </p:txBody>
      </p:sp>
      <p:pic>
        <p:nvPicPr>
          <p:cNvPr id="101378" name="Picture 2" descr="https://img-blog.csdnimg.cn/6243e76d46cb43f4b9fc9056af69b4b2.png"/>
          <p:cNvPicPr>
            <a:picLocks noChangeAspect="1" noChangeArrowheads="1"/>
          </p:cNvPicPr>
          <p:nvPr/>
        </p:nvPicPr>
        <p:blipFill>
          <a:blip r:embed="rId3">
            <a:extLst>
              <a:ext uri="{28A0092B-C50C-407E-A947-70E740481C1C}">
                <a14:useLocalDpi xmlns:a14="http://schemas.microsoft.com/office/drawing/2010/main" val="0"/>
              </a:ext>
            </a:extLst>
          </a:blip>
          <a:srcRect t="3709" b="12440"/>
          <a:stretch>
            <a:fillRect/>
          </a:stretch>
        </p:blipFill>
        <p:spPr bwMode="auto">
          <a:xfrm>
            <a:off x="693738" y="1765300"/>
            <a:ext cx="8696325"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1ED7D029-93C5-428D-E327-86F726542AFC}"/>
              </a:ext>
            </a:extLst>
          </p:cNvPr>
          <p:cNvSpPr>
            <a:spLocks noGrp="1"/>
          </p:cNvSpPr>
          <p:nvPr>
            <p:ph type="sldNum" sz="quarter" idx="12"/>
          </p:nvPr>
        </p:nvSpPr>
        <p:spPr/>
        <p:txBody>
          <a:bodyPr/>
          <a:lstStyle/>
          <a:p>
            <a:pPr>
              <a:defRPr/>
            </a:pPr>
            <a:fld id="{81F535CF-9FA2-417D-855C-A8D9EC245586}" type="slidenum">
              <a:rPr lang="en-US" smtClean="0"/>
              <a:pPr>
                <a:defRPr/>
              </a:pPr>
              <a:t>10</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wipe(left)">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wipe(left)">
                                      <p:cBhvr>
                                        <p:cTn id="12" dur="500"/>
                                        <p:tgtEl>
                                          <p:spTgt spid="58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wipe(left)">
                                      <p:cBhvr>
                                        <p:cTn id="17" dur="500"/>
                                        <p:tgtEl>
                                          <p:spTgt spid="58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wipe(left)">
                                      <p:cBhvr>
                                        <p:cTn id="22" dur="500"/>
                                        <p:tgtEl>
                                          <p:spTgt spid="583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wipe(left)">
                                      <p:cBhvr>
                                        <p:cTn id="27" dur="500"/>
                                        <p:tgtEl>
                                          <p:spTgt spid="583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01378"/>
                                        </p:tgtEl>
                                        <p:attrNameLst>
                                          <p:attrName>style.visibility</p:attrName>
                                        </p:attrNameLst>
                                      </p:cBhvr>
                                      <p:to>
                                        <p:strVal val="visible"/>
                                      </p:to>
                                    </p:set>
                                    <p:animEffect transition="in" filter="wipe(down)">
                                      <p:cBhvr>
                                        <p:cTn id="32" dur="500"/>
                                        <p:tgtEl>
                                          <p:spTgt spid="101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rtlCol="0">
            <a:normAutofit/>
          </a:bodyPr>
          <a:lstStyle/>
          <a:p>
            <a:pPr defTabSz="503972" eaLnBrk="1" fontAlgn="auto" hangingPunct="1">
              <a:spcAft>
                <a:spcPts val="0"/>
              </a:spcAft>
              <a:defRPr/>
            </a:pPr>
            <a:r>
              <a:rPr lang="zh-CN" altLang="en-US" dirty="0"/>
              <a:t>测试：参数传递</a:t>
            </a:r>
            <a:r>
              <a:rPr lang="en-US" altLang="zh-CN" dirty="0"/>
              <a:t>——</a:t>
            </a:r>
            <a:r>
              <a:rPr lang="zh-CN" altLang="en-US" noProof="1">
                <a:latin typeface="宋体" panose="02010600030101010101" pitchFamily="2" charset="-122"/>
              </a:rPr>
              <a:t>按值传递</a:t>
            </a:r>
            <a:endParaRPr lang="zh-CN" altLang="en-US" dirty="0"/>
          </a:p>
        </p:txBody>
      </p:sp>
      <p:sp>
        <p:nvSpPr>
          <p:cNvPr id="42" name="Rectangle 2"/>
          <p:cNvSpPr>
            <a:spLocks noGrp="1" noChangeArrowheads="1"/>
          </p:cNvSpPr>
          <p:nvPr>
            <p:ph idx="1"/>
          </p:nvPr>
        </p:nvSpPr>
        <p:spPr>
          <a:xfrm>
            <a:off x="747713" y="2009775"/>
            <a:ext cx="8562975" cy="4649788"/>
          </a:xfrm>
        </p:spPr>
        <p:txBody>
          <a:bodyPr rtlCol="0">
            <a:normAutofit fontScale="92500" lnSpcReduction="10000"/>
          </a:bodyPr>
          <a:lstStyle/>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zh-CN" altLang="en-US" sz="264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procedure  P(</a:t>
            </a:r>
            <a:r>
              <a:rPr lang="en-US" altLang="zh-CN" sz="2646" dirty="0" err="1">
                <a:solidFill>
                  <a:schemeClr val="tx1">
                    <a:lumMod val="75000"/>
                    <a:lumOff val="25000"/>
                  </a:schemeClr>
                </a:solidFill>
              </a:rPr>
              <a:t>w,x,y,z</a:t>
            </a:r>
            <a:r>
              <a:rPr lang="en-US" altLang="zh-CN" sz="264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   y := y*w;</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   z := </a:t>
            </a:r>
            <a:r>
              <a:rPr lang="en-US" altLang="zh-CN" sz="2646" dirty="0" err="1">
                <a:solidFill>
                  <a:schemeClr val="tx1">
                    <a:lumMod val="75000"/>
                    <a:lumOff val="25000"/>
                  </a:schemeClr>
                </a:solidFill>
              </a:rPr>
              <a:t>z+x</a:t>
            </a:r>
            <a:r>
              <a:rPr lang="en-US" altLang="zh-CN" sz="264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dirty="0">
                <a:solidFill>
                  <a:schemeClr val="tx1">
                    <a:lumMod val="75000"/>
                    <a:lumOff val="25000"/>
                  </a:schemeClr>
                </a:solidFill>
              </a:rPr>
              <a:t>end</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a := 5;</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b := 3;</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P(a+b,a-b,a,a); </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   write(a);</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2646" noProof="1">
                <a:solidFill>
                  <a:schemeClr val="tx1">
                    <a:lumMod val="75000"/>
                    <a:lumOff val="25000"/>
                  </a:schemeClr>
                </a:solidFill>
              </a:rPr>
              <a:t>end</a:t>
            </a:r>
            <a:endParaRPr lang="en-US" altLang="zh-CN" sz="2646" dirty="0">
              <a:solidFill>
                <a:schemeClr val="tx1">
                  <a:lumMod val="75000"/>
                  <a:lumOff val="25000"/>
                </a:schemeClr>
              </a:solidFill>
            </a:endParaRPr>
          </a:p>
        </p:txBody>
      </p:sp>
      <p:grpSp>
        <p:nvGrpSpPr>
          <p:cNvPr id="43" name="Group 7"/>
          <p:cNvGrpSpPr>
            <a:grpSpLocks/>
          </p:cNvGrpSpPr>
          <p:nvPr/>
        </p:nvGrpSpPr>
        <p:grpSpPr bwMode="auto">
          <a:xfrm>
            <a:off x="5908675" y="1866900"/>
            <a:ext cx="2700338" cy="555625"/>
            <a:chOff x="3016" y="1117"/>
            <a:chExt cx="1543" cy="317"/>
          </a:xfrm>
        </p:grpSpPr>
        <p:sp>
          <p:nvSpPr>
            <p:cNvPr id="44" name="Rectangle 5"/>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45" name="Text Box 6"/>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w</a:t>
              </a:r>
            </a:p>
          </p:txBody>
        </p:sp>
      </p:grpSp>
      <p:grpSp>
        <p:nvGrpSpPr>
          <p:cNvPr id="46" name="Group 8"/>
          <p:cNvGrpSpPr>
            <a:grpSpLocks/>
          </p:cNvGrpSpPr>
          <p:nvPr/>
        </p:nvGrpSpPr>
        <p:grpSpPr bwMode="auto">
          <a:xfrm>
            <a:off x="5908675" y="2497138"/>
            <a:ext cx="2700338" cy="555625"/>
            <a:chOff x="3016" y="1117"/>
            <a:chExt cx="1543" cy="317"/>
          </a:xfrm>
        </p:grpSpPr>
        <p:sp>
          <p:nvSpPr>
            <p:cNvPr id="47" name="Rectangle 9"/>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48" name="Text Box 10"/>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x</a:t>
              </a:r>
            </a:p>
          </p:txBody>
        </p:sp>
      </p:grpSp>
      <p:grpSp>
        <p:nvGrpSpPr>
          <p:cNvPr id="49" name="Group 11"/>
          <p:cNvGrpSpPr>
            <a:grpSpLocks/>
          </p:cNvGrpSpPr>
          <p:nvPr/>
        </p:nvGrpSpPr>
        <p:grpSpPr bwMode="auto">
          <a:xfrm>
            <a:off x="5908675" y="3132138"/>
            <a:ext cx="2700338" cy="555625"/>
            <a:chOff x="3016" y="1117"/>
            <a:chExt cx="1543" cy="317"/>
          </a:xfrm>
        </p:grpSpPr>
        <p:sp>
          <p:nvSpPr>
            <p:cNvPr id="50" name="Rectangle 12"/>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1" name="Text Box 13"/>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y</a:t>
              </a:r>
            </a:p>
          </p:txBody>
        </p:sp>
      </p:grpSp>
      <p:grpSp>
        <p:nvGrpSpPr>
          <p:cNvPr id="52" name="Group 14"/>
          <p:cNvGrpSpPr>
            <a:grpSpLocks/>
          </p:cNvGrpSpPr>
          <p:nvPr/>
        </p:nvGrpSpPr>
        <p:grpSpPr bwMode="auto">
          <a:xfrm>
            <a:off x="5908675" y="3767138"/>
            <a:ext cx="2700338" cy="555625"/>
            <a:chOff x="3016" y="1117"/>
            <a:chExt cx="1543" cy="317"/>
          </a:xfrm>
        </p:grpSpPr>
        <p:sp>
          <p:nvSpPr>
            <p:cNvPr id="53" name="Rectangle 15"/>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4" name="Text Box 16"/>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z</a:t>
              </a:r>
            </a:p>
          </p:txBody>
        </p:sp>
      </p:grpSp>
      <p:grpSp>
        <p:nvGrpSpPr>
          <p:cNvPr id="55" name="Group 17"/>
          <p:cNvGrpSpPr>
            <a:grpSpLocks/>
          </p:cNvGrpSpPr>
          <p:nvPr/>
        </p:nvGrpSpPr>
        <p:grpSpPr bwMode="auto">
          <a:xfrm>
            <a:off x="5911850" y="4586288"/>
            <a:ext cx="2698750" cy="555625"/>
            <a:chOff x="3016" y="1117"/>
            <a:chExt cx="1543" cy="317"/>
          </a:xfrm>
        </p:grpSpPr>
        <p:sp>
          <p:nvSpPr>
            <p:cNvPr id="56" name="Rectangle 18"/>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7" name="Text Box 19"/>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a</a:t>
              </a:r>
            </a:p>
          </p:txBody>
        </p:sp>
      </p:grpSp>
      <p:grpSp>
        <p:nvGrpSpPr>
          <p:cNvPr id="58" name="Group 20"/>
          <p:cNvGrpSpPr>
            <a:grpSpLocks/>
          </p:cNvGrpSpPr>
          <p:nvPr/>
        </p:nvGrpSpPr>
        <p:grpSpPr bwMode="auto">
          <a:xfrm>
            <a:off x="5911850" y="5243513"/>
            <a:ext cx="2698750" cy="554037"/>
            <a:chOff x="3016" y="1117"/>
            <a:chExt cx="1543" cy="317"/>
          </a:xfrm>
        </p:grpSpPr>
        <p:sp>
          <p:nvSpPr>
            <p:cNvPr id="59" name="Rectangle 21"/>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0" name="Text Box 22"/>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b</a:t>
              </a:r>
            </a:p>
          </p:txBody>
        </p:sp>
      </p:grpSp>
      <p:grpSp>
        <p:nvGrpSpPr>
          <p:cNvPr id="61" name="Group 26"/>
          <p:cNvGrpSpPr>
            <a:grpSpLocks/>
          </p:cNvGrpSpPr>
          <p:nvPr/>
        </p:nvGrpSpPr>
        <p:grpSpPr bwMode="auto">
          <a:xfrm>
            <a:off x="5832475" y="5897563"/>
            <a:ext cx="2778125" cy="554037"/>
            <a:chOff x="3243" y="3385"/>
            <a:chExt cx="1588" cy="317"/>
          </a:xfrm>
        </p:grpSpPr>
        <p:sp>
          <p:nvSpPr>
            <p:cNvPr id="62" name="Rectangle 24"/>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3" name="Text Box 25"/>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T1</a:t>
              </a:r>
            </a:p>
          </p:txBody>
        </p:sp>
      </p:grpSp>
      <p:grpSp>
        <p:nvGrpSpPr>
          <p:cNvPr id="64" name="Group 30"/>
          <p:cNvGrpSpPr>
            <a:grpSpLocks/>
          </p:cNvGrpSpPr>
          <p:nvPr/>
        </p:nvGrpSpPr>
        <p:grpSpPr bwMode="auto">
          <a:xfrm>
            <a:off x="5832475" y="6532563"/>
            <a:ext cx="2778125" cy="554037"/>
            <a:chOff x="3243" y="3385"/>
            <a:chExt cx="1588" cy="317"/>
          </a:xfrm>
        </p:grpSpPr>
        <p:sp>
          <p:nvSpPr>
            <p:cNvPr id="65" name="Rectangle 31"/>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6" name="Text Box 32"/>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T2</a:t>
              </a:r>
            </a:p>
          </p:txBody>
        </p:sp>
      </p:grpSp>
      <p:sp>
        <p:nvSpPr>
          <p:cNvPr id="67" name="Text Box 33"/>
          <p:cNvSpPr txBox="1">
            <a:spLocks noChangeArrowheads="1"/>
          </p:cNvSpPr>
          <p:nvPr/>
        </p:nvSpPr>
        <p:spPr bwMode="auto">
          <a:xfrm>
            <a:off x="7340600" y="4606925"/>
            <a:ext cx="3746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68" name="Text Box 34"/>
          <p:cNvSpPr txBox="1">
            <a:spLocks noChangeArrowheads="1"/>
          </p:cNvSpPr>
          <p:nvPr/>
        </p:nvSpPr>
        <p:spPr bwMode="auto">
          <a:xfrm>
            <a:off x="7340600" y="5294313"/>
            <a:ext cx="3746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3</a:t>
            </a:r>
            <a:endParaRPr lang="en-GB" altLang="zh-CN" sz="2646" b="1">
              <a:solidFill>
                <a:prstClr val="black"/>
              </a:solidFill>
              <a:ea typeface="宋体" panose="02010600030101010101" pitchFamily="2" charset="-122"/>
              <a:cs typeface="+mn-cs"/>
            </a:endParaRPr>
          </a:p>
        </p:txBody>
      </p:sp>
      <p:sp>
        <p:nvSpPr>
          <p:cNvPr id="69" name="Text Box 35"/>
          <p:cNvSpPr txBox="1">
            <a:spLocks noChangeArrowheads="1"/>
          </p:cNvSpPr>
          <p:nvPr/>
        </p:nvSpPr>
        <p:spPr bwMode="auto">
          <a:xfrm>
            <a:off x="7340600" y="5929313"/>
            <a:ext cx="3746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8</a:t>
            </a:r>
            <a:endParaRPr lang="en-GB" altLang="zh-CN" sz="2646" b="1">
              <a:solidFill>
                <a:prstClr val="black"/>
              </a:solidFill>
              <a:ea typeface="宋体" panose="02010600030101010101" pitchFamily="2" charset="-122"/>
              <a:cs typeface="+mn-cs"/>
            </a:endParaRPr>
          </a:p>
        </p:txBody>
      </p:sp>
      <p:sp>
        <p:nvSpPr>
          <p:cNvPr id="70" name="Text Box 36"/>
          <p:cNvSpPr txBox="1">
            <a:spLocks noChangeArrowheads="1"/>
          </p:cNvSpPr>
          <p:nvPr/>
        </p:nvSpPr>
        <p:spPr bwMode="auto">
          <a:xfrm>
            <a:off x="7340600" y="6511925"/>
            <a:ext cx="3746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71" name="Text Box 37"/>
          <p:cNvSpPr txBox="1">
            <a:spLocks noChangeArrowheads="1"/>
          </p:cNvSpPr>
          <p:nvPr/>
        </p:nvSpPr>
        <p:spPr bwMode="auto">
          <a:xfrm>
            <a:off x="7340600" y="19129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8</a:t>
            </a:r>
            <a:endParaRPr lang="en-GB" altLang="zh-CN" sz="2646" b="1">
              <a:solidFill>
                <a:prstClr val="black"/>
              </a:solidFill>
              <a:ea typeface="宋体" panose="02010600030101010101" pitchFamily="2" charset="-122"/>
              <a:cs typeface="+mn-cs"/>
            </a:endParaRPr>
          </a:p>
        </p:txBody>
      </p:sp>
      <p:sp>
        <p:nvSpPr>
          <p:cNvPr id="72" name="Text Box 38"/>
          <p:cNvSpPr txBox="1">
            <a:spLocks noChangeArrowheads="1"/>
          </p:cNvSpPr>
          <p:nvPr/>
        </p:nvSpPr>
        <p:spPr bwMode="auto">
          <a:xfrm>
            <a:off x="7340600" y="24971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73" name="Text Box 39"/>
          <p:cNvSpPr txBox="1">
            <a:spLocks noChangeArrowheads="1"/>
          </p:cNvSpPr>
          <p:nvPr/>
        </p:nvSpPr>
        <p:spPr bwMode="auto">
          <a:xfrm>
            <a:off x="7340600" y="31321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74" name="Text Box 40"/>
          <p:cNvSpPr txBox="1">
            <a:spLocks noChangeArrowheads="1"/>
          </p:cNvSpPr>
          <p:nvPr/>
        </p:nvSpPr>
        <p:spPr bwMode="auto">
          <a:xfrm>
            <a:off x="7340600" y="3765550"/>
            <a:ext cx="3746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75" name="Text Box 41"/>
          <p:cNvSpPr txBox="1">
            <a:spLocks noChangeArrowheads="1"/>
          </p:cNvSpPr>
          <p:nvPr/>
        </p:nvSpPr>
        <p:spPr bwMode="auto">
          <a:xfrm>
            <a:off x="7181850" y="3132138"/>
            <a:ext cx="633413" cy="500062"/>
          </a:xfrm>
          <a:prstGeom prst="rect">
            <a:avLst/>
          </a:prstGeom>
          <a:solidFill>
            <a:srgbClr val="CCFFCC"/>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40</a:t>
            </a:r>
            <a:endParaRPr lang="en-GB" altLang="zh-CN" sz="2646" b="1">
              <a:solidFill>
                <a:srgbClr val="0033CC"/>
              </a:solidFill>
              <a:ea typeface="宋体" panose="02010600030101010101" pitchFamily="2" charset="-122"/>
              <a:cs typeface="+mn-cs"/>
            </a:endParaRPr>
          </a:p>
        </p:txBody>
      </p:sp>
      <p:sp>
        <p:nvSpPr>
          <p:cNvPr id="76" name="Text Box 42"/>
          <p:cNvSpPr txBox="1">
            <a:spLocks noChangeArrowheads="1"/>
          </p:cNvSpPr>
          <p:nvPr/>
        </p:nvSpPr>
        <p:spPr bwMode="auto">
          <a:xfrm>
            <a:off x="7197725" y="3787775"/>
            <a:ext cx="633413" cy="498475"/>
          </a:xfrm>
          <a:prstGeom prst="rect">
            <a:avLst/>
          </a:prstGeom>
          <a:solidFill>
            <a:srgbClr val="CCFFCC"/>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7</a:t>
            </a:r>
            <a:endParaRPr lang="en-GB" altLang="zh-CN" sz="2646" b="1">
              <a:solidFill>
                <a:srgbClr val="0033CC"/>
              </a:solidFill>
              <a:ea typeface="宋体" panose="02010600030101010101" pitchFamily="2" charset="-122"/>
              <a:cs typeface="+mn-cs"/>
            </a:endParaRPr>
          </a:p>
        </p:txBody>
      </p:sp>
      <p:sp>
        <p:nvSpPr>
          <p:cNvPr id="77" name="Text Box 38"/>
          <p:cNvSpPr txBox="1">
            <a:spLocks noChangeArrowheads="1"/>
          </p:cNvSpPr>
          <p:nvPr/>
        </p:nvSpPr>
        <p:spPr bwMode="auto">
          <a:xfrm>
            <a:off x="3352800" y="4530725"/>
            <a:ext cx="1878013"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0070C0"/>
                </a:solidFill>
                <a:latin typeface="Times New Roman" panose="02020603050405020304" pitchFamily="18" charset="0"/>
                <a:cs typeface="+mn-cs"/>
              </a:rPr>
              <a:t>输出</a:t>
            </a:r>
            <a:r>
              <a:rPr kumimoji="1" lang="en-US" altLang="zh-CN" sz="3968" dirty="0">
                <a:solidFill>
                  <a:srgbClr val="0070C0"/>
                </a:solidFill>
                <a:latin typeface="Times New Roman" panose="02020603050405020304" pitchFamily="18" charset="0"/>
                <a:cs typeface="+mn-cs"/>
              </a:rPr>
              <a:t>:</a:t>
            </a:r>
            <a:r>
              <a:rPr kumimoji="1" lang="zh-CN" altLang="en-US" sz="3968" dirty="0">
                <a:solidFill>
                  <a:srgbClr val="0070C0"/>
                </a:solidFill>
                <a:latin typeface="Times New Roman" panose="02020603050405020304" pitchFamily="18" charset="0"/>
                <a:cs typeface="+mn-cs"/>
              </a:rPr>
              <a:t>  </a:t>
            </a:r>
            <a:r>
              <a:rPr lang="en-US" altLang="zh-CN" sz="3968" b="1" dirty="0">
                <a:solidFill>
                  <a:srgbClr val="FF3300"/>
                </a:solidFill>
                <a:ea typeface="宋体" panose="02010600030101010101" pitchFamily="2" charset="-122"/>
                <a:cs typeface="+mn-cs"/>
              </a:rPr>
              <a:t>5</a:t>
            </a:r>
            <a:endParaRPr lang="en-GB" altLang="zh-CN" sz="3968" b="1" dirty="0">
              <a:solidFill>
                <a:srgbClr val="FF3300"/>
              </a:solidFill>
              <a:ea typeface="宋体" panose="02010600030101010101" pitchFamily="2" charset="-122"/>
              <a:cs typeface="+mn-cs"/>
            </a:endParaRPr>
          </a:p>
        </p:txBody>
      </p:sp>
      <p:sp>
        <p:nvSpPr>
          <p:cNvPr id="3" name="灯片编号占位符 2">
            <a:extLst>
              <a:ext uri="{FF2B5EF4-FFF2-40B4-BE49-F238E27FC236}">
                <a16:creationId xmlns:a16="http://schemas.microsoft.com/office/drawing/2014/main" id="{BE6376CF-F8B0-75E5-AD52-BFD8EDF836CA}"/>
              </a:ext>
            </a:extLst>
          </p:cNvPr>
          <p:cNvSpPr>
            <a:spLocks noGrp="1"/>
          </p:cNvSpPr>
          <p:nvPr>
            <p:ph type="sldNum" sz="quarter" idx="12"/>
          </p:nvPr>
        </p:nvSpPr>
        <p:spPr/>
        <p:txBody>
          <a:bodyPr/>
          <a:lstStyle/>
          <a:p>
            <a:pPr>
              <a:defRPr/>
            </a:pPr>
            <a:fld id="{81F535CF-9FA2-417D-855C-A8D9EC245586}" type="slidenum">
              <a:rPr lang="en-US" smtClean="0"/>
              <a:pPr>
                <a:defRPr/>
              </a:pPr>
              <a:t>11</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5" presetClass="emph" presetSubtype="0" grpId="0" nodeType="clickEffect">
                                  <p:stCondLst>
                                    <p:cond delay="0"/>
                                  </p:stCondLst>
                                  <p:iterate type="lt">
                                    <p:tmAbs val="25"/>
                                  </p:iterate>
                                  <p:childTnLst>
                                    <p:set>
                                      <p:cBhvr override="childStyle">
                                        <p:cTn id="30" dur="indefinite"/>
                                        <p:tgtEl>
                                          <p:spTgt spid="42">
                                            <p:txEl>
                                              <p:pRg st="6" end="6"/>
                                            </p:txEl>
                                          </p:spTgt>
                                        </p:tgtEl>
                                        <p:attrNameLst>
                                          <p:attrName>style.fontWeight</p:attrName>
                                        </p:attrNameLst>
                                      </p:cBhvr>
                                      <p:to>
                                        <p:strVal val="bol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5" presetClass="emph" presetSubtype="0" grpId="0" nodeType="clickEffect">
                                  <p:stCondLst>
                                    <p:cond delay="0"/>
                                  </p:stCondLst>
                                  <p:iterate type="lt">
                                    <p:tmAbs val="25"/>
                                  </p:iterate>
                                  <p:childTnLst>
                                    <p:set>
                                      <p:cBhvr override="childStyle">
                                        <p:cTn id="34" dur="indefinite"/>
                                        <p:tgtEl>
                                          <p:spTgt spid="42">
                                            <p:txEl>
                                              <p:pRg st="7" end="7"/>
                                            </p:txEl>
                                          </p:spTgt>
                                        </p:tgtEl>
                                        <p:attrNameLst>
                                          <p:attrName>style.fontWeight</p:attrName>
                                        </p:attrNameLst>
                                      </p:cBhvr>
                                      <p:to>
                                        <p:strVal val="bold"/>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5" presetClass="emph" presetSubtype="0" grpId="0" nodeType="clickEffect">
                                  <p:stCondLst>
                                    <p:cond delay="0"/>
                                  </p:stCondLst>
                                  <p:iterate type="lt">
                                    <p:tmAbs val="25"/>
                                  </p:iterate>
                                  <p:childTnLst>
                                    <p:set>
                                      <p:cBhvr override="childStyle">
                                        <p:cTn id="42" dur="indefinite"/>
                                        <p:tgtEl>
                                          <p:spTgt spid="42">
                                            <p:txEl>
                                              <p:pRg st="8" end="8"/>
                                            </p:txEl>
                                          </p:spTgt>
                                        </p:tgtEl>
                                        <p:attrNameLst>
                                          <p:attrName>style.fontWeight</p:attrName>
                                        </p:attrNameLst>
                                      </p:cBhvr>
                                      <p:to>
                                        <p:strVal val="bold"/>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5" presetClass="emph" presetSubtype="0" grpId="0" nodeType="clickEffect">
                                  <p:stCondLst>
                                    <p:cond delay="0"/>
                                  </p:stCondLst>
                                  <p:iterate type="lt">
                                    <p:tmAbs val="25"/>
                                  </p:iterate>
                                  <p:childTnLst>
                                    <p:set>
                                      <p:cBhvr override="childStyle">
                                        <p:cTn id="50" dur="indefinite"/>
                                        <p:tgtEl>
                                          <p:spTgt spid="42">
                                            <p:txEl>
                                              <p:pRg st="9" end="9"/>
                                            </p:txEl>
                                          </p:spTgt>
                                        </p:tgtEl>
                                        <p:attrNameLst>
                                          <p:attrName>style.fontWeight</p:attrName>
                                        </p:attrNameLst>
                                      </p:cBhvr>
                                      <p:to>
                                        <p:strVal val="bold"/>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5" presetClass="emph" presetSubtype="0" grpId="0" nodeType="clickEffect">
                                  <p:stCondLst>
                                    <p:cond delay="0"/>
                                  </p:stCondLst>
                                  <p:iterate type="lt">
                                    <p:tmAbs val="25"/>
                                  </p:iterate>
                                  <p:childTnLst>
                                    <p:set>
                                      <p:cBhvr override="childStyle">
                                        <p:cTn id="70" dur="indefinite"/>
                                        <p:tgtEl>
                                          <p:spTgt spid="42">
                                            <p:txEl>
                                              <p:pRg st="1" end="1"/>
                                            </p:txEl>
                                          </p:spTgt>
                                        </p:tgtEl>
                                        <p:attrNameLst>
                                          <p:attrName>style.fontWeight</p:attrName>
                                        </p:attrNameLst>
                                      </p:cBhvr>
                                      <p:to>
                                        <p:strVal val="bold"/>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2"/>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4"/>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5" presetClass="emph" presetSubtype="0" grpId="0" nodeType="clickEffect">
                                  <p:stCondLst>
                                    <p:cond delay="0"/>
                                  </p:stCondLst>
                                  <p:iterate type="lt">
                                    <p:tmAbs val="25"/>
                                  </p:iterate>
                                  <p:childTnLst>
                                    <p:set>
                                      <p:cBhvr override="childStyle">
                                        <p:cTn id="90" dur="indefinite"/>
                                        <p:tgtEl>
                                          <p:spTgt spid="42">
                                            <p:txEl>
                                              <p:pRg st="2" end="2"/>
                                            </p:txEl>
                                          </p:spTgt>
                                        </p:tgtEl>
                                        <p:attrNameLst>
                                          <p:attrName>style.fontWeight</p:attrName>
                                        </p:attrNameLst>
                                      </p:cBhvr>
                                      <p:to>
                                        <p:strVal val="bold"/>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5" presetClass="emph" presetSubtype="0" grpId="0" nodeType="clickEffect">
                                  <p:stCondLst>
                                    <p:cond delay="0"/>
                                  </p:stCondLst>
                                  <p:iterate type="lt">
                                    <p:tmAbs val="25"/>
                                  </p:iterate>
                                  <p:childTnLst>
                                    <p:set>
                                      <p:cBhvr override="childStyle">
                                        <p:cTn id="94" dur="indefinite"/>
                                        <p:tgtEl>
                                          <p:spTgt spid="42">
                                            <p:txEl>
                                              <p:pRg st="3" end="3"/>
                                            </p:txEl>
                                          </p:spTgt>
                                        </p:tgtEl>
                                        <p:attrNameLst>
                                          <p:attrName>style.fontWeight</p:attrName>
                                        </p:attrNameLst>
                                      </p:cBhvr>
                                      <p:to>
                                        <p:strVal val="bold"/>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5"/>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5" presetClass="emph" presetSubtype="0" grpId="0" nodeType="clickEffect">
                                  <p:stCondLst>
                                    <p:cond delay="0"/>
                                  </p:stCondLst>
                                  <p:iterate type="lt">
                                    <p:tmAbs val="25"/>
                                  </p:iterate>
                                  <p:childTnLst>
                                    <p:set>
                                      <p:cBhvr override="childStyle">
                                        <p:cTn id="102" dur="indefinite"/>
                                        <p:tgtEl>
                                          <p:spTgt spid="42">
                                            <p:txEl>
                                              <p:pRg st="4" end="4"/>
                                            </p:txEl>
                                          </p:spTgt>
                                        </p:tgtEl>
                                        <p:attrNameLst>
                                          <p:attrName>style.fontWeight</p:attrName>
                                        </p:attrNameLst>
                                      </p:cBhvr>
                                      <p:to>
                                        <p:strVal val="bold"/>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6"/>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5" presetClass="emph" presetSubtype="0" grpId="0" nodeType="clickEffect">
                                  <p:stCondLst>
                                    <p:cond delay="0"/>
                                  </p:stCondLst>
                                  <p:iterate type="lt">
                                    <p:tmAbs val="25"/>
                                  </p:iterate>
                                  <p:childTnLst>
                                    <p:set>
                                      <p:cBhvr override="childStyle">
                                        <p:cTn id="110" dur="indefinite"/>
                                        <p:tgtEl>
                                          <p:spTgt spid="42">
                                            <p:txEl>
                                              <p:pRg st="5" end="5"/>
                                            </p:txEl>
                                          </p:spTgt>
                                        </p:tgtEl>
                                        <p:attrNameLst>
                                          <p:attrName>style.fontWeight</p:attrName>
                                        </p:attrNameLst>
                                      </p:cBhvr>
                                      <p:to>
                                        <p:strVal val="bold"/>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5" presetClass="emph" presetSubtype="0" grpId="0" nodeType="clickEffect">
                                  <p:stCondLst>
                                    <p:cond delay="0"/>
                                  </p:stCondLst>
                                  <p:iterate type="lt">
                                    <p:tmAbs val="25"/>
                                  </p:iterate>
                                  <p:childTnLst>
                                    <p:set>
                                      <p:cBhvr override="childStyle">
                                        <p:cTn id="114" dur="indefinite"/>
                                        <p:tgtEl>
                                          <p:spTgt spid="42">
                                            <p:txEl>
                                              <p:pRg st="10" end="10"/>
                                            </p:txEl>
                                          </p:spTgt>
                                        </p:tgtEl>
                                        <p:attrNameLst>
                                          <p:attrName>style.fontWeight</p:attrName>
                                        </p:attrNameLst>
                                      </p:cBhvr>
                                      <p:to>
                                        <p:strVal val="bold"/>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5" presetClass="emph" presetSubtype="0" grpId="0" nodeType="clickEffect">
                                  <p:stCondLst>
                                    <p:cond delay="0"/>
                                  </p:stCondLst>
                                  <p:iterate type="lt">
                                    <p:tmAbs val="25"/>
                                  </p:iterate>
                                  <p:childTnLst>
                                    <p:set>
                                      <p:cBhvr override="childStyle">
                                        <p:cTn id="118" dur="indefinite"/>
                                        <p:tgtEl>
                                          <p:spTgt spid="42">
                                            <p:txEl>
                                              <p:pRg st="11" end="11"/>
                                            </p:txEl>
                                          </p:spTgt>
                                        </p:tgtEl>
                                        <p:attrNameLst>
                                          <p:attrName>style.fontWeight</p:attrName>
                                        </p:attrNameLst>
                                      </p:cBhvr>
                                      <p:to>
                                        <p:strVal val="bold"/>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bldP spid="67" grpId="0"/>
      <p:bldP spid="68" grpId="0"/>
      <p:bldP spid="69" grpId="0"/>
      <p:bldP spid="70" grpId="0"/>
      <p:bldP spid="71" grpId="0"/>
      <p:bldP spid="72" grpId="0"/>
      <p:bldP spid="73" grpId="0"/>
      <p:bldP spid="74" grpId="0"/>
      <p:bldP spid="75" grpId="0" animBg="1"/>
      <p:bldP spid="76" grpId="0" animBg="1"/>
      <p:bldP spid="77"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93738" y="400050"/>
            <a:ext cx="9386887" cy="1460500"/>
          </a:xfrm>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按值</a:t>
            </a:r>
            <a:r>
              <a:rPr lang="en-US" altLang="zh-CN" noProof="1">
                <a:latin typeface="宋体" panose="02010600030101010101" pitchFamily="2" charset="-122"/>
              </a:rPr>
              <a:t>—</a:t>
            </a:r>
            <a:r>
              <a:rPr lang="zh-CN" altLang="en-US" noProof="1">
                <a:latin typeface="宋体" panose="02010600030101010101" pitchFamily="2" charset="-122"/>
              </a:rPr>
              <a:t>结果传递</a:t>
            </a:r>
            <a:r>
              <a:rPr lang="en-US" altLang="zh-CN" noProof="1">
                <a:latin typeface="宋体" panose="02010600030101010101" pitchFamily="2" charset="-122"/>
              </a:rPr>
              <a:t>(</a:t>
            </a:r>
            <a:r>
              <a:rPr lang="zh-CN" altLang="en-US" noProof="1">
                <a:latin typeface="宋体" panose="02010600030101010101" pitchFamily="2" charset="-122"/>
              </a:rPr>
              <a:t>得结果</a:t>
            </a:r>
            <a:r>
              <a:rPr lang="en-US" altLang="zh-CN" noProof="1">
                <a:latin typeface="宋体" panose="02010600030101010101" pitchFamily="2" charset="-122"/>
              </a:rPr>
              <a:t>)</a:t>
            </a:r>
            <a:endParaRPr lang="zh-CN" altLang="en-US" noProof="1">
              <a:latin typeface="宋体" panose="02010600030101010101" pitchFamily="2" charset="-122"/>
            </a:endParaRPr>
          </a:p>
        </p:txBody>
      </p:sp>
      <p:sp>
        <p:nvSpPr>
          <p:cNvPr id="86019"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传地址的一种变形</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方法</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latin typeface="宋体" panose="02010600030101010101" pitchFamily="2" charset="-122"/>
              </a:rPr>
              <a:t>每个形参对应</a:t>
            </a:r>
            <a:r>
              <a:rPr lang="zh-CN" altLang="en-US" sz="2646" dirty="0">
                <a:solidFill>
                  <a:srgbClr val="CC0000"/>
                </a:solidFill>
                <a:latin typeface="宋体" panose="02010600030101010101" pitchFamily="2" charset="-122"/>
              </a:rPr>
              <a:t>两个形式单元</a:t>
            </a:r>
            <a:r>
              <a:rPr lang="zh-CN" altLang="en-US" sz="2646" dirty="0">
                <a:solidFill>
                  <a:schemeClr val="tx1">
                    <a:lumMod val="75000"/>
                    <a:lumOff val="25000"/>
                  </a:schemeClr>
                </a:solidFill>
                <a:latin typeface="宋体" panose="02010600030101010101" pitchFamily="2" charset="-122"/>
              </a:rPr>
              <a:t>，第一个形式单元存放</a:t>
            </a:r>
            <a:r>
              <a:rPr lang="zh-CN" altLang="en-US" sz="2646" dirty="0">
                <a:solidFill>
                  <a:srgbClr val="CC0000"/>
                </a:solidFill>
                <a:latin typeface="宋体" panose="02010600030101010101" pitchFamily="2" charset="-122"/>
              </a:rPr>
              <a:t>实参地址</a:t>
            </a:r>
            <a:r>
              <a:rPr lang="zh-CN" altLang="en-US" sz="2646" dirty="0">
                <a:solidFill>
                  <a:schemeClr val="tx1">
                    <a:lumMod val="75000"/>
                    <a:lumOff val="25000"/>
                  </a:schemeClr>
                </a:solidFill>
                <a:latin typeface="宋体" panose="02010600030101010101" pitchFamily="2" charset="-122"/>
              </a:rPr>
              <a:t>，第二个单元存放</a:t>
            </a:r>
            <a:r>
              <a:rPr lang="zh-CN" altLang="en-US" sz="2646" dirty="0">
                <a:solidFill>
                  <a:srgbClr val="CC0000"/>
                </a:solidFill>
                <a:latin typeface="宋体" panose="02010600030101010101" pitchFamily="2" charset="-122"/>
              </a:rPr>
              <a:t>实参的值</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latin typeface="宋体" panose="02010600030101010101" pitchFamily="2" charset="-122"/>
              </a:rPr>
              <a:t>在过程体中对形参的任何引用或赋值都看作</a:t>
            </a:r>
            <a:r>
              <a:rPr lang="zh-CN" altLang="en-US" sz="2646" dirty="0">
                <a:solidFill>
                  <a:srgbClr val="CC0000"/>
                </a:solidFill>
                <a:latin typeface="宋体" panose="02010600030101010101" pitchFamily="2" charset="-122"/>
              </a:rPr>
              <a:t>对它的第二个单元的直接访问</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latin typeface="宋体" panose="02010600030101010101" pitchFamily="2" charset="-122"/>
              </a:rPr>
              <a:t>过程完成返回前，把第二个单元的内容</a:t>
            </a:r>
            <a:r>
              <a:rPr lang="zh-CN" altLang="en-US" sz="2646" dirty="0">
                <a:solidFill>
                  <a:srgbClr val="CC0000"/>
                </a:solidFill>
                <a:latin typeface="宋体" panose="02010600030101010101" pitchFamily="2" charset="-122"/>
              </a:rPr>
              <a:t>存放</a:t>
            </a:r>
            <a:r>
              <a:rPr lang="zh-CN" altLang="en-US" sz="2646" dirty="0">
                <a:solidFill>
                  <a:schemeClr val="tx1">
                    <a:lumMod val="75000"/>
                    <a:lumOff val="25000"/>
                  </a:schemeClr>
                </a:solidFill>
                <a:latin typeface="宋体" panose="02010600030101010101" pitchFamily="2" charset="-122"/>
              </a:rPr>
              <a:t>到第一个单元所指的实参单元中</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latin typeface="宋体" panose="02010600030101010101" pitchFamily="2" charset="-122"/>
              </a:rPr>
              <a:t>有些</a:t>
            </a:r>
            <a:r>
              <a:rPr lang="en-US" altLang="zh-CN" sz="3086" dirty="0">
                <a:solidFill>
                  <a:schemeClr val="tx1">
                    <a:lumMod val="75000"/>
                    <a:lumOff val="25000"/>
                  </a:schemeClr>
                </a:solidFill>
              </a:rPr>
              <a:t>Fortran</a:t>
            </a:r>
            <a:r>
              <a:rPr lang="zh-CN" altLang="en-US" sz="3086" dirty="0">
                <a:solidFill>
                  <a:schemeClr val="tx1">
                    <a:lumMod val="75000"/>
                    <a:lumOff val="25000"/>
                  </a:schemeClr>
                </a:solidFill>
              </a:rPr>
              <a:t>采用这种方式</a:t>
            </a:r>
          </a:p>
        </p:txBody>
      </p:sp>
      <p:sp>
        <p:nvSpPr>
          <p:cNvPr id="3" name="灯片编号占位符 2">
            <a:extLst>
              <a:ext uri="{FF2B5EF4-FFF2-40B4-BE49-F238E27FC236}">
                <a16:creationId xmlns:a16="http://schemas.microsoft.com/office/drawing/2014/main" id="{0AC6BB2A-C5DB-8C86-E9C4-DB45E026D697}"/>
              </a:ext>
            </a:extLst>
          </p:cNvPr>
          <p:cNvSpPr>
            <a:spLocks noGrp="1"/>
          </p:cNvSpPr>
          <p:nvPr>
            <p:ph type="sldNum" sz="quarter" idx="12"/>
          </p:nvPr>
        </p:nvSpPr>
        <p:spPr/>
        <p:txBody>
          <a:bodyPr/>
          <a:lstStyle/>
          <a:p>
            <a:pPr>
              <a:defRPr/>
            </a:pPr>
            <a:fld id="{81F535CF-9FA2-417D-855C-A8D9EC245586}" type="slidenum">
              <a:rPr lang="en-US" smtClean="0"/>
              <a:pPr>
                <a:defRPr/>
              </a:pPr>
              <a:t>12</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Effect transition="in" filter="wipe(left)">
                                      <p:cBhvr>
                                        <p:cTn id="7" dur="500"/>
                                        <p:tgtEl>
                                          <p:spTgt spid="860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019">
                                            <p:txEl>
                                              <p:pRg st="1" end="1"/>
                                            </p:txEl>
                                          </p:spTgt>
                                        </p:tgtEl>
                                        <p:attrNameLst>
                                          <p:attrName>style.visibility</p:attrName>
                                        </p:attrNameLst>
                                      </p:cBhvr>
                                      <p:to>
                                        <p:strVal val="visible"/>
                                      </p:to>
                                    </p:set>
                                    <p:animEffect transition="in" filter="wipe(left)">
                                      <p:cBhvr>
                                        <p:cTn id="12" dur="500"/>
                                        <p:tgtEl>
                                          <p:spTgt spid="860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6019">
                                            <p:txEl>
                                              <p:pRg st="2" end="2"/>
                                            </p:txEl>
                                          </p:spTgt>
                                        </p:tgtEl>
                                        <p:attrNameLst>
                                          <p:attrName>style.visibility</p:attrName>
                                        </p:attrNameLst>
                                      </p:cBhvr>
                                      <p:to>
                                        <p:strVal val="visible"/>
                                      </p:to>
                                    </p:set>
                                    <p:animEffect transition="in" filter="wipe(left)">
                                      <p:cBhvr>
                                        <p:cTn id="17" dur="500"/>
                                        <p:tgtEl>
                                          <p:spTgt spid="860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6019">
                                            <p:txEl>
                                              <p:pRg st="3" end="3"/>
                                            </p:txEl>
                                          </p:spTgt>
                                        </p:tgtEl>
                                        <p:attrNameLst>
                                          <p:attrName>style.visibility</p:attrName>
                                        </p:attrNameLst>
                                      </p:cBhvr>
                                      <p:to>
                                        <p:strVal val="visible"/>
                                      </p:to>
                                    </p:set>
                                    <p:animEffect transition="in" filter="wipe(left)">
                                      <p:cBhvr>
                                        <p:cTn id="22" dur="500"/>
                                        <p:tgtEl>
                                          <p:spTgt spid="860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6019">
                                            <p:txEl>
                                              <p:pRg st="4" end="4"/>
                                            </p:txEl>
                                          </p:spTgt>
                                        </p:tgtEl>
                                        <p:attrNameLst>
                                          <p:attrName>style.visibility</p:attrName>
                                        </p:attrNameLst>
                                      </p:cBhvr>
                                      <p:to>
                                        <p:strVal val="visible"/>
                                      </p:to>
                                    </p:set>
                                    <p:animEffect transition="in" filter="wipe(left)">
                                      <p:cBhvr>
                                        <p:cTn id="27" dur="500"/>
                                        <p:tgtEl>
                                          <p:spTgt spid="860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6019">
                                            <p:txEl>
                                              <p:pRg st="5" end="5"/>
                                            </p:txEl>
                                          </p:spTgt>
                                        </p:tgtEl>
                                        <p:attrNameLst>
                                          <p:attrName>style.visibility</p:attrName>
                                        </p:attrNameLst>
                                      </p:cBhvr>
                                      <p:to>
                                        <p:strVal val="visible"/>
                                      </p:to>
                                    </p:set>
                                    <p:animEffect transition="in" filter="wipe(left)">
                                      <p:cBhvr>
                                        <p:cTn id="32" dur="500"/>
                                        <p:tgtEl>
                                          <p:spTgt spid="860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rtlCol="0">
            <a:normAutofit/>
          </a:bodyPr>
          <a:lstStyle/>
          <a:p>
            <a:pPr defTabSz="503972" eaLnBrk="1" fontAlgn="auto" hangingPunct="1">
              <a:spcAft>
                <a:spcPts val="0"/>
              </a:spcAft>
              <a:defRPr/>
            </a:pPr>
            <a:r>
              <a:rPr lang="zh-CN" altLang="en-US" dirty="0"/>
              <a:t>测试：参数传递</a:t>
            </a:r>
            <a:r>
              <a:rPr lang="en-US" altLang="zh-CN" dirty="0"/>
              <a:t>——</a:t>
            </a:r>
            <a:r>
              <a:rPr lang="zh-CN" altLang="en-US" noProof="1">
                <a:latin typeface="宋体" panose="02010600030101010101" pitchFamily="2" charset="-122"/>
              </a:rPr>
              <a:t>按值</a:t>
            </a:r>
            <a:r>
              <a:rPr lang="en-US" altLang="zh-CN" noProof="1">
                <a:latin typeface="宋体" panose="02010600030101010101" pitchFamily="2" charset="-122"/>
              </a:rPr>
              <a:t>—</a:t>
            </a:r>
            <a:r>
              <a:rPr lang="zh-CN" altLang="en-US" noProof="1">
                <a:latin typeface="宋体" panose="02010600030101010101" pitchFamily="2" charset="-122"/>
              </a:rPr>
              <a:t>结果传递</a:t>
            </a:r>
            <a:endParaRPr lang="zh-CN" altLang="en-US" dirty="0"/>
          </a:p>
        </p:txBody>
      </p:sp>
      <p:sp>
        <p:nvSpPr>
          <p:cNvPr id="53" name="Rectangle 2"/>
          <p:cNvSpPr>
            <a:spLocks noGrp="1" noChangeArrowheads="1"/>
          </p:cNvSpPr>
          <p:nvPr>
            <p:ph idx="1"/>
          </p:nvPr>
        </p:nvSpPr>
        <p:spPr>
          <a:xfrm>
            <a:off x="747713" y="2009775"/>
            <a:ext cx="8562975" cy="4649788"/>
          </a:xfrm>
        </p:spPr>
        <p:txBody>
          <a:bodyPr rtlCol="0">
            <a:normAutofit fontScale="85000" lnSpcReduction="20000"/>
          </a:bodyPr>
          <a:lstStyle/>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zh-CN" altLang="en-US"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procedure  P(</a:t>
            </a:r>
            <a:r>
              <a:rPr lang="en-US" altLang="zh-CN" sz="3086" dirty="0" err="1">
                <a:solidFill>
                  <a:schemeClr val="tx1">
                    <a:lumMod val="75000"/>
                    <a:lumOff val="25000"/>
                  </a:schemeClr>
                </a:solidFill>
              </a:rPr>
              <a:t>w,x,y,z</a:t>
            </a:r>
            <a:r>
              <a:rPr lang="en-US" altLang="zh-CN"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   y := y*w;</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   z := </a:t>
            </a:r>
            <a:r>
              <a:rPr lang="en-US" altLang="zh-CN" sz="3086" dirty="0" err="1">
                <a:solidFill>
                  <a:schemeClr val="tx1">
                    <a:lumMod val="75000"/>
                    <a:lumOff val="25000"/>
                  </a:schemeClr>
                </a:solidFill>
              </a:rPr>
              <a:t>z+x</a:t>
            </a:r>
            <a:r>
              <a:rPr lang="en-US" altLang="zh-CN"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end</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a := 5;</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b := 3;</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P(a+b,a-b,a,a); </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write(a);</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end</a:t>
            </a:r>
            <a:endParaRPr lang="en-US" altLang="zh-CN" sz="3086" dirty="0">
              <a:solidFill>
                <a:schemeClr val="tx1">
                  <a:lumMod val="75000"/>
                  <a:lumOff val="25000"/>
                </a:schemeClr>
              </a:solidFill>
            </a:endParaRPr>
          </a:p>
        </p:txBody>
      </p:sp>
      <p:grpSp>
        <p:nvGrpSpPr>
          <p:cNvPr id="54" name="Group 4"/>
          <p:cNvGrpSpPr>
            <a:grpSpLocks/>
          </p:cNvGrpSpPr>
          <p:nvPr/>
        </p:nvGrpSpPr>
        <p:grpSpPr bwMode="auto">
          <a:xfrm>
            <a:off x="4475163" y="1879600"/>
            <a:ext cx="2700337" cy="555625"/>
            <a:chOff x="3016" y="1117"/>
            <a:chExt cx="1543" cy="317"/>
          </a:xfrm>
        </p:grpSpPr>
        <p:sp>
          <p:nvSpPr>
            <p:cNvPr id="55" name="Rectangle 5"/>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6" name="Text Box 6"/>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w</a:t>
              </a:r>
            </a:p>
          </p:txBody>
        </p:sp>
      </p:grpSp>
      <p:grpSp>
        <p:nvGrpSpPr>
          <p:cNvPr id="57" name="Group 7"/>
          <p:cNvGrpSpPr>
            <a:grpSpLocks/>
          </p:cNvGrpSpPr>
          <p:nvPr/>
        </p:nvGrpSpPr>
        <p:grpSpPr bwMode="auto">
          <a:xfrm>
            <a:off x="4475163" y="2509838"/>
            <a:ext cx="2700337" cy="555625"/>
            <a:chOff x="3016" y="1117"/>
            <a:chExt cx="1543" cy="317"/>
          </a:xfrm>
        </p:grpSpPr>
        <p:sp>
          <p:nvSpPr>
            <p:cNvPr id="58" name="Rectangle 8"/>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59" name="Text Box 9"/>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x</a:t>
              </a:r>
            </a:p>
          </p:txBody>
        </p:sp>
      </p:grpSp>
      <p:grpSp>
        <p:nvGrpSpPr>
          <p:cNvPr id="60" name="Group 10"/>
          <p:cNvGrpSpPr>
            <a:grpSpLocks/>
          </p:cNvGrpSpPr>
          <p:nvPr/>
        </p:nvGrpSpPr>
        <p:grpSpPr bwMode="auto">
          <a:xfrm>
            <a:off x="4475163" y="3144838"/>
            <a:ext cx="2700337" cy="555625"/>
            <a:chOff x="3016" y="1117"/>
            <a:chExt cx="1543" cy="317"/>
          </a:xfrm>
        </p:grpSpPr>
        <p:sp>
          <p:nvSpPr>
            <p:cNvPr id="61" name="Rectangle 11"/>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2" name="Text Box 12"/>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y</a:t>
              </a:r>
            </a:p>
          </p:txBody>
        </p:sp>
      </p:grpSp>
      <p:grpSp>
        <p:nvGrpSpPr>
          <p:cNvPr id="63" name="Group 13"/>
          <p:cNvGrpSpPr>
            <a:grpSpLocks/>
          </p:cNvGrpSpPr>
          <p:nvPr/>
        </p:nvGrpSpPr>
        <p:grpSpPr bwMode="auto">
          <a:xfrm>
            <a:off x="4475163" y="3781425"/>
            <a:ext cx="2700337" cy="554038"/>
            <a:chOff x="3016" y="1117"/>
            <a:chExt cx="1543" cy="317"/>
          </a:xfrm>
        </p:grpSpPr>
        <p:sp>
          <p:nvSpPr>
            <p:cNvPr id="64" name="Rectangle 14"/>
            <p:cNvSpPr>
              <a:spLocks noChangeArrowheads="1"/>
            </p:cNvSpPr>
            <p:nvPr/>
          </p:nvSpPr>
          <p:spPr bwMode="auto">
            <a:xfrm>
              <a:off x="3334" y="1117"/>
              <a:ext cx="1225" cy="317"/>
            </a:xfrm>
            <a:prstGeom prst="rect">
              <a:avLst/>
            </a:prstGeom>
            <a:solidFill>
              <a:srgbClr val="CCFFCC"/>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5" name="Text Box 15"/>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z</a:t>
              </a:r>
            </a:p>
          </p:txBody>
        </p:sp>
      </p:grpSp>
      <p:grpSp>
        <p:nvGrpSpPr>
          <p:cNvPr id="66" name="Group 16"/>
          <p:cNvGrpSpPr>
            <a:grpSpLocks/>
          </p:cNvGrpSpPr>
          <p:nvPr/>
        </p:nvGrpSpPr>
        <p:grpSpPr bwMode="auto">
          <a:xfrm>
            <a:off x="6110288" y="4562475"/>
            <a:ext cx="2700337" cy="554038"/>
            <a:chOff x="3016" y="1117"/>
            <a:chExt cx="1543" cy="317"/>
          </a:xfrm>
        </p:grpSpPr>
        <p:sp>
          <p:nvSpPr>
            <p:cNvPr id="67" name="Rectangle 17"/>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68" name="Text Box 18"/>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a</a:t>
              </a:r>
            </a:p>
          </p:txBody>
        </p:sp>
      </p:grpSp>
      <p:grpSp>
        <p:nvGrpSpPr>
          <p:cNvPr id="69" name="Group 19"/>
          <p:cNvGrpSpPr>
            <a:grpSpLocks/>
          </p:cNvGrpSpPr>
          <p:nvPr/>
        </p:nvGrpSpPr>
        <p:grpSpPr bwMode="auto">
          <a:xfrm>
            <a:off x="6110288" y="5218113"/>
            <a:ext cx="2700337" cy="555625"/>
            <a:chOff x="3016" y="1117"/>
            <a:chExt cx="1543" cy="317"/>
          </a:xfrm>
        </p:grpSpPr>
        <p:sp>
          <p:nvSpPr>
            <p:cNvPr id="70" name="Rectangle 20"/>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71" name="Text Box 21"/>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b</a:t>
              </a:r>
            </a:p>
          </p:txBody>
        </p:sp>
      </p:grpSp>
      <p:grpSp>
        <p:nvGrpSpPr>
          <p:cNvPr id="72" name="Group 22"/>
          <p:cNvGrpSpPr>
            <a:grpSpLocks/>
          </p:cNvGrpSpPr>
          <p:nvPr/>
        </p:nvGrpSpPr>
        <p:grpSpPr bwMode="auto">
          <a:xfrm>
            <a:off x="6030913" y="5873750"/>
            <a:ext cx="2779712" cy="554038"/>
            <a:chOff x="3243" y="3385"/>
            <a:chExt cx="1588" cy="317"/>
          </a:xfrm>
        </p:grpSpPr>
        <p:sp>
          <p:nvSpPr>
            <p:cNvPr id="73" name="Rectangle 23"/>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74" name="Text Box 24"/>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T1</a:t>
              </a:r>
            </a:p>
          </p:txBody>
        </p:sp>
      </p:grpSp>
      <p:grpSp>
        <p:nvGrpSpPr>
          <p:cNvPr id="75" name="Group 25"/>
          <p:cNvGrpSpPr>
            <a:grpSpLocks/>
          </p:cNvGrpSpPr>
          <p:nvPr/>
        </p:nvGrpSpPr>
        <p:grpSpPr bwMode="auto">
          <a:xfrm>
            <a:off x="6030913" y="6508750"/>
            <a:ext cx="2779712" cy="554038"/>
            <a:chOff x="3243" y="3385"/>
            <a:chExt cx="1588" cy="317"/>
          </a:xfrm>
        </p:grpSpPr>
        <p:sp>
          <p:nvSpPr>
            <p:cNvPr id="76" name="Rectangle 26"/>
            <p:cNvSpPr>
              <a:spLocks noChangeArrowheads="1"/>
            </p:cNvSpPr>
            <p:nvPr/>
          </p:nvSpPr>
          <p:spPr bwMode="auto">
            <a:xfrm>
              <a:off x="3606" y="3385"/>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77" name="Text Box 27"/>
            <p:cNvSpPr txBox="1">
              <a:spLocks noChangeArrowheads="1"/>
            </p:cNvSpPr>
            <p:nvPr/>
          </p:nvSpPr>
          <p:spPr bwMode="auto">
            <a:xfrm>
              <a:off x="3243" y="3385"/>
              <a:ext cx="342"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T2</a:t>
              </a:r>
            </a:p>
          </p:txBody>
        </p:sp>
      </p:grpSp>
      <p:sp>
        <p:nvSpPr>
          <p:cNvPr id="78" name="Text Box 28"/>
          <p:cNvSpPr txBox="1">
            <a:spLocks noChangeArrowheads="1"/>
          </p:cNvSpPr>
          <p:nvPr/>
        </p:nvSpPr>
        <p:spPr bwMode="auto">
          <a:xfrm>
            <a:off x="7491413" y="4592638"/>
            <a:ext cx="374650" cy="498475"/>
          </a:xfrm>
          <a:prstGeom prst="rect">
            <a:avLst/>
          </a:prstGeom>
          <a:solidFill>
            <a:srgbClr val="FFFF99"/>
          </a:solid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dirty="0">
                <a:solidFill>
                  <a:prstClr val="black"/>
                </a:solidFill>
                <a:ea typeface="宋体" panose="02010600030101010101" pitchFamily="2" charset="-122"/>
                <a:cs typeface="+mn-cs"/>
              </a:rPr>
              <a:t>5</a:t>
            </a:r>
            <a:endParaRPr lang="en-GB" altLang="zh-CN" sz="2646" b="1" dirty="0">
              <a:solidFill>
                <a:prstClr val="black"/>
              </a:solidFill>
              <a:ea typeface="宋体" panose="02010600030101010101" pitchFamily="2" charset="-122"/>
              <a:cs typeface="+mn-cs"/>
            </a:endParaRPr>
          </a:p>
        </p:txBody>
      </p:sp>
      <p:sp>
        <p:nvSpPr>
          <p:cNvPr id="79" name="Text Box 29"/>
          <p:cNvSpPr txBox="1">
            <a:spLocks noChangeArrowheads="1"/>
          </p:cNvSpPr>
          <p:nvPr/>
        </p:nvSpPr>
        <p:spPr bwMode="auto">
          <a:xfrm>
            <a:off x="7502525" y="5240338"/>
            <a:ext cx="373063" cy="498475"/>
          </a:xfrm>
          <a:prstGeom prst="rect">
            <a:avLst/>
          </a:prstGeom>
          <a:solidFill>
            <a:srgbClr val="FFFF99"/>
          </a:solid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dirty="0">
                <a:solidFill>
                  <a:prstClr val="black"/>
                </a:solidFill>
                <a:ea typeface="宋体" panose="02010600030101010101" pitchFamily="2" charset="-122"/>
                <a:cs typeface="+mn-cs"/>
              </a:rPr>
              <a:t>3</a:t>
            </a:r>
            <a:endParaRPr lang="en-GB" altLang="zh-CN" sz="2646" b="1" dirty="0">
              <a:solidFill>
                <a:prstClr val="black"/>
              </a:solidFill>
              <a:ea typeface="宋体" panose="02010600030101010101" pitchFamily="2" charset="-122"/>
              <a:cs typeface="+mn-cs"/>
            </a:endParaRPr>
          </a:p>
        </p:txBody>
      </p:sp>
      <p:sp>
        <p:nvSpPr>
          <p:cNvPr id="80" name="Text Box 30"/>
          <p:cNvSpPr txBox="1">
            <a:spLocks noChangeArrowheads="1"/>
          </p:cNvSpPr>
          <p:nvPr/>
        </p:nvSpPr>
        <p:spPr bwMode="auto">
          <a:xfrm>
            <a:off x="7512050" y="5913438"/>
            <a:ext cx="373063" cy="500062"/>
          </a:xfrm>
          <a:prstGeom prst="rect">
            <a:avLst/>
          </a:prstGeom>
          <a:solidFill>
            <a:srgbClr val="FFFF99"/>
          </a:solid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dirty="0">
                <a:solidFill>
                  <a:prstClr val="black"/>
                </a:solidFill>
                <a:ea typeface="宋体" panose="02010600030101010101" pitchFamily="2" charset="-122"/>
                <a:cs typeface="+mn-cs"/>
              </a:rPr>
              <a:t>8</a:t>
            </a:r>
            <a:endParaRPr lang="en-GB" altLang="zh-CN" sz="2646" b="1" dirty="0">
              <a:solidFill>
                <a:prstClr val="black"/>
              </a:solidFill>
              <a:ea typeface="宋体" panose="02010600030101010101" pitchFamily="2" charset="-122"/>
              <a:cs typeface="+mn-cs"/>
            </a:endParaRPr>
          </a:p>
        </p:txBody>
      </p:sp>
      <p:sp>
        <p:nvSpPr>
          <p:cNvPr id="81" name="Text Box 31"/>
          <p:cNvSpPr txBox="1">
            <a:spLocks noChangeArrowheads="1"/>
          </p:cNvSpPr>
          <p:nvPr/>
        </p:nvSpPr>
        <p:spPr bwMode="auto">
          <a:xfrm>
            <a:off x="7521575" y="6521450"/>
            <a:ext cx="373063" cy="500063"/>
          </a:xfrm>
          <a:prstGeom prst="rect">
            <a:avLst/>
          </a:prstGeom>
          <a:solidFill>
            <a:srgbClr val="FFFF99"/>
          </a:solid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82" name="Text Box 32"/>
          <p:cNvSpPr txBox="1">
            <a:spLocks noChangeArrowheads="1"/>
          </p:cNvSpPr>
          <p:nvPr/>
        </p:nvSpPr>
        <p:spPr bwMode="auto">
          <a:xfrm>
            <a:off x="5429250" y="1938338"/>
            <a:ext cx="12573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T1</a:t>
            </a:r>
            <a:r>
              <a:rPr lang="zh-CN" altLang="en-US" sz="2646">
                <a:solidFill>
                  <a:prstClr val="black"/>
                </a:solidFill>
                <a:latin typeface="微软雅黑" panose="020B0503020204020204" pitchFamily="34" charset="-122"/>
                <a:cs typeface="+mn-cs"/>
              </a:rPr>
              <a:t>地址</a:t>
            </a:r>
            <a:endParaRPr lang="zh-CN" altLang="en-GB" sz="2646">
              <a:solidFill>
                <a:prstClr val="black"/>
              </a:solidFill>
              <a:latin typeface="微软雅黑" panose="020B0503020204020204" pitchFamily="34" charset="-122"/>
              <a:cs typeface="+mn-cs"/>
            </a:endParaRPr>
          </a:p>
        </p:txBody>
      </p:sp>
      <p:sp>
        <p:nvSpPr>
          <p:cNvPr id="83" name="Text Box 33"/>
          <p:cNvSpPr txBox="1">
            <a:spLocks noChangeArrowheads="1"/>
          </p:cNvSpPr>
          <p:nvPr/>
        </p:nvSpPr>
        <p:spPr bwMode="auto">
          <a:xfrm>
            <a:off x="5430838" y="2509838"/>
            <a:ext cx="12573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T2</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84" name="Text Box 34"/>
          <p:cNvSpPr txBox="1">
            <a:spLocks noChangeArrowheads="1"/>
          </p:cNvSpPr>
          <p:nvPr/>
        </p:nvSpPr>
        <p:spPr bwMode="auto">
          <a:xfrm>
            <a:off x="5351463" y="3144838"/>
            <a:ext cx="146208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a</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85" name="Text Box 35"/>
          <p:cNvSpPr txBox="1">
            <a:spLocks noChangeArrowheads="1"/>
          </p:cNvSpPr>
          <p:nvPr/>
        </p:nvSpPr>
        <p:spPr bwMode="auto">
          <a:xfrm>
            <a:off x="5351463" y="3778250"/>
            <a:ext cx="146208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a</a:t>
            </a:r>
            <a:r>
              <a:rPr lang="zh-CN" altLang="en-US" sz="2646">
                <a:solidFill>
                  <a:prstClr val="black"/>
                </a:solidFill>
                <a:latin typeface="微软雅黑" panose="020B0503020204020204" pitchFamily="34" charset="-122"/>
                <a:cs typeface="+mn-cs"/>
              </a:rPr>
              <a:t>地址</a:t>
            </a:r>
            <a:endParaRPr lang="en-GB" altLang="zh-CN" sz="2646">
              <a:solidFill>
                <a:prstClr val="black"/>
              </a:solidFill>
              <a:latin typeface="微软雅黑" panose="020B0503020204020204" pitchFamily="34" charset="-122"/>
              <a:cs typeface="+mn-cs"/>
            </a:endParaRPr>
          </a:p>
        </p:txBody>
      </p:sp>
      <p:sp>
        <p:nvSpPr>
          <p:cNvPr id="86" name="Text Box 38"/>
          <p:cNvSpPr txBox="1">
            <a:spLocks noChangeArrowheads="1"/>
          </p:cNvSpPr>
          <p:nvPr/>
        </p:nvSpPr>
        <p:spPr bwMode="auto">
          <a:xfrm>
            <a:off x="2843213" y="5822950"/>
            <a:ext cx="2957512"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0070C0"/>
                </a:solidFill>
                <a:latin typeface="Times New Roman" panose="02020603050405020304" pitchFamily="18" charset="0"/>
                <a:cs typeface="+mn-cs"/>
              </a:rPr>
              <a:t>输出</a:t>
            </a:r>
            <a:r>
              <a:rPr kumimoji="1" lang="en-US" altLang="zh-CN" sz="3968" dirty="0">
                <a:solidFill>
                  <a:srgbClr val="0070C0"/>
                </a:solidFill>
                <a:latin typeface="Times New Roman" panose="02020603050405020304" pitchFamily="18" charset="0"/>
                <a:cs typeface="+mn-cs"/>
              </a:rPr>
              <a:t>:</a:t>
            </a:r>
            <a:r>
              <a:rPr kumimoji="1" lang="zh-CN" altLang="en-US" sz="3968" dirty="0">
                <a:solidFill>
                  <a:srgbClr val="0070C0"/>
                </a:solidFill>
                <a:latin typeface="Times New Roman" panose="02020603050405020304" pitchFamily="18" charset="0"/>
                <a:cs typeface="+mn-cs"/>
              </a:rPr>
              <a:t>  </a:t>
            </a:r>
            <a:r>
              <a:rPr lang="en-US" altLang="zh-CN" sz="3968" b="1" dirty="0">
                <a:solidFill>
                  <a:srgbClr val="FF3300"/>
                </a:solidFill>
                <a:ea typeface="宋体" panose="02010600030101010101" pitchFamily="2" charset="-122"/>
                <a:cs typeface="+mn-cs"/>
              </a:rPr>
              <a:t>7</a:t>
            </a:r>
            <a:r>
              <a:rPr lang="zh-CN" altLang="en-US" sz="3968" b="1" dirty="0">
                <a:solidFill>
                  <a:srgbClr val="FF3300"/>
                </a:solidFill>
                <a:ea typeface="宋体" panose="02010600030101010101" pitchFamily="2" charset="-122"/>
                <a:cs typeface="+mn-cs"/>
              </a:rPr>
              <a:t>或</a:t>
            </a:r>
            <a:r>
              <a:rPr lang="en-US" altLang="zh-CN" sz="3968" b="1" dirty="0">
                <a:solidFill>
                  <a:srgbClr val="FF3300"/>
                </a:solidFill>
                <a:ea typeface="宋体" panose="02010600030101010101" pitchFamily="2" charset="-122"/>
                <a:cs typeface="+mn-cs"/>
              </a:rPr>
              <a:t>40</a:t>
            </a:r>
            <a:endParaRPr lang="en-GB" altLang="zh-CN" sz="3968" b="1" dirty="0">
              <a:solidFill>
                <a:srgbClr val="FF3300"/>
              </a:solidFill>
              <a:ea typeface="宋体" panose="02010600030101010101" pitchFamily="2" charset="-122"/>
              <a:cs typeface="+mn-cs"/>
            </a:endParaRPr>
          </a:p>
        </p:txBody>
      </p:sp>
      <p:sp>
        <p:nvSpPr>
          <p:cNvPr id="87" name="Rectangle 39"/>
          <p:cNvSpPr>
            <a:spLocks noChangeArrowheads="1"/>
          </p:cNvSpPr>
          <p:nvPr/>
        </p:nvSpPr>
        <p:spPr bwMode="auto">
          <a:xfrm>
            <a:off x="7229475" y="1874838"/>
            <a:ext cx="2024063" cy="555625"/>
          </a:xfrm>
          <a:prstGeom prst="rect">
            <a:avLst/>
          </a:prstGeom>
          <a:solidFill>
            <a:srgbClr val="99CCFF"/>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88" name="Rectangle 40"/>
          <p:cNvSpPr>
            <a:spLocks noChangeArrowheads="1"/>
          </p:cNvSpPr>
          <p:nvPr/>
        </p:nvSpPr>
        <p:spPr bwMode="auto">
          <a:xfrm>
            <a:off x="7229475" y="2509838"/>
            <a:ext cx="2024063" cy="555625"/>
          </a:xfrm>
          <a:prstGeom prst="rect">
            <a:avLst/>
          </a:prstGeom>
          <a:solidFill>
            <a:srgbClr val="99CCFF"/>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89" name="Rectangle 41"/>
          <p:cNvSpPr>
            <a:spLocks noChangeArrowheads="1"/>
          </p:cNvSpPr>
          <p:nvPr/>
        </p:nvSpPr>
        <p:spPr bwMode="auto">
          <a:xfrm>
            <a:off x="7229475" y="3144838"/>
            <a:ext cx="2024063" cy="555625"/>
          </a:xfrm>
          <a:prstGeom prst="rect">
            <a:avLst/>
          </a:prstGeom>
          <a:solidFill>
            <a:srgbClr val="99CCFF"/>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90" name="Rectangle 42"/>
          <p:cNvSpPr>
            <a:spLocks noChangeArrowheads="1"/>
          </p:cNvSpPr>
          <p:nvPr/>
        </p:nvSpPr>
        <p:spPr bwMode="auto">
          <a:xfrm>
            <a:off x="7229475" y="3778250"/>
            <a:ext cx="2024063" cy="555625"/>
          </a:xfrm>
          <a:prstGeom prst="rect">
            <a:avLst/>
          </a:prstGeom>
          <a:solidFill>
            <a:srgbClr val="99CCFF"/>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91" name="Text Box 43"/>
          <p:cNvSpPr txBox="1">
            <a:spLocks noChangeArrowheads="1"/>
          </p:cNvSpPr>
          <p:nvPr/>
        </p:nvSpPr>
        <p:spPr bwMode="auto">
          <a:xfrm>
            <a:off x="8048625" y="1933575"/>
            <a:ext cx="3984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8</a:t>
            </a:r>
            <a:endParaRPr lang="en-GB" altLang="zh-CN" sz="2646" b="1">
              <a:solidFill>
                <a:prstClr val="black"/>
              </a:solidFill>
              <a:ea typeface="宋体" panose="02010600030101010101" pitchFamily="2" charset="-122"/>
              <a:cs typeface="+mn-cs"/>
            </a:endParaRPr>
          </a:p>
        </p:txBody>
      </p:sp>
      <p:sp>
        <p:nvSpPr>
          <p:cNvPr id="92" name="Text Box 44"/>
          <p:cNvSpPr txBox="1">
            <a:spLocks noChangeArrowheads="1"/>
          </p:cNvSpPr>
          <p:nvPr/>
        </p:nvSpPr>
        <p:spPr bwMode="auto">
          <a:xfrm>
            <a:off x="8048625" y="2517775"/>
            <a:ext cx="3984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93" name="Text Box 45"/>
          <p:cNvSpPr txBox="1">
            <a:spLocks noChangeArrowheads="1"/>
          </p:cNvSpPr>
          <p:nvPr/>
        </p:nvSpPr>
        <p:spPr bwMode="auto">
          <a:xfrm>
            <a:off x="8048625" y="3152775"/>
            <a:ext cx="3984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94" name="Text Box 46"/>
          <p:cNvSpPr txBox="1">
            <a:spLocks noChangeArrowheads="1"/>
          </p:cNvSpPr>
          <p:nvPr/>
        </p:nvSpPr>
        <p:spPr bwMode="auto">
          <a:xfrm>
            <a:off x="8048625" y="3786188"/>
            <a:ext cx="398463"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95" name="Text Box 36"/>
          <p:cNvSpPr txBox="1">
            <a:spLocks noChangeArrowheads="1"/>
          </p:cNvSpPr>
          <p:nvPr/>
        </p:nvSpPr>
        <p:spPr bwMode="auto">
          <a:xfrm>
            <a:off x="7889875" y="3167063"/>
            <a:ext cx="633413" cy="498475"/>
          </a:xfrm>
          <a:prstGeom prst="rect">
            <a:avLst/>
          </a:prstGeom>
          <a:solidFill>
            <a:srgbClr val="99CCFF"/>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40</a:t>
            </a:r>
            <a:endParaRPr lang="en-GB" altLang="zh-CN" sz="2646" b="1">
              <a:solidFill>
                <a:srgbClr val="0033CC"/>
              </a:solidFill>
              <a:ea typeface="宋体" panose="02010600030101010101" pitchFamily="2" charset="-122"/>
              <a:cs typeface="+mn-cs"/>
            </a:endParaRPr>
          </a:p>
        </p:txBody>
      </p:sp>
      <p:sp>
        <p:nvSpPr>
          <p:cNvPr id="96" name="Text Box 37"/>
          <p:cNvSpPr txBox="1">
            <a:spLocks noChangeArrowheads="1"/>
          </p:cNvSpPr>
          <p:nvPr/>
        </p:nvSpPr>
        <p:spPr bwMode="auto">
          <a:xfrm>
            <a:off x="7910513" y="3797300"/>
            <a:ext cx="633412" cy="500063"/>
          </a:xfrm>
          <a:prstGeom prst="rect">
            <a:avLst/>
          </a:prstGeom>
          <a:solidFill>
            <a:srgbClr val="99CCFF"/>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7</a:t>
            </a:r>
            <a:endParaRPr lang="en-GB" altLang="zh-CN" sz="2646" b="1">
              <a:solidFill>
                <a:srgbClr val="0033CC"/>
              </a:solidFill>
              <a:ea typeface="宋体" panose="02010600030101010101" pitchFamily="2" charset="-122"/>
              <a:cs typeface="+mn-cs"/>
            </a:endParaRPr>
          </a:p>
        </p:txBody>
      </p:sp>
      <p:sp>
        <p:nvSpPr>
          <p:cNvPr id="97" name="Text Box 49"/>
          <p:cNvSpPr txBox="1">
            <a:spLocks noChangeArrowheads="1"/>
          </p:cNvSpPr>
          <p:nvPr/>
        </p:nvSpPr>
        <p:spPr bwMode="auto">
          <a:xfrm>
            <a:off x="7404100" y="5889625"/>
            <a:ext cx="636588" cy="500063"/>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8</a:t>
            </a:r>
            <a:endParaRPr lang="en-GB" altLang="zh-CN" sz="2646" b="1">
              <a:solidFill>
                <a:prstClr val="black"/>
              </a:solidFill>
              <a:ea typeface="宋体" panose="02010600030101010101" pitchFamily="2" charset="-122"/>
              <a:cs typeface="+mn-cs"/>
            </a:endParaRPr>
          </a:p>
        </p:txBody>
      </p:sp>
      <p:sp>
        <p:nvSpPr>
          <p:cNvPr id="98" name="Text Box 50"/>
          <p:cNvSpPr txBox="1">
            <a:spLocks noChangeArrowheads="1"/>
          </p:cNvSpPr>
          <p:nvPr/>
        </p:nvSpPr>
        <p:spPr bwMode="auto">
          <a:xfrm>
            <a:off x="7404100" y="6518275"/>
            <a:ext cx="636588" cy="498475"/>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2</a:t>
            </a:r>
            <a:endParaRPr lang="en-GB" altLang="zh-CN" sz="2646" b="1">
              <a:solidFill>
                <a:prstClr val="black"/>
              </a:solidFill>
              <a:ea typeface="宋体" panose="02010600030101010101" pitchFamily="2" charset="-122"/>
              <a:cs typeface="+mn-cs"/>
            </a:endParaRPr>
          </a:p>
        </p:txBody>
      </p:sp>
      <p:sp>
        <p:nvSpPr>
          <p:cNvPr id="99" name="Text Box 51"/>
          <p:cNvSpPr txBox="1">
            <a:spLocks noChangeArrowheads="1"/>
          </p:cNvSpPr>
          <p:nvPr/>
        </p:nvSpPr>
        <p:spPr bwMode="auto">
          <a:xfrm>
            <a:off x="7404100" y="4581525"/>
            <a:ext cx="633413" cy="500063"/>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40</a:t>
            </a:r>
            <a:endParaRPr lang="en-GB" altLang="zh-CN" sz="2646" b="1">
              <a:solidFill>
                <a:srgbClr val="0033CC"/>
              </a:solidFill>
              <a:ea typeface="宋体" panose="02010600030101010101" pitchFamily="2" charset="-122"/>
              <a:cs typeface="+mn-cs"/>
            </a:endParaRPr>
          </a:p>
        </p:txBody>
      </p:sp>
      <p:sp>
        <p:nvSpPr>
          <p:cNvPr id="100" name="Text Box 52"/>
          <p:cNvSpPr txBox="1">
            <a:spLocks noChangeArrowheads="1"/>
          </p:cNvSpPr>
          <p:nvPr/>
        </p:nvSpPr>
        <p:spPr bwMode="auto">
          <a:xfrm>
            <a:off x="7408863" y="4576763"/>
            <a:ext cx="633412" cy="500062"/>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7</a:t>
            </a:r>
            <a:endParaRPr lang="en-GB" altLang="zh-CN" sz="2646" b="1">
              <a:solidFill>
                <a:srgbClr val="0033CC"/>
              </a:solidFill>
              <a:ea typeface="宋体" panose="02010600030101010101" pitchFamily="2" charset="-122"/>
              <a:cs typeface="+mn-cs"/>
            </a:endParaRPr>
          </a:p>
        </p:txBody>
      </p:sp>
      <p:sp>
        <p:nvSpPr>
          <p:cNvPr id="3" name="灯片编号占位符 2">
            <a:extLst>
              <a:ext uri="{FF2B5EF4-FFF2-40B4-BE49-F238E27FC236}">
                <a16:creationId xmlns:a16="http://schemas.microsoft.com/office/drawing/2014/main" id="{93FFC3BF-00C4-010C-BA23-9EADA9D3D876}"/>
              </a:ext>
            </a:extLst>
          </p:cNvPr>
          <p:cNvSpPr>
            <a:spLocks noGrp="1"/>
          </p:cNvSpPr>
          <p:nvPr>
            <p:ph type="sldNum" sz="quarter" idx="12"/>
          </p:nvPr>
        </p:nvSpPr>
        <p:spPr/>
        <p:txBody>
          <a:bodyPr/>
          <a:lstStyle/>
          <a:p>
            <a:pPr>
              <a:defRPr/>
            </a:pPr>
            <a:fld id="{81F535CF-9FA2-417D-855C-A8D9EC245586}" type="slidenum">
              <a:rPr lang="en-US" smtClean="0"/>
              <a:pPr>
                <a:defRPr/>
              </a:pPr>
              <a:t>13</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5" presetClass="emph" presetSubtype="0" nodeType="clickEffect">
                                  <p:stCondLst>
                                    <p:cond delay="0"/>
                                  </p:stCondLst>
                                  <p:iterate type="lt">
                                    <p:tmAbs val="25"/>
                                  </p:iterate>
                                  <p:childTnLst>
                                    <p:set>
                                      <p:cBhvr override="childStyle">
                                        <p:cTn id="46" dur="indefinite"/>
                                        <p:tgtEl>
                                          <p:spTgt spid="53">
                                            <p:txEl>
                                              <p:pRg st="6" end="6"/>
                                            </p:txEl>
                                          </p:spTgt>
                                        </p:tgtEl>
                                        <p:attrNameLst>
                                          <p:attrName>style.fontWeight</p:attrName>
                                        </p:attrNameLst>
                                      </p:cBhvr>
                                      <p:to>
                                        <p:strVal val="bold"/>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5" presetClass="emph" presetSubtype="0" nodeType="clickEffect">
                                  <p:stCondLst>
                                    <p:cond delay="0"/>
                                  </p:stCondLst>
                                  <p:iterate type="lt">
                                    <p:tmAbs val="25"/>
                                  </p:iterate>
                                  <p:childTnLst>
                                    <p:set>
                                      <p:cBhvr override="childStyle">
                                        <p:cTn id="50" dur="indefinite"/>
                                        <p:tgtEl>
                                          <p:spTgt spid="53">
                                            <p:txEl>
                                              <p:pRg st="7" end="7"/>
                                            </p:txEl>
                                          </p:spTgt>
                                        </p:tgtEl>
                                        <p:attrNameLst>
                                          <p:attrName>style.fontWeight</p:attrName>
                                        </p:attrNameLst>
                                      </p:cBhvr>
                                      <p:to>
                                        <p:strVal val="bold"/>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5" presetClass="emph" presetSubtype="0" nodeType="clickEffect">
                                  <p:stCondLst>
                                    <p:cond delay="0"/>
                                  </p:stCondLst>
                                  <p:iterate type="lt">
                                    <p:tmAbs val="25"/>
                                  </p:iterate>
                                  <p:childTnLst>
                                    <p:set>
                                      <p:cBhvr override="childStyle">
                                        <p:cTn id="58" dur="indefinite"/>
                                        <p:tgtEl>
                                          <p:spTgt spid="53">
                                            <p:txEl>
                                              <p:pRg st="8" end="8"/>
                                            </p:txEl>
                                          </p:spTgt>
                                        </p:tgtEl>
                                        <p:attrNameLst>
                                          <p:attrName>style.fontWeight</p:attrName>
                                        </p:attrNameLst>
                                      </p:cBhvr>
                                      <p:to>
                                        <p:strVal val="bold"/>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5" presetClass="emph" presetSubtype="0" nodeType="clickEffect">
                                  <p:stCondLst>
                                    <p:cond delay="0"/>
                                  </p:stCondLst>
                                  <p:iterate type="lt">
                                    <p:tmAbs val="25"/>
                                  </p:iterate>
                                  <p:childTnLst>
                                    <p:set>
                                      <p:cBhvr override="childStyle">
                                        <p:cTn id="66" dur="indefinite"/>
                                        <p:tgtEl>
                                          <p:spTgt spid="53">
                                            <p:txEl>
                                              <p:pRg st="9" end="9"/>
                                            </p:txEl>
                                          </p:spTgt>
                                        </p:tgtEl>
                                        <p:attrNameLst>
                                          <p:attrName>style.fontWeight</p:attrName>
                                        </p:attrNameLst>
                                      </p:cBhvr>
                                      <p:to>
                                        <p:strVal val="bold"/>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72"/>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8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5" presetClass="emph" presetSubtype="0" nodeType="clickEffect">
                                  <p:stCondLst>
                                    <p:cond delay="0"/>
                                  </p:stCondLst>
                                  <p:iterate type="lt">
                                    <p:tmAbs val="25"/>
                                  </p:iterate>
                                  <p:childTnLst>
                                    <p:set>
                                      <p:cBhvr override="childStyle">
                                        <p:cTn id="86" dur="indefinite"/>
                                        <p:tgtEl>
                                          <p:spTgt spid="53">
                                            <p:txEl>
                                              <p:pRg st="1" end="1"/>
                                            </p:txEl>
                                          </p:spTgt>
                                        </p:tgtEl>
                                        <p:attrNameLst>
                                          <p:attrName>style.fontWeight</p:attrName>
                                        </p:attrNameLst>
                                      </p:cBhvr>
                                      <p:to>
                                        <p:strVal val="bold"/>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2"/>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91"/>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83"/>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2"/>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4"/>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3"/>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5"/>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4"/>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5" presetClass="emph" presetSubtype="0" nodeType="clickEffect">
                                  <p:stCondLst>
                                    <p:cond delay="0"/>
                                  </p:stCondLst>
                                  <p:iterate type="lt">
                                    <p:tmAbs val="25"/>
                                  </p:iterate>
                                  <p:childTnLst>
                                    <p:set>
                                      <p:cBhvr override="childStyle">
                                        <p:cTn id="122" dur="indefinite"/>
                                        <p:tgtEl>
                                          <p:spTgt spid="53">
                                            <p:txEl>
                                              <p:pRg st="2" end="2"/>
                                            </p:txEl>
                                          </p:spTgt>
                                        </p:tgtEl>
                                        <p:attrNameLst>
                                          <p:attrName>style.fontWeight</p:attrName>
                                        </p:attrNameLst>
                                      </p:cBhvr>
                                      <p:to>
                                        <p:strVal val="bold"/>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5" presetClass="emph" presetSubtype="0" nodeType="clickEffect">
                                  <p:stCondLst>
                                    <p:cond delay="0"/>
                                  </p:stCondLst>
                                  <p:iterate type="lt">
                                    <p:tmAbs val="25"/>
                                  </p:iterate>
                                  <p:childTnLst>
                                    <p:set>
                                      <p:cBhvr override="childStyle">
                                        <p:cTn id="126" dur="indefinite"/>
                                        <p:tgtEl>
                                          <p:spTgt spid="53">
                                            <p:txEl>
                                              <p:pRg st="3" end="3"/>
                                            </p:txEl>
                                          </p:spTgt>
                                        </p:tgtEl>
                                        <p:attrNameLst>
                                          <p:attrName>style.fontWeight</p:attrName>
                                        </p:attrNameLst>
                                      </p:cBhvr>
                                      <p:to>
                                        <p:strVal val="bold"/>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95"/>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5" presetClass="emph" presetSubtype="0" nodeType="clickEffect">
                                  <p:stCondLst>
                                    <p:cond delay="0"/>
                                  </p:stCondLst>
                                  <p:iterate type="lt">
                                    <p:tmAbs val="25"/>
                                  </p:iterate>
                                  <p:childTnLst>
                                    <p:set>
                                      <p:cBhvr override="childStyle">
                                        <p:cTn id="134" dur="indefinite"/>
                                        <p:tgtEl>
                                          <p:spTgt spid="53">
                                            <p:txEl>
                                              <p:pRg st="4" end="4"/>
                                            </p:txEl>
                                          </p:spTgt>
                                        </p:tgtEl>
                                        <p:attrNameLst>
                                          <p:attrName>style.fontWeight</p:attrName>
                                        </p:attrNameLst>
                                      </p:cBhvr>
                                      <p:to>
                                        <p:strVal val="bold"/>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96"/>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5" presetClass="emph" presetSubtype="0" nodeType="clickEffect">
                                  <p:stCondLst>
                                    <p:cond delay="0"/>
                                  </p:stCondLst>
                                  <p:iterate type="lt">
                                    <p:tmAbs val="25"/>
                                  </p:iterate>
                                  <p:childTnLst>
                                    <p:set>
                                      <p:cBhvr override="childStyle">
                                        <p:cTn id="142" dur="indefinite"/>
                                        <p:tgtEl>
                                          <p:spTgt spid="53">
                                            <p:txEl>
                                              <p:pRg st="5" end="5"/>
                                            </p:txEl>
                                          </p:spTgt>
                                        </p:tgtEl>
                                        <p:attrNameLst>
                                          <p:attrName>style.fontWeight</p:attrName>
                                        </p:attrNameLst>
                                      </p:cBhvr>
                                      <p:to>
                                        <p:strVal val="bold"/>
                                      </p:to>
                                    </p:se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97"/>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98"/>
                                        </p:tgtEl>
                                        <p:attrNameLst>
                                          <p:attrName>style.visibility</p:attrName>
                                        </p:attrNameLst>
                                      </p:cBhvr>
                                      <p:to>
                                        <p:strVal val="visibl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99"/>
                                        </p:tgtEl>
                                        <p:attrNameLst>
                                          <p:attrName>style.visibility</p:attrName>
                                        </p:attrNameLst>
                                      </p:cBhvr>
                                      <p:to>
                                        <p:strVal val="visible"/>
                                      </p:to>
                                    </p:se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00"/>
                                        </p:tgtEl>
                                        <p:attrNameLst>
                                          <p:attrName>style.visibility</p:attrName>
                                        </p:attrNameLst>
                                      </p:cBhvr>
                                      <p:to>
                                        <p:strVal val="visible"/>
                                      </p:to>
                                    </p:se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5" presetClass="emph" presetSubtype="0" nodeType="clickEffect">
                                  <p:stCondLst>
                                    <p:cond delay="0"/>
                                  </p:stCondLst>
                                  <p:iterate type="lt">
                                    <p:tmAbs val="25"/>
                                  </p:iterate>
                                  <p:childTnLst>
                                    <p:set>
                                      <p:cBhvr override="childStyle">
                                        <p:cTn id="162" dur="indefinite"/>
                                        <p:tgtEl>
                                          <p:spTgt spid="53">
                                            <p:txEl>
                                              <p:pRg st="10" end="10"/>
                                            </p:txEl>
                                          </p:spTgt>
                                        </p:tgtEl>
                                        <p:attrNameLst>
                                          <p:attrName>style.fontWeight</p:attrName>
                                        </p:attrNameLst>
                                      </p:cBhvr>
                                      <p:to>
                                        <p:strVal val="bold"/>
                                      </p:to>
                                    </p:se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6"/>
                                        </p:tgtEl>
                                        <p:attrNameLst>
                                          <p:attrName>style.visibility</p:attrName>
                                        </p:attrNameLst>
                                      </p:cBhvr>
                                      <p:to>
                                        <p:strVal val="visible"/>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15" presetClass="emph" presetSubtype="0" nodeType="clickEffect">
                                  <p:stCondLst>
                                    <p:cond delay="0"/>
                                  </p:stCondLst>
                                  <p:iterate type="lt">
                                    <p:tmAbs val="25"/>
                                  </p:iterate>
                                  <p:childTnLst>
                                    <p:set>
                                      <p:cBhvr override="childStyle">
                                        <p:cTn id="170" dur="indefinite"/>
                                        <p:tgtEl>
                                          <p:spTgt spid="53">
                                            <p:txEl>
                                              <p:pRg st="11" end="11"/>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1" grpId="0" animBg="1"/>
      <p:bldP spid="82" grpId="0"/>
      <p:bldP spid="84" grpId="0"/>
      <p:bldP spid="85" grpId="0"/>
      <p:bldP spid="86" grpId="0"/>
      <p:bldP spid="87" grpId="0" animBg="1"/>
      <p:bldP spid="88" grpId="0" animBg="1"/>
      <p:bldP spid="89" grpId="0" animBg="1"/>
      <p:bldP spid="90" grpId="0" animBg="1"/>
      <p:bldP spid="91" grpId="0"/>
      <p:bldP spid="92" grpId="0"/>
      <p:bldP spid="93" grpId="0"/>
      <p:bldP spid="94" grpId="0"/>
      <p:bldP spid="95" grpId="0" animBg="1"/>
      <p:bldP spid="96" grpId="0" animBg="1"/>
      <p:bldP spid="97" grpId="0" animBg="1"/>
      <p:bldP spid="98" grpId="0" animBg="1"/>
      <p:bldP spid="99" grpId="0" animBg="1"/>
      <p:bldP spid="100"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按名传递</a:t>
            </a:r>
            <a:endParaRPr lang="zh-CN" altLang="en-US" dirty="0">
              <a:latin typeface="宋体" panose="02010600030101010101" pitchFamily="2" charset="-122"/>
            </a:endParaRPr>
          </a:p>
        </p:txBody>
      </p:sp>
      <p:sp>
        <p:nvSpPr>
          <p:cNvPr id="59395"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chemeClr val="tx1">
                    <a:lumMod val="75000"/>
                    <a:lumOff val="25000"/>
                  </a:schemeClr>
                </a:solidFill>
                <a:latin typeface="宋体" panose="02010600030101010101" pitchFamily="2" charset="-122"/>
              </a:rPr>
              <a:t>过程调用的作用</a:t>
            </a:r>
            <a:endParaRPr lang="en-US" altLang="zh-CN" sz="3086" noProof="1">
              <a:solidFill>
                <a:schemeClr val="tx1">
                  <a:lumMod val="75000"/>
                  <a:lumOff val="25000"/>
                </a:schemeClr>
              </a:solidFill>
              <a:latin typeface="宋体" panose="02010600030101010101" pitchFamily="2" charset="-122"/>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latin typeface="宋体" panose="02010600030101010101" pitchFamily="2" charset="-122"/>
              </a:rPr>
              <a:t>相当于把被调用过程的过程体抄到调用出现的地方，但把其中出现的形式参数都替换成相应的实参</a:t>
            </a:r>
            <a:endParaRPr lang="zh-CN" altLang="en-US" sz="2646" dirty="0">
              <a:solidFill>
                <a:schemeClr val="tx1">
                  <a:lumMod val="75000"/>
                  <a:lumOff val="25000"/>
                </a:schemeClr>
              </a:solidFill>
            </a:endParaRPr>
          </a:p>
          <a:p>
            <a:pPr marL="377979" indent="-377979" defTabSz="503972" eaLnBrk="1" fontAlgn="auto" hangingPunct="1">
              <a:lnSpc>
                <a:spcPct val="90000"/>
              </a:lnSpc>
              <a:spcBef>
                <a:spcPts val="1102"/>
              </a:spcBef>
              <a:spcAft>
                <a:spcPts val="0"/>
              </a:spcAft>
              <a:buFont typeface="Wingdings 3" charset="2"/>
              <a:buChar char=""/>
              <a:defRPr/>
            </a:pPr>
            <a:r>
              <a:rPr lang="zh-CN" altLang="en-US" sz="3086" dirty="0">
                <a:solidFill>
                  <a:schemeClr val="tx1">
                    <a:lumMod val="75000"/>
                    <a:lumOff val="25000"/>
                  </a:schemeClr>
                </a:solidFill>
              </a:rPr>
              <a:t>方法</a:t>
            </a: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在进入被调用过程的之前不对实在参数预先进行计值，而是让过程体中每当使用到相应的形式参数时才逐次对它实行计值（或计算地址）</a:t>
            </a: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通常把实在参数处理成一个子程序（称为参数子程序），每当过程体中使用到相应的形式参数时就调用这个子程序</a:t>
            </a:r>
          </a:p>
        </p:txBody>
      </p:sp>
      <p:sp>
        <p:nvSpPr>
          <p:cNvPr id="3" name="灯片编号占位符 2">
            <a:extLst>
              <a:ext uri="{FF2B5EF4-FFF2-40B4-BE49-F238E27FC236}">
                <a16:creationId xmlns:a16="http://schemas.microsoft.com/office/drawing/2014/main" id="{FD3A2999-403D-EC10-0B44-8657B61FA208}"/>
              </a:ext>
            </a:extLst>
          </p:cNvPr>
          <p:cNvSpPr>
            <a:spLocks noGrp="1"/>
          </p:cNvSpPr>
          <p:nvPr>
            <p:ph type="sldNum" sz="quarter" idx="12"/>
          </p:nvPr>
        </p:nvSpPr>
        <p:spPr/>
        <p:txBody>
          <a:bodyPr/>
          <a:lstStyle/>
          <a:p>
            <a:pPr>
              <a:defRPr/>
            </a:pPr>
            <a:fld id="{81F535CF-9FA2-417D-855C-A8D9EC245586}" type="slidenum">
              <a:rPr lang="en-US" smtClean="0"/>
              <a:pPr>
                <a:defRPr/>
              </a:pPr>
              <a:t>14</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wipe(left)">
                                      <p:cBhvr>
                                        <p:cTn id="7" dur="500"/>
                                        <p:tgtEl>
                                          <p:spTgt spid="5939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9395">
                                            <p:txEl>
                                              <p:pRg st="1" end="1"/>
                                            </p:txEl>
                                          </p:spTgt>
                                        </p:tgtEl>
                                        <p:attrNameLst>
                                          <p:attrName>style.visibility</p:attrName>
                                        </p:attrNameLst>
                                      </p:cBhvr>
                                      <p:to>
                                        <p:strVal val="visible"/>
                                      </p:to>
                                    </p:set>
                                    <p:animEffect transition="in" filter="wipe(left)">
                                      <p:cBhvr>
                                        <p:cTn id="10" dur="500"/>
                                        <p:tgtEl>
                                          <p:spTgt spid="5939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9395">
                                            <p:txEl>
                                              <p:pRg st="2" end="2"/>
                                            </p:txEl>
                                          </p:spTgt>
                                        </p:tgtEl>
                                        <p:attrNameLst>
                                          <p:attrName>style.visibility</p:attrName>
                                        </p:attrNameLst>
                                      </p:cBhvr>
                                      <p:to>
                                        <p:strVal val="visible"/>
                                      </p:to>
                                    </p:set>
                                    <p:animEffect transition="in" filter="wipe(left)">
                                      <p:cBhvr>
                                        <p:cTn id="15" dur="500"/>
                                        <p:tgtEl>
                                          <p:spTgt spid="5939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9395">
                                            <p:txEl>
                                              <p:pRg st="3" end="3"/>
                                            </p:txEl>
                                          </p:spTgt>
                                        </p:tgtEl>
                                        <p:attrNameLst>
                                          <p:attrName>style.visibility</p:attrName>
                                        </p:attrNameLst>
                                      </p:cBhvr>
                                      <p:to>
                                        <p:strVal val="visible"/>
                                      </p:to>
                                    </p:set>
                                    <p:animEffect transition="in" filter="wipe(left)">
                                      <p:cBhvr>
                                        <p:cTn id="20" dur="500"/>
                                        <p:tgtEl>
                                          <p:spTgt spid="5939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9395">
                                            <p:txEl>
                                              <p:pRg st="4" end="4"/>
                                            </p:txEl>
                                          </p:spTgt>
                                        </p:tgtEl>
                                        <p:attrNameLst>
                                          <p:attrName>style.visibility</p:attrName>
                                        </p:attrNameLst>
                                      </p:cBhvr>
                                      <p:to>
                                        <p:strVal val="visible"/>
                                      </p:to>
                                    </p:set>
                                    <p:animEffect transition="in" filter="wipe(left)">
                                      <p:cBhvr>
                                        <p:cTn id="25" dur="500"/>
                                        <p:tgtEl>
                                          <p:spTgt spid="59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9" name="Rectangle 2"/>
          <p:cNvSpPr>
            <a:spLocks noGrp="1" noChangeArrowheads="1"/>
          </p:cNvSpPr>
          <p:nvPr>
            <p:ph idx="1"/>
          </p:nvPr>
        </p:nvSpPr>
        <p:spPr>
          <a:ln>
            <a:noFill/>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rtlCol="0">
            <a:normAutofit fontScale="92500" lnSpcReduction="10000"/>
          </a:bodyPr>
          <a:lstStyle/>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PROGRAM EX</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var A:integer;</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PROCEDURE P(</a:t>
            </a:r>
            <a:r>
              <a:rPr lang="en-US" altLang="zh-CN" sz="3086" noProof="1">
                <a:solidFill>
                  <a:srgbClr val="339933"/>
                </a:solidFill>
                <a:latin typeface="+mn-lt"/>
              </a:rPr>
              <a:t>B</a:t>
            </a:r>
            <a:r>
              <a:rPr lang="en-US" altLang="zh-CN" sz="3086" noProof="1">
                <a:latin typeface="+mn-lt"/>
              </a:rPr>
              <a:t>:integer)</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a:t>
            </a:r>
            <a:endParaRPr lang="en-US" altLang="zh-CN" sz="3086" dirty="0">
              <a:latin typeface="+mn-lt"/>
            </a:endParaRPr>
          </a:p>
          <a:p>
            <a:pPr marL="377979" indent="-377979" defTabSz="503972" eaLnBrk="1" fontAlgn="auto" hangingPunct="1">
              <a:spcBef>
                <a:spcPct val="0"/>
              </a:spcBef>
              <a:spcAft>
                <a:spcPts val="0"/>
              </a:spcAft>
              <a:buFont typeface="Wingdings" panose="05000000000000000000" pitchFamily="2" charset="2"/>
              <a:buNone/>
              <a:defRPr/>
            </a:pPr>
            <a:r>
              <a:rPr lang="en-US" altLang="zh-CN" sz="3086" dirty="0">
                <a:latin typeface="+mn-lt"/>
              </a:rPr>
              <a:t>			</a:t>
            </a:r>
            <a:r>
              <a:rPr lang="en-US" altLang="zh-CN" sz="3086" dirty="0" err="1">
                <a:latin typeface="+mn-lt"/>
              </a:rPr>
              <a:t>var</a:t>
            </a:r>
            <a:r>
              <a:rPr lang="en-US" altLang="zh-CN" sz="3086" dirty="0">
                <a:latin typeface="+mn-lt"/>
              </a:rPr>
              <a:t> </a:t>
            </a:r>
            <a:r>
              <a:rPr lang="en-US" altLang="zh-CN" sz="3086" dirty="0">
                <a:solidFill>
                  <a:srgbClr val="0000FF"/>
                </a:solidFill>
                <a:latin typeface="+mn-lt"/>
              </a:rPr>
              <a:t>A</a:t>
            </a:r>
            <a:r>
              <a:rPr lang="en-US" altLang="zh-CN" sz="3086" dirty="0">
                <a:latin typeface="+mn-lt"/>
              </a:rPr>
              <a:t>:integer;</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BEGIN</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a:t>
            </a:r>
            <a:r>
              <a:rPr lang="en-US" altLang="zh-CN" sz="3086" noProof="1">
                <a:solidFill>
                  <a:srgbClr val="0000FF"/>
                </a:solidFill>
                <a:latin typeface="+mn-lt"/>
              </a:rPr>
              <a:t>A</a:t>
            </a:r>
            <a:r>
              <a:rPr lang="en-US" altLang="zh-CN" sz="3086" noProof="1">
                <a:latin typeface="+mn-lt"/>
              </a:rPr>
              <a:t>:=0;</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a:t>
            </a:r>
            <a:r>
              <a:rPr lang="en-US" altLang="zh-CN" sz="3086" noProof="1">
                <a:solidFill>
                  <a:srgbClr val="339933"/>
                </a:solidFill>
                <a:latin typeface="+mn-lt"/>
              </a:rPr>
              <a:t>B</a:t>
            </a:r>
            <a:r>
              <a:rPr lang="en-US" altLang="zh-CN" sz="3086" noProof="1">
                <a:latin typeface="+mn-lt"/>
              </a:rPr>
              <a:t>:=</a:t>
            </a:r>
            <a:r>
              <a:rPr lang="en-US" altLang="zh-CN" sz="3086" noProof="1">
                <a:solidFill>
                  <a:srgbClr val="339933"/>
                </a:solidFill>
                <a:latin typeface="+mn-lt"/>
              </a:rPr>
              <a:t>B</a:t>
            </a:r>
            <a:r>
              <a:rPr lang="en-US" altLang="zh-CN" sz="3086" noProof="1">
                <a:latin typeface="+mn-lt"/>
              </a:rPr>
              <a:t>+1;</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a:t>
            </a:r>
            <a:r>
              <a:rPr lang="en-US" altLang="zh-CN" sz="3086" noProof="1">
                <a:solidFill>
                  <a:srgbClr val="0000FF"/>
                </a:solidFill>
                <a:latin typeface="+mn-lt"/>
              </a:rPr>
              <a:t>A</a:t>
            </a:r>
            <a:r>
              <a:rPr lang="en-US" altLang="zh-CN" sz="3086" noProof="1">
                <a:latin typeface="+mn-lt"/>
              </a:rPr>
              <a:t>:=</a:t>
            </a:r>
            <a:r>
              <a:rPr lang="en-US" altLang="zh-CN" sz="3086" noProof="1">
                <a:solidFill>
                  <a:srgbClr val="0000FF"/>
                </a:solidFill>
                <a:latin typeface="+mn-lt"/>
              </a:rPr>
              <a:t>A</a:t>
            </a:r>
            <a:r>
              <a:rPr lang="en-US" altLang="zh-CN" sz="3086" noProof="1">
                <a:latin typeface="+mn-lt"/>
              </a:rPr>
              <a:t>+</a:t>
            </a:r>
            <a:r>
              <a:rPr lang="en-US" altLang="zh-CN" sz="3086" noProof="1">
                <a:solidFill>
                  <a:srgbClr val="339933"/>
                </a:solidFill>
                <a:latin typeface="+mn-lt"/>
              </a:rPr>
              <a:t>B</a:t>
            </a:r>
            <a:r>
              <a:rPr lang="en-US" altLang="zh-CN" sz="3086" noProof="1">
                <a:latin typeface="+mn-lt"/>
              </a:rPr>
              <a:t>;</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latin typeface="+mn-lt"/>
              </a:rPr>
              <a:t>	END;</a:t>
            </a:r>
          </a:p>
        </p:txBody>
      </p:sp>
      <p:grpSp>
        <p:nvGrpSpPr>
          <p:cNvPr id="18" name="Group 14"/>
          <p:cNvGrpSpPr>
            <a:grpSpLocks/>
          </p:cNvGrpSpPr>
          <p:nvPr/>
        </p:nvGrpSpPr>
        <p:grpSpPr bwMode="auto">
          <a:xfrm>
            <a:off x="6824663" y="1990725"/>
            <a:ext cx="2917825" cy="3697288"/>
            <a:chOff x="3456" y="1872"/>
            <a:chExt cx="2016" cy="2112"/>
          </a:xfrm>
        </p:grpSpPr>
        <p:sp>
          <p:nvSpPr>
            <p:cNvPr id="19" name="Rectangle 15"/>
            <p:cNvSpPr>
              <a:spLocks noChangeArrowheads="1"/>
            </p:cNvSpPr>
            <p:nvPr/>
          </p:nvSpPr>
          <p:spPr bwMode="auto">
            <a:xfrm>
              <a:off x="3456" y="1872"/>
              <a:ext cx="2016" cy="2112"/>
            </a:xfrm>
            <a:prstGeom prst="rect">
              <a:avLst/>
            </a:prstGeom>
            <a:solidFill>
              <a:srgbClr val="FFFF99"/>
            </a:solidFill>
            <a:ln w="25400">
              <a:solidFill>
                <a:srgbClr val="FF9900"/>
              </a:solidFill>
              <a:miter lim="800000"/>
              <a:headEnd/>
              <a:tailEnd/>
            </a:ln>
          </p:spPr>
          <p:txBody>
            <a:bodyPr lIns="101496" tIns="50748" rIns="101496" bIns="5074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BEGIN</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 :=2;</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:=0;</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a:solidFill>
                    <a:srgbClr val="339933"/>
                  </a:solidFill>
                  <a:ea typeface="宋体" panose="02010600030101010101" pitchFamily="2" charset="-122"/>
                  <a:cs typeface="+mn-cs"/>
                </a:rPr>
                <a:t>B</a:t>
              </a:r>
              <a:r>
                <a:rPr lang="en-US" altLang="zh-CN" sz="3086" b="1">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a:solidFill>
                    <a:srgbClr val="339933"/>
                  </a:solidFill>
                  <a:ea typeface="宋体" panose="02010600030101010101" pitchFamily="2" charset="-122"/>
                  <a:cs typeface="+mn-cs"/>
                </a:rPr>
                <a:t>B</a:t>
              </a:r>
              <a:r>
                <a:rPr lang="en-US" altLang="zh-CN" sz="3086" b="1" noProof="1">
                  <a:solidFill>
                    <a:srgbClr val="CC6600"/>
                  </a:solidFill>
                  <a:ea typeface="宋体" panose="02010600030101010101" pitchFamily="2" charset="-122"/>
                  <a:cs typeface="+mn-cs"/>
                </a:rPr>
                <a:t> </a:t>
              </a:r>
              <a:r>
                <a:rPr lang="en-US" altLang="zh-CN" sz="3086" b="1" noProof="1">
                  <a:solidFill>
                    <a:prstClr val="black"/>
                  </a:solidFill>
                  <a:latin typeface="Times New Roman" panose="02020603050405020304" pitchFamily="18" charset="0"/>
                  <a:ea typeface="宋体" panose="02010600030101010101" pitchFamily="2" charset="-122"/>
                  <a:cs typeface="+mn-cs"/>
                </a:rPr>
                <a:t>+1;</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a:solidFill>
                    <a:srgbClr val="339933"/>
                  </a:solidFill>
                  <a:ea typeface="宋体" panose="02010600030101010101" pitchFamily="2" charset="-122"/>
                  <a:cs typeface="+mn-cs"/>
                </a:rPr>
                <a:t>B</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write(</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END</a:t>
              </a:r>
            </a:p>
          </p:txBody>
        </p:sp>
        <p:sp>
          <p:nvSpPr>
            <p:cNvPr id="20" name="Rectangle 16"/>
            <p:cNvSpPr>
              <a:spLocks noChangeArrowheads="1"/>
            </p:cNvSpPr>
            <p:nvPr/>
          </p:nvSpPr>
          <p:spPr bwMode="auto">
            <a:xfrm>
              <a:off x="3560" y="2478"/>
              <a:ext cx="1769" cy="794"/>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3086">
                <a:solidFill>
                  <a:prstClr val="black"/>
                </a:solidFill>
                <a:ea typeface="宋体" panose="02010600030101010101" pitchFamily="2" charset="-122"/>
                <a:cs typeface="+mn-cs"/>
              </a:endParaRPr>
            </a:p>
          </p:txBody>
        </p:sp>
      </p:grpSp>
      <p:sp>
        <p:nvSpPr>
          <p:cNvPr id="5" name="标题 4"/>
          <p:cNvSpPr>
            <a:spLocks noGrp="1"/>
          </p:cNvSpPr>
          <p:nvPr>
            <p:ph type="title"/>
          </p:nvPr>
        </p:nvSpPr>
        <p:spPr/>
        <p:txBody>
          <a:bodyPr rtlCol="0">
            <a:normAutofit/>
          </a:bodyPr>
          <a:lstStyle/>
          <a:p>
            <a:pPr defTabSz="503972" eaLnBrk="1" fontAlgn="auto" hangingPunct="1">
              <a:spcAft>
                <a:spcPts val="0"/>
              </a:spcAft>
              <a:defRPr/>
            </a:pPr>
            <a:r>
              <a:rPr lang="zh-CN" altLang="en-US" noProof="1">
                <a:latin typeface="宋体" panose="02010600030101010101" pitchFamily="2" charset="-122"/>
              </a:rPr>
              <a:t>参数传递方式</a:t>
            </a:r>
            <a:r>
              <a:rPr lang="zh-CN" altLang="zh-CN" noProof="1"/>
              <a:t>——</a:t>
            </a:r>
            <a:r>
              <a:rPr lang="zh-CN" altLang="en-US" noProof="1">
                <a:latin typeface="宋体" panose="02010600030101010101" pitchFamily="2" charset="-122"/>
              </a:rPr>
              <a:t>按名传递</a:t>
            </a:r>
            <a:endParaRPr lang="zh-CN" altLang="en-US" dirty="0"/>
          </a:p>
        </p:txBody>
      </p:sp>
      <p:grpSp>
        <p:nvGrpSpPr>
          <p:cNvPr id="21" name="Group 11"/>
          <p:cNvGrpSpPr>
            <a:grpSpLocks/>
          </p:cNvGrpSpPr>
          <p:nvPr/>
        </p:nvGrpSpPr>
        <p:grpSpPr bwMode="auto">
          <a:xfrm>
            <a:off x="6824663" y="1990725"/>
            <a:ext cx="2917825" cy="3697288"/>
            <a:chOff x="3456" y="1872"/>
            <a:chExt cx="2016" cy="2112"/>
          </a:xfrm>
        </p:grpSpPr>
        <p:sp>
          <p:nvSpPr>
            <p:cNvPr id="22" name="Rectangle 12"/>
            <p:cNvSpPr>
              <a:spLocks noChangeArrowheads="1"/>
            </p:cNvSpPr>
            <p:nvPr/>
          </p:nvSpPr>
          <p:spPr bwMode="auto">
            <a:xfrm>
              <a:off x="3456" y="1872"/>
              <a:ext cx="2016" cy="2112"/>
            </a:xfrm>
            <a:prstGeom prst="rect">
              <a:avLst/>
            </a:prstGeom>
            <a:solidFill>
              <a:srgbClr val="FFFF99"/>
            </a:solidFill>
            <a:ln w="25400">
              <a:solidFill>
                <a:srgbClr val="FF9900"/>
              </a:solidFill>
              <a:miter lim="800000"/>
              <a:headEnd/>
              <a:tailEnd/>
            </a:ln>
          </p:spPr>
          <p:txBody>
            <a:bodyPr lIns="101496" tIns="50748" rIns="101496" bIns="5074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BEGIN</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 :=2;</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:=0;</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srgbClr val="CC6600"/>
                  </a:solidFill>
                  <a:ea typeface="宋体" panose="02010600030101010101" pitchFamily="2" charset="-122"/>
                  <a:cs typeface="+mn-cs"/>
                </a:rPr>
                <a:t> </a:t>
              </a:r>
              <a:r>
                <a:rPr lang="en-US" altLang="zh-CN" sz="3086" b="1" noProof="1">
                  <a:solidFill>
                    <a:prstClr val="black"/>
                  </a:solidFill>
                  <a:latin typeface="Times New Roman" panose="02020603050405020304" pitchFamily="18" charset="0"/>
                  <a:ea typeface="宋体" panose="02010600030101010101" pitchFamily="2" charset="-122"/>
                  <a:cs typeface="+mn-cs"/>
                </a:rPr>
                <a:t>+1;</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srgbClr val="0000FF"/>
                  </a:solidFill>
                  <a:latin typeface="Times New Roman" panose="02020603050405020304" pitchFamily="18" charset="0"/>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write(</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END</a:t>
              </a:r>
            </a:p>
          </p:txBody>
        </p:sp>
        <p:sp>
          <p:nvSpPr>
            <p:cNvPr id="23" name="Rectangle 13"/>
            <p:cNvSpPr>
              <a:spLocks noChangeArrowheads="1"/>
            </p:cNvSpPr>
            <p:nvPr/>
          </p:nvSpPr>
          <p:spPr bwMode="auto">
            <a:xfrm>
              <a:off x="3560" y="2478"/>
              <a:ext cx="1769" cy="794"/>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3086">
                <a:solidFill>
                  <a:prstClr val="black"/>
                </a:solidFill>
                <a:ea typeface="宋体" panose="02010600030101010101" pitchFamily="2" charset="-122"/>
                <a:cs typeface="+mn-cs"/>
              </a:endParaRPr>
            </a:p>
          </p:txBody>
        </p:sp>
      </p:grpSp>
      <p:sp>
        <p:nvSpPr>
          <p:cNvPr id="24" name="Rectangle 4"/>
          <p:cNvSpPr>
            <a:spLocks noChangeArrowheads="1"/>
          </p:cNvSpPr>
          <p:nvPr/>
        </p:nvSpPr>
        <p:spPr bwMode="auto">
          <a:xfrm>
            <a:off x="3951288" y="4724400"/>
            <a:ext cx="2409825" cy="2520950"/>
          </a:xfrm>
          <a:prstGeom prst="rect">
            <a:avLst/>
          </a:prstGeom>
          <a:solidFill>
            <a:srgbClr val="CCFFFF"/>
          </a:solidFill>
          <a:ln w="25400">
            <a:solidFill>
              <a:srgbClr val="000080"/>
            </a:solidFill>
            <a:miter lim="800000"/>
            <a:headEnd/>
            <a:tailEnd/>
          </a:ln>
        </p:spPr>
        <p:txBody>
          <a:bodyPr lIns="101496" tIns="50748" rIns="101496" bIns="5074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BEGIN</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:=2;</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6600CC"/>
                </a:solidFill>
                <a:latin typeface="Times New Roman" panose="02020603050405020304" pitchFamily="18" charset="0"/>
                <a:ea typeface="宋体" panose="02010600030101010101" pitchFamily="2" charset="-122"/>
                <a:cs typeface="+mn-cs"/>
              </a:rPr>
              <a:t>P(</a:t>
            </a:r>
            <a:r>
              <a:rPr lang="en-US" altLang="zh-CN" sz="3086" b="1" noProof="1">
                <a:solidFill>
                  <a:srgbClr val="FF3300"/>
                </a:solidFill>
                <a:ea typeface="宋体" panose="02010600030101010101" pitchFamily="2" charset="-122"/>
                <a:cs typeface="+mn-cs"/>
              </a:rPr>
              <a:t>A</a:t>
            </a:r>
            <a:r>
              <a:rPr lang="en-US" altLang="zh-CN" sz="3086" b="1" noProof="1">
                <a:solidFill>
                  <a:srgbClr val="6600CC"/>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write(</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END</a:t>
            </a:r>
          </a:p>
        </p:txBody>
      </p:sp>
      <p:sp>
        <p:nvSpPr>
          <p:cNvPr id="25" name="Rectangle 7"/>
          <p:cNvSpPr>
            <a:spLocks noChangeArrowheads="1"/>
          </p:cNvSpPr>
          <p:nvPr/>
        </p:nvSpPr>
        <p:spPr bwMode="auto">
          <a:xfrm>
            <a:off x="4270375" y="5756275"/>
            <a:ext cx="1849438" cy="476250"/>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grpSp>
        <p:nvGrpSpPr>
          <p:cNvPr id="26" name="Group 10"/>
          <p:cNvGrpSpPr>
            <a:grpSpLocks/>
          </p:cNvGrpSpPr>
          <p:nvPr/>
        </p:nvGrpSpPr>
        <p:grpSpPr bwMode="auto">
          <a:xfrm>
            <a:off x="6824663" y="1990725"/>
            <a:ext cx="2917825" cy="3697288"/>
            <a:chOff x="3456" y="1872"/>
            <a:chExt cx="2016" cy="2112"/>
          </a:xfrm>
        </p:grpSpPr>
        <p:sp>
          <p:nvSpPr>
            <p:cNvPr id="27" name="Rectangle 3"/>
            <p:cNvSpPr>
              <a:spLocks noChangeArrowheads="1"/>
            </p:cNvSpPr>
            <p:nvPr/>
          </p:nvSpPr>
          <p:spPr bwMode="auto">
            <a:xfrm>
              <a:off x="3456" y="1872"/>
              <a:ext cx="2016" cy="2112"/>
            </a:xfrm>
            <a:prstGeom prst="rect">
              <a:avLst/>
            </a:prstGeom>
            <a:solidFill>
              <a:srgbClr val="FFFF99"/>
            </a:solidFill>
            <a:ln w="25400">
              <a:solidFill>
                <a:srgbClr val="FF9900"/>
              </a:solidFill>
              <a:miter lim="800000"/>
              <a:headEnd/>
              <a:tailEnd/>
            </a:ln>
          </p:spPr>
          <p:txBody>
            <a:bodyPr lIns="101496" tIns="50748" rIns="101496" bIns="5074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BEGIN</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dirty="0">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 :=2;</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TA</a:t>
              </a:r>
              <a:r>
                <a:rPr lang="en-US" altLang="zh-CN" sz="3086" b="1" noProof="1">
                  <a:solidFill>
                    <a:prstClr val="black"/>
                  </a:solidFill>
                  <a:latin typeface="Times New Roman" panose="02020603050405020304" pitchFamily="18" charset="0"/>
                  <a:ea typeface="宋体" panose="02010600030101010101" pitchFamily="2" charset="-122"/>
                  <a:cs typeface="+mn-cs"/>
                </a:rPr>
                <a:t>:=0;</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dirty="0">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srgbClr val="CC6600"/>
                  </a:solidFill>
                  <a:ea typeface="宋体" panose="02010600030101010101" pitchFamily="2" charset="-122"/>
                  <a:cs typeface="+mn-cs"/>
                </a:rPr>
                <a:t> </a:t>
              </a:r>
              <a:r>
                <a:rPr lang="en-US" altLang="zh-CN" sz="3086" b="1" noProof="1">
                  <a:solidFill>
                    <a:prstClr val="black"/>
                  </a:solidFill>
                  <a:latin typeface="Times New Roman" panose="02020603050405020304" pitchFamily="18" charset="0"/>
                  <a:ea typeface="宋体" panose="02010600030101010101" pitchFamily="2" charset="-122"/>
                  <a:cs typeface="+mn-cs"/>
                </a:rPr>
                <a:t>+1;</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srgbClr val="FF0066"/>
                  </a:solidFill>
                  <a:latin typeface="Times New Roman" panose="02020603050405020304" pitchFamily="18" charset="0"/>
                  <a:ea typeface="宋体" panose="02010600030101010101" pitchFamily="2" charset="-122"/>
                  <a:cs typeface="+mn-cs"/>
                </a:rPr>
                <a:t>    </a:t>
              </a:r>
              <a:r>
                <a:rPr lang="en-US" altLang="zh-CN" sz="3086" b="1" noProof="1">
                  <a:solidFill>
                    <a:srgbClr val="0000FF"/>
                  </a:solidFill>
                  <a:latin typeface="Times New Roman" panose="02020603050405020304" pitchFamily="18" charset="0"/>
                  <a:ea typeface="宋体" panose="02010600030101010101" pitchFamily="2" charset="-122"/>
                  <a:cs typeface="+mn-cs"/>
                </a:rPr>
                <a:t>TA</a:t>
              </a:r>
              <a:r>
                <a:rPr lang="en-US" altLang="zh-CN" sz="3086" b="1" noProof="1">
                  <a:solidFill>
                    <a:prstClr val="black"/>
                  </a:solidFill>
                  <a:latin typeface="Times New Roman" panose="02020603050405020304" pitchFamily="18" charset="0"/>
                  <a:ea typeface="宋体" panose="02010600030101010101" pitchFamily="2" charset="-122"/>
                  <a:cs typeface="+mn-cs"/>
                </a:rPr>
                <a:t>:=</a:t>
              </a:r>
              <a:r>
                <a:rPr lang="en-US" altLang="zh-CN" sz="3086" b="1" noProof="1">
                  <a:solidFill>
                    <a:srgbClr val="0000FF"/>
                  </a:solidFill>
                  <a:latin typeface="Times New Roman" panose="02020603050405020304" pitchFamily="18" charset="0"/>
                  <a:ea typeface="宋体" panose="02010600030101010101" pitchFamily="2" charset="-122"/>
                  <a:cs typeface="+mn-cs"/>
                </a:rPr>
                <a:t>TA</a:t>
              </a:r>
              <a:r>
                <a:rPr lang="en-US" altLang="zh-CN" sz="3086" b="1" noProof="1">
                  <a:solidFill>
                    <a:prstClr val="black"/>
                  </a:solidFill>
                  <a:latin typeface="Times New Roman" panose="02020603050405020304" pitchFamily="18" charset="0"/>
                  <a:ea typeface="宋体" panose="02010600030101010101" pitchFamily="2" charset="-122"/>
                  <a:cs typeface="+mn-cs"/>
                </a:rPr>
                <a:t>+ </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    write(</a:t>
              </a:r>
              <a:r>
                <a:rPr lang="en-US" altLang="zh-CN" sz="3086" b="1" noProof="1">
                  <a:solidFill>
                    <a:srgbClr val="FF3300"/>
                  </a:solidFill>
                  <a:ea typeface="宋体" panose="02010600030101010101" pitchFamily="2" charset="-122"/>
                  <a:cs typeface="+mn-cs"/>
                </a:rPr>
                <a:t>A</a:t>
              </a:r>
              <a:r>
                <a:rPr lang="en-US" altLang="zh-CN" sz="3086" b="1" noProof="1">
                  <a:solidFill>
                    <a:prstClr val="black"/>
                  </a:solidFill>
                  <a:latin typeface="Times New Roman" panose="02020603050405020304" pitchFamily="18" charset="0"/>
                  <a:ea typeface="宋体" panose="02010600030101010101" pitchFamily="2" charset="-122"/>
                  <a:cs typeface="+mn-cs"/>
                </a:rPr>
                <a:t>);</a:t>
              </a:r>
            </a:p>
            <a:p>
              <a:pPr defTabSz="503972" eaLnBrk="1" fontAlgn="auto" hangingPunct="1">
                <a:spcBef>
                  <a:spcPct val="0"/>
                </a:spcBef>
                <a:spcAft>
                  <a:spcPts val="0"/>
                </a:spcAft>
                <a:buClrTx/>
                <a:buSzTx/>
                <a:buFont typeface="Wingdings" panose="05000000000000000000" pitchFamily="2" charset="2"/>
                <a:buNone/>
                <a:defRPr/>
              </a:pPr>
              <a:r>
                <a:rPr lang="en-US" altLang="zh-CN" sz="3086" b="1" noProof="1">
                  <a:solidFill>
                    <a:prstClr val="black"/>
                  </a:solidFill>
                  <a:latin typeface="Times New Roman" panose="02020603050405020304" pitchFamily="18" charset="0"/>
                  <a:ea typeface="宋体" panose="02010600030101010101" pitchFamily="2" charset="-122"/>
                  <a:cs typeface="+mn-cs"/>
                </a:rPr>
                <a:t>END</a:t>
              </a:r>
            </a:p>
          </p:txBody>
        </p:sp>
        <p:sp>
          <p:nvSpPr>
            <p:cNvPr id="28" name="Rectangle 6"/>
            <p:cNvSpPr>
              <a:spLocks noChangeArrowheads="1"/>
            </p:cNvSpPr>
            <p:nvPr/>
          </p:nvSpPr>
          <p:spPr bwMode="auto">
            <a:xfrm>
              <a:off x="3560" y="2478"/>
              <a:ext cx="1769" cy="794"/>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3086">
                <a:solidFill>
                  <a:prstClr val="black"/>
                </a:solidFill>
                <a:ea typeface="宋体" panose="02010600030101010101" pitchFamily="2" charset="-122"/>
                <a:cs typeface="+mn-cs"/>
              </a:endParaRPr>
            </a:p>
          </p:txBody>
        </p:sp>
      </p:grpSp>
      <p:sp>
        <p:nvSpPr>
          <p:cNvPr id="29" name="右箭头 28"/>
          <p:cNvSpPr/>
          <p:nvPr/>
        </p:nvSpPr>
        <p:spPr>
          <a:xfrm rot="19299359">
            <a:off x="5719763" y="4818063"/>
            <a:ext cx="1728787" cy="519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buFont typeface="Times New Roman" panose="02020603050405020304" pitchFamily="18" charset="0"/>
              <a:buNone/>
              <a:defRPr/>
            </a:pPr>
            <a:endParaRPr lang="zh-CN" altLang="en-US" sz="1984">
              <a:solidFill>
                <a:prstClr val="white"/>
              </a:solidFill>
            </a:endParaRPr>
          </a:p>
        </p:txBody>
      </p:sp>
      <p:sp>
        <p:nvSpPr>
          <p:cNvPr id="3" name="灯片编号占位符 2">
            <a:extLst>
              <a:ext uri="{FF2B5EF4-FFF2-40B4-BE49-F238E27FC236}">
                <a16:creationId xmlns:a16="http://schemas.microsoft.com/office/drawing/2014/main" id="{620E636B-D943-AD86-7C1A-3907AF444887}"/>
              </a:ext>
            </a:extLst>
          </p:cNvPr>
          <p:cNvSpPr>
            <a:spLocks noGrp="1"/>
          </p:cNvSpPr>
          <p:nvPr>
            <p:ph type="sldNum" sz="quarter" idx="12"/>
          </p:nvPr>
        </p:nvSpPr>
        <p:spPr/>
        <p:txBody>
          <a:bodyPr/>
          <a:lstStyle/>
          <a:p>
            <a:pPr>
              <a:defRPr/>
            </a:pPr>
            <a:fld id="{81F535CF-9FA2-417D-855C-A8D9EC245586}" type="slidenum">
              <a:rPr lang="en-US" smtClean="0"/>
              <a:pPr>
                <a:defRPr/>
              </a:pPr>
              <a:t>15</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par>
                          <p:cTn id="17" fill="hold" nodeType="afterGroup">
                            <p:stCondLst>
                              <p:cond delay="0"/>
                            </p:stCondLst>
                            <p:childTnLst>
                              <p:par>
                                <p:cTn id="18" presetID="35" presetClass="emph" presetSubtype="0" repeatCount="4000" fill="hold" grpId="1" nodeType="afterEffect">
                                  <p:stCondLst>
                                    <p:cond delay="0"/>
                                  </p:stCondLst>
                                  <p:childTnLst>
                                    <p:anim calcmode="discrete" valueType="str">
                                      <p:cBhvr>
                                        <p:cTn id="19" dur="10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utoUpdateAnimBg="0"/>
      <p:bldP spid="25" grpId="0" animBg="1"/>
      <p:bldP spid="25" grpId="1"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rtlCol="0">
            <a:normAutofit/>
          </a:bodyPr>
          <a:lstStyle/>
          <a:p>
            <a:pPr defTabSz="503972" eaLnBrk="1" fontAlgn="auto" hangingPunct="1">
              <a:spcAft>
                <a:spcPts val="0"/>
              </a:spcAft>
              <a:defRPr/>
            </a:pPr>
            <a:r>
              <a:rPr lang="zh-CN" altLang="en-US" dirty="0"/>
              <a:t>测试：参数传递</a:t>
            </a:r>
            <a:r>
              <a:rPr lang="en-US" altLang="zh-CN" dirty="0"/>
              <a:t>——</a:t>
            </a:r>
            <a:r>
              <a:rPr lang="zh-CN" altLang="en-US" noProof="1">
                <a:latin typeface="宋体" panose="02010600030101010101" pitchFamily="2" charset="-122"/>
              </a:rPr>
              <a:t>按名传递</a:t>
            </a:r>
            <a:endParaRPr lang="zh-CN" altLang="en-US" dirty="0"/>
          </a:p>
        </p:txBody>
      </p:sp>
      <p:sp>
        <p:nvSpPr>
          <p:cNvPr id="22" name="Rectangle 2"/>
          <p:cNvSpPr>
            <a:spLocks noGrp="1" noChangeArrowheads="1"/>
          </p:cNvSpPr>
          <p:nvPr>
            <p:ph idx="1"/>
          </p:nvPr>
        </p:nvSpPr>
        <p:spPr>
          <a:xfrm>
            <a:off x="747713" y="2009775"/>
            <a:ext cx="8562975" cy="4649788"/>
          </a:xfrm>
        </p:spPr>
        <p:txBody>
          <a:bodyPr rtlCol="0">
            <a:normAutofit fontScale="85000" lnSpcReduction="20000"/>
          </a:bodyPr>
          <a:lstStyle/>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zh-CN" altLang="en-US"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procedure  P(</a:t>
            </a:r>
            <a:r>
              <a:rPr lang="en-US" altLang="zh-CN" sz="3086" dirty="0" err="1">
                <a:solidFill>
                  <a:schemeClr val="tx1">
                    <a:lumMod val="75000"/>
                    <a:lumOff val="25000"/>
                  </a:schemeClr>
                </a:solidFill>
              </a:rPr>
              <a:t>w,x,y,z</a:t>
            </a:r>
            <a:r>
              <a:rPr lang="en-US" altLang="zh-CN"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   y := y*w;</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   z := </a:t>
            </a:r>
            <a:r>
              <a:rPr lang="en-US" altLang="zh-CN" sz="3086" dirty="0" err="1">
                <a:solidFill>
                  <a:schemeClr val="tx1">
                    <a:lumMod val="75000"/>
                    <a:lumOff val="25000"/>
                  </a:schemeClr>
                </a:solidFill>
              </a:rPr>
              <a:t>z+x</a:t>
            </a:r>
            <a:r>
              <a:rPr lang="en-US" altLang="zh-CN" sz="3086" dirty="0">
                <a:solidFill>
                  <a:schemeClr val="tx1">
                    <a:lumMod val="75000"/>
                    <a:lumOff val="25000"/>
                  </a:schemeClr>
                </a:solidFill>
              </a:rPr>
              <a:t>;</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dirty="0">
                <a:solidFill>
                  <a:schemeClr val="tx1">
                    <a:lumMod val="75000"/>
                    <a:lumOff val="25000"/>
                  </a:schemeClr>
                </a:solidFill>
              </a:rPr>
              <a:t>end</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begin</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a := 5;</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b := 3;</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P(a+b,a-b,a,a); </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write(a);</a:t>
            </a:r>
          </a:p>
          <a:p>
            <a:pPr marL="377979" indent="-377979" defTabSz="503972" eaLnBrk="1" fontAlgn="auto" hangingPunct="1">
              <a:lnSpc>
                <a:spcPct val="11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end</a:t>
            </a:r>
            <a:endParaRPr lang="en-US" altLang="zh-CN" sz="3086" dirty="0">
              <a:solidFill>
                <a:schemeClr val="tx1">
                  <a:lumMod val="75000"/>
                  <a:lumOff val="25000"/>
                </a:schemeClr>
              </a:solidFill>
            </a:endParaRPr>
          </a:p>
        </p:txBody>
      </p:sp>
      <p:sp>
        <p:nvSpPr>
          <p:cNvPr id="23" name="Rectangle 59"/>
          <p:cNvSpPr>
            <a:spLocks noChangeArrowheads="1"/>
          </p:cNvSpPr>
          <p:nvPr/>
        </p:nvSpPr>
        <p:spPr bwMode="auto">
          <a:xfrm>
            <a:off x="5480050" y="3779838"/>
            <a:ext cx="3527425" cy="3413125"/>
          </a:xfrm>
          <a:prstGeom prst="rect">
            <a:avLst/>
          </a:prstGeom>
          <a:solidFill>
            <a:srgbClr val="FFFF99"/>
          </a:solidFill>
          <a:ln w="25400">
            <a:solidFill>
              <a:srgbClr val="FF9900"/>
            </a:solidFill>
            <a:miter lim="800000"/>
            <a:headEnd/>
            <a:tailEnd/>
          </a:ln>
        </p:spPr>
        <p:txBody>
          <a:bodyPr lIns="101496" tIns="50748" rIns="101496" bIns="50748"/>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086" noProof="1">
                <a:solidFill>
                  <a:prstClr val="black"/>
                </a:solidFill>
                <a:ea typeface="宋体" panose="02010600030101010101" pitchFamily="2" charset="-122"/>
                <a:cs typeface="+mn-cs"/>
              </a:rPr>
              <a:t>BEGIN</a:t>
            </a:r>
          </a:p>
          <a:p>
            <a:pPr defTabSz="503972" eaLnBrk="1" fontAlgn="auto" hangingPunct="1">
              <a:spcBef>
                <a:spcPct val="0"/>
              </a:spcBef>
              <a:spcAft>
                <a:spcPts val="0"/>
              </a:spcAft>
              <a:buClrTx/>
              <a:buSzTx/>
              <a:buFont typeface="Wingdings" panose="05000000000000000000" pitchFamily="2" charset="2"/>
              <a:buNone/>
              <a:defRPr/>
            </a:pPr>
            <a:r>
              <a:rPr lang="en-US" altLang="zh-CN" sz="3086" noProof="1">
                <a:solidFill>
                  <a:prstClr val="black"/>
                </a:solidFill>
                <a:ea typeface="宋体" panose="02010600030101010101" pitchFamily="2" charset="-122"/>
                <a:cs typeface="+mn-cs"/>
              </a:rPr>
              <a:t> </a:t>
            </a:r>
            <a:r>
              <a:rPr lang="en-US" altLang="zh-CN" sz="3086">
                <a:solidFill>
                  <a:prstClr val="black"/>
                </a:solidFill>
                <a:ea typeface="宋体" panose="02010600030101010101" pitchFamily="2" charset="-122"/>
                <a:cs typeface="+mn-cs"/>
              </a:rPr>
              <a:t>   </a:t>
            </a:r>
            <a:r>
              <a:rPr lang="en-US" altLang="zh-CN" sz="3086" noProof="1">
                <a:solidFill>
                  <a:prstClr val="black"/>
                </a:solidFill>
                <a:ea typeface="宋体" panose="02010600030101010101" pitchFamily="2" charset="-122"/>
                <a:cs typeface="+mn-cs"/>
              </a:rPr>
              <a:t>a :=5;</a:t>
            </a:r>
          </a:p>
          <a:p>
            <a:pPr defTabSz="503972" eaLnBrk="1" fontAlgn="auto" hangingPunct="1">
              <a:spcBef>
                <a:spcPct val="0"/>
              </a:spcBef>
              <a:spcAft>
                <a:spcPts val="0"/>
              </a:spcAft>
              <a:buClrTx/>
              <a:buSzTx/>
              <a:buFont typeface="Wingdings" panose="05000000000000000000" pitchFamily="2" charset="2"/>
              <a:buNone/>
              <a:defRPr/>
            </a:pPr>
            <a:r>
              <a:rPr lang="en-US" altLang="zh-CN" sz="3086" noProof="1">
                <a:solidFill>
                  <a:prstClr val="black"/>
                </a:solidFill>
                <a:ea typeface="宋体" panose="02010600030101010101" pitchFamily="2" charset="-122"/>
                <a:cs typeface="+mn-cs"/>
              </a:rPr>
              <a:t>    b:=3;</a:t>
            </a:r>
          </a:p>
          <a:p>
            <a:pP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ea typeface="宋体" panose="02010600030101010101" pitchFamily="2" charset="-122"/>
                <a:cs typeface="+mn-cs"/>
              </a:rPr>
              <a:t>    a := a*(a+b);</a:t>
            </a:r>
          </a:p>
          <a:p>
            <a:pPr defTabSz="503972" eaLnBrk="1" fontAlgn="auto" hangingPunct="1">
              <a:spcBef>
                <a:spcPct val="0"/>
              </a:spcBef>
              <a:spcAft>
                <a:spcPts val="0"/>
              </a:spcAft>
              <a:buClrTx/>
              <a:buSzTx/>
              <a:buFont typeface="Wingdings" panose="05000000000000000000" pitchFamily="2" charset="2"/>
              <a:buNone/>
              <a:defRPr/>
            </a:pPr>
            <a:r>
              <a:rPr lang="en-US" altLang="zh-CN" sz="3086">
                <a:solidFill>
                  <a:prstClr val="black"/>
                </a:solidFill>
                <a:ea typeface="宋体" panose="02010600030101010101" pitchFamily="2" charset="-122"/>
                <a:cs typeface="+mn-cs"/>
              </a:rPr>
              <a:t>    a:= a+(a-b);</a:t>
            </a:r>
          </a:p>
          <a:p>
            <a:pPr defTabSz="503972" eaLnBrk="1" fontAlgn="auto" hangingPunct="1">
              <a:spcBef>
                <a:spcPct val="0"/>
              </a:spcBef>
              <a:spcAft>
                <a:spcPts val="0"/>
              </a:spcAft>
              <a:buClrTx/>
              <a:buSzTx/>
              <a:buFont typeface="Wingdings" panose="05000000000000000000" pitchFamily="2" charset="2"/>
              <a:buNone/>
              <a:defRPr/>
            </a:pPr>
            <a:r>
              <a:rPr lang="en-US" altLang="zh-CN" sz="3086" noProof="1">
                <a:solidFill>
                  <a:prstClr val="black"/>
                </a:solidFill>
                <a:ea typeface="宋体" panose="02010600030101010101" pitchFamily="2" charset="-122"/>
                <a:cs typeface="+mn-cs"/>
              </a:rPr>
              <a:t>    write(a);</a:t>
            </a:r>
          </a:p>
          <a:p>
            <a:pPr defTabSz="503972" eaLnBrk="1" fontAlgn="auto" hangingPunct="1">
              <a:spcBef>
                <a:spcPct val="0"/>
              </a:spcBef>
              <a:spcAft>
                <a:spcPts val="0"/>
              </a:spcAft>
              <a:buClrTx/>
              <a:buSzTx/>
              <a:buFont typeface="Wingdings" panose="05000000000000000000" pitchFamily="2" charset="2"/>
              <a:buNone/>
              <a:defRPr/>
            </a:pPr>
            <a:r>
              <a:rPr lang="en-US" altLang="zh-CN" sz="3086" noProof="1">
                <a:solidFill>
                  <a:prstClr val="black"/>
                </a:solidFill>
                <a:ea typeface="宋体" panose="02010600030101010101" pitchFamily="2" charset="-122"/>
                <a:cs typeface="+mn-cs"/>
              </a:rPr>
              <a:t>END</a:t>
            </a:r>
          </a:p>
        </p:txBody>
      </p:sp>
      <p:sp>
        <p:nvSpPr>
          <p:cNvPr id="24" name="Rectangle 60"/>
          <p:cNvSpPr>
            <a:spLocks noChangeArrowheads="1"/>
          </p:cNvSpPr>
          <p:nvPr/>
        </p:nvSpPr>
        <p:spPr bwMode="auto">
          <a:xfrm>
            <a:off x="5581650" y="5246688"/>
            <a:ext cx="3095625" cy="992187"/>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1984">
              <a:solidFill>
                <a:prstClr val="black"/>
              </a:solidFill>
              <a:ea typeface="宋体" panose="02010600030101010101" pitchFamily="2" charset="-122"/>
              <a:cs typeface="+mn-cs"/>
            </a:endParaRPr>
          </a:p>
        </p:txBody>
      </p:sp>
      <p:grpSp>
        <p:nvGrpSpPr>
          <p:cNvPr id="25" name="Group 62"/>
          <p:cNvGrpSpPr>
            <a:grpSpLocks/>
          </p:cNvGrpSpPr>
          <p:nvPr/>
        </p:nvGrpSpPr>
        <p:grpSpPr bwMode="auto">
          <a:xfrm>
            <a:off x="6243638" y="2349500"/>
            <a:ext cx="2700337" cy="554038"/>
            <a:chOff x="3016" y="1117"/>
            <a:chExt cx="1543" cy="317"/>
          </a:xfrm>
        </p:grpSpPr>
        <p:sp>
          <p:nvSpPr>
            <p:cNvPr id="26" name="Rectangle 63"/>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27" name="Text Box 64"/>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a</a:t>
              </a:r>
            </a:p>
          </p:txBody>
        </p:sp>
      </p:grpSp>
      <p:grpSp>
        <p:nvGrpSpPr>
          <p:cNvPr id="28" name="Group 65"/>
          <p:cNvGrpSpPr>
            <a:grpSpLocks/>
          </p:cNvGrpSpPr>
          <p:nvPr/>
        </p:nvGrpSpPr>
        <p:grpSpPr bwMode="auto">
          <a:xfrm>
            <a:off x="6243638" y="3005138"/>
            <a:ext cx="2700337" cy="555625"/>
            <a:chOff x="3016" y="1117"/>
            <a:chExt cx="1543" cy="317"/>
          </a:xfrm>
        </p:grpSpPr>
        <p:sp>
          <p:nvSpPr>
            <p:cNvPr id="29" name="Rectangle 66"/>
            <p:cNvSpPr>
              <a:spLocks noChangeArrowheads="1"/>
            </p:cNvSpPr>
            <p:nvPr/>
          </p:nvSpPr>
          <p:spPr bwMode="auto">
            <a:xfrm>
              <a:off x="3334" y="1117"/>
              <a:ext cx="1225" cy="317"/>
            </a:xfrm>
            <a:prstGeom prst="rect">
              <a:avLst/>
            </a:prstGeom>
            <a:solidFill>
              <a:srgbClr val="FFFF99"/>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2646" b="1">
                <a:solidFill>
                  <a:prstClr val="black"/>
                </a:solidFill>
                <a:ea typeface="宋体" panose="02010600030101010101" pitchFamily="2" charset="-122"/>
                <a:cs typeface="+mn-cs"/>
              </a:endParaRPr>
            </a:p>
          </p:txBody>
        </p:sp>
        <p:sp>
          <p:nvSpPr>
            <p:cNvPr id="30" name="Text Box 67"/>
            <p:cNvSpPr txBox="1">
              <a:spLocks noChangeArrowheads="1"/>
            </p:cNvSpPr>
            <p:nvPr/>
          </p:nvSpPr>
          <p:spPr bwMode="auto">
            <a:xfrm>
              <a:off x="3016" y="1117"/>
              <a:ext cx="29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GB" altLang="zh-CN" sz="2646" b="1">
                  <a:solidFill>
                    <a:prstClr val="black"/>
                  </a:solidFill>
                  <a:ea typeface="宋体" panose="02010600030101010101" pitchFamily="2" charset="-122"/>
                  <a:cs typeface="+mn-cs"/>
                </a:rPr>
                <a:t>b</a:t>
              </a:r>
            </a:p>
          </p:txBody>
        </p:sp>
      </p:grpSp>
      <p:sp>
        <p:nvSpPr>
          <p:cNvPr id="31" name="Text Box 74"/>
          <p:cNvSpPr txBox="1">
            <a:spLocks noChangeArrowheads="1"/>
          </p:cNvSpPr>
          <p:nvPr/>
        </p:nvSpPr>
        <p:spPr bwMode="auto">
          <a:xfrm>
            <a:off x="7672388" y="23701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5</a:t>
            </a:r>
            <a:endParaRPr lang="en-GB" altLang="zh-CN" sz="2646" b="1">
              <a:solidFill>
                <a:prstClr val="black"/>
              </a:solidFill>
              <a:ea typeface="宋体" panose="02010600030101010101" pitchFamily="2" charset="-122"/>
              <a:cs typeface="+mn-cs"/>
            </a:endParaRPr>
          </a:p>
        </p:txBody>
      </p:sp>
      <p:sp>
        <p:nvSpPr>
          <p:cNvPr id="32" name="Text Box 75"/>
          <p:cNvSpPr txBox="1">
            <a:spLocks noChangeArrowheads="1"/>
          </p:cNvSpPr>
          <p:nvPr/>
        </p:nvSpPr>
        <p:spPr bwMode="auto">
          <a:xfrm>
            <a:off x="7672388" y="30559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prstClr val="black"/>
                </a:solidFill>
                <a:ea typeface="宋体" panose="02010600030101010101" pitchFamily="2" charset="-122"/>
                <a:cs typeface="+mn-cs"/>
              </a:rPr>
              <a:t>3</a:t>
            </a:r>
            <a:endParaRPr lang="en-GB" altLang="zh-CN" sz="2646" b="1">
              <a:solidFill>
                <a:prstClr val="black"/>
              </a:solidFill>
              <a:ea typeface="宋体" panose="02010600030101010101" pitchFamily="2" charset="-122"/>
              <a:cs typeface="+mn-cs"/>
            </a:endParaRPr>
          </a:p>
        </p:txBody>
      </p:sp>
      <p:sp>
        <p:nvSpPr>
          <p:cNvPr id="33" name="Text Box 78"/>
          <p:cNvSpPr txBox="1">
            <a:spLocks noChangeArrowheads="1"/>
          </p:cNvSpPr>
          <p:nvPr/>
        </p:nvSpPr>
        <p:spPr bwMode="auto">
          <a:xfrm>
            <a:off x="7513638" y="2365375"/>
            <a:ext cx="633412" cy="498475"/>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40</a:t>
            </a:r>
            <a:endParaRPr lang="en-GB" altLang="zh-CN" sz="2646" b="1">
              <a:solidFill>
                <a:srgbClr val="0033CC"/>
              </a:solidFill>
              <a:ea typeface="宋体" panose="02010600030101010101" pitchFamily="2" charset="-122"/>
              <a:cs typeface="+mn-cs"/>
            </a:endParaRPr>
          </a:p>
        </p:txBody>
      </p:sp>
      <p:sp>
        <p:nvSpPr>
          <p:cNvPr id="34" name="Text Box 79"/>
          <p:cNvSpPr txBox="1">
            <a:spLocks noChangeArrowheads="1"/>
          </p:cNvSpPr>
          <p:nvPr/>
        </p:nvSpPr>
        <p:spPr bwMode="auto">
          <a:xfrm>
            <a:off x="7513638" y="2370138"/>
            <a:ext cx="633412" cy="500062"/>
          </a:xfrm>
          <a:prstGeom prst="rect">
            <a:avLst/>
          </a:prstGeom>
          <a:solidFill>
            <a:srgbClr val="FFFF99"/>
          </a:solidFill>
          <a:ln w="12700">
            <a:solidFill>
              <a:schemeClr val="tx1"/>
            </a:solidFill>
            <a:miter lim="800000"/>
            <a:headEnd/>
            <a:tailEnd type="none" w="lg" len="lg"/>
          </a:ln>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b="1">
                <a:solidFill>
                  <a:srgbClr val="0033CC"/>
                </a:solidFill>
                <a:ea typeface="宋体" panose="02010600030101010101" pitchFamily="2" charset="-122"/>
                <a:cs typeface="+mn-cs"/>
              </a:rPr>
              <a:t>77</a:t>
            </a:r>
            <a:endParaRPr lang="en-GB" altLang="zh-CN" sz="2646" b="1">
              <a:solidFill>
                <a:srgbClr val="0033CC"/>
              </a:solidFill>
              <a:ea typeface="宋体" panose="02010600030101010101" pitchFamily="2" charset="-122"/>
              <a:cs typeface="+mn-cs"/>
            </a:endParaRPr>
          </a:p>
        </p:txBody>
      </p:sp>
      <p:sp>
        <p:nvSpPr>
          <p:cNvPr id="35" name="Text Box 80"/>
          <p:cNvSpPr txBox="1">
            <a:spLocks noChangeArrowheads="1"/>
          </p:cNvSpPr>
          <p:nvPr/>
        </p:nvSpPr>
        <p:spPr bwMode="auto">
          <a:xfrm>
            <a:off x="2663825" y="6145213"/>
            <a:ext cx="233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3968" dirty="0">
                <a:solidFill>
                  <a:prstClr val="black"/>
                </a:solidFill>
                <a:latin typeface="微软雅黑" panose="020B0503020204020204" pitchFamily="34" charset="-122"/>
                <a:cs typeface="+mn-cs"/>
              </a:rPr>
              <a:t>输出：</a:t>
            </a:r>
            <a:r>
              <a:rPr lang="en-US" altLang="zh-CN" sz="3968" b="1" dirty="0">
                <a:solidFill>
                  <a:srgbClr val="FF3300"/>
                </a:solidFill>
                <a:latin typeface="微软雅黑" panose="020B0503020204020204" pitchFamily="34" charset="-122"/>
                <a:cs typeface="+mn-cs"/>
              </a:rPr>
              <a:t>77</a:t>
            </a:r>
            <a:endParaRPr lang="en-GB" altLang="zh-CN" sz="3968" b="1" dirty="0">
              <a:solidFill>
                <a:srgbClr val="FF3300"/>
              </a:solidFill>
              <a:latin typeface="微软雅黑" panose="020B0503020204020204" pitchFamily="34" charset="-122"/>
              <a:cs typeface="+mn-cs"/>
            </a:endParaRPr>
          </a:p>
        </p:txBody>
      </p:sp>
      <p:sp>
        <p:nvSpPr>
          <p:cNvPr id="36" name="Rectangle 82"/>
          <p:cNvSpPr>
            <a:spLocks noChangeArrowheads="1"/>
          </p:cNvSpPr>
          <p:nvPr/>
        </p:nvSpPr>
        <p:spPr bwMode="auto">
          <a:xfrm>
            <a:off x="747713" y="5233988"/>
            <a:ext cx="3095625" cy="398462"/>
          </a:xfrm>
          <a:prstGeom prst="rect">
            <a:avLst/>
          </a:prstGeom>
          <a:noFill/>
          <a:ln w="28575">
            <a:solidFill>
              <a:srgbClr val="0000FF"/>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1984">
              <a:solidFill>
                <a:prstClr val="black"/>
              </a:solidFill>
              <a:ea typeface="宋体" panose="02010600030101010101" pitchFamily="2" charset="-122"/>
              <a:cs typeface="+mn-cs"/>
            </a:endParaRPr>
          </a:p>
        </p:txBody>
      </p:sp>
      <p:sp>
        <p:nvSpPr>
          <p:cNvPr id="37" name="右箭头 36"/>
          <p:cNvSpPr/>
          <p:nvPr/>
        </p:nvSpPr>
        <p:spPr>
          <a:xfrm rot="19299359">
            <a:off x="3706813" y="4524375"/>
            <a:ext cx="1727200" cy="5191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503972" eaLnBrk="1" fontAlgn="auto" hangingPunct="1">
              <a:spcBef>
                <a:spcPts val="0"/>
              </a:spcBef>
              <a:spcAft>
                <a:spcPts val="0"/>
              </a:spcAft>
              <a:buFont typeface="Times New Roman" panose="02020603050405020304" pitchFamily="18" charset="0"/>
              <a:buNone/>
              <a:defRPr/>
            </a:pPr>
            <a:endParaRPr lang="zh-CN" altLang="en-US" sz="1984">
              <a:solidFill>
                <a:prstClr val="white"/>
              </a:solidFill>
            </a:endParaRPr>
          </a:p>
        </p:txBody>
      </p:sp>
      <p:sp>
        <p:nvSpPr>
          <p:cNvPr id="3" name="灯片编号占位符 2">
            <a:extLst>
              <a:ext uri="{FF2B5EF4-FFF2-40B4-BE49-F238E27FC236}">
                <a16:creationId xmlns:a16="http://schemas.microsoft.com/office/drawing/2014/main" id="{F169061F-1C93-2D55-E0CC-DB19D2B7DD22}"/>
              </a:ext>
            </a:extLst>
          </p:cNvPr>
          <p:cNvSpPr>
            <a:spLocks noGrp="1"/>
          </p:cNvSpPr>
          <p:nvPr>
            <p:ph type="sldNum" sz="quarter" idx="12"/>
          </p:nvPr>
        </p:nvSpPr>
        <p:spPr/>
        <p:txBody>
          <a:bodyPr/>
          <a:lstStyle/>
          <a:p>
            <a:pPr>
              <a:defRPr/>
            </a:pPr>
            <a:fld id="{81F535CF-9FA2-417D-855C-A8D9EC245586}" type="slidenum">
              <a:rPr lang="en-US" smtClean="0"/>
              <a:pPr>
                <a:defRPr/>
              </a:pPr>
              <a:t>16</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3">
                                            <p:bg/>
                                          </p:spTgt>
                                        </p:tgtEl>
                                        <p:attrNameLst>
                                          <p:attrName>style.visibility</p:attrName>
                                        </p:attrNameLst>
                                      </p:cBhvr>
                                      <p:to>
                                        <p:strVal val="visible"/>
                                      </p:to>
                                    </p:set>
                                  </p:childTnLst>
                                </p:cTn>
                              </p:par>
                              <p:par>
                                <p:cTn id="16" presetID="1" presetClass="entr" presetSubtype="0" fill="hold" grpId="0" nodeType="withEffect">
                                  <p:stCondLst>
                                    <p:cond delay="0"/>
                                  </p:stCondLst>
                                  <p:iterate type="lt">
                                    <p:tmAbs val="0"/>
                                  </p:iterate>
                                  <p:childTnLst>
                                    <p:set>
                                      <p:cBhvr>
                                        <p:cTn id="17" dur="1" fill="hold">
                                          <p:stCondLst>
                                            <p:cond delay="0"/>
                                          </p:stCondLst>
                                        </p:cTn>
                                        <p:tgtEl>
                                          <p:spTgt spid="23">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iterate type="lt">
                                    <p:tmAbs val="0"/>
                                  </p:iterate>
                                  <p:childTnLst>
                                    <p:set>
                                      <p:cBhvr>
                                        <p:cTn id="19" dur="1" fill="hold">
                                          <p:stCondLst>
                                            <p:cond delay="0"/>
                                          </p:stCondLst>
                                        </p:cTn>
                                        <p:tgtEl>
                                          <p:spTgt spid="23">
                                            <p:txEl>
                                              <p:pRg st="1" end="1"/>
                                            </p:txEl>
                                          </p:spTgt>
                                        </p:tgtEl>
                                        <p:attrNameLst>
                                          <p:attrName>style.visibility</p:attrName>
                                        </p:attrNameLst>
                                      </p:cBhvr>
                                      <p:to>
                                        <p:strVal val="visible"/>
                                      </p:to>
                                    </p:set>
                                  </p:childTnLst>
                                </p:cTn>
                              </p:par>
                              <p:par>
                                <p:cTn id="20" presetID="1" presetClass="entr" presetSubtype="0" fill="hold" grpId="0" nodeType="withEffect">
                                  <p:stCondLst>
                                    <p:cond delay="0"/>
                                  </p:stCondLst>
                                  <p:iterate type="lt">
                                    <p:tmAbs val="0"/>
                                  </p:iterate>
                                  <p:childTnLst>
                                    <p:set>
                                      <p:cBhvr>
                                        <p:cTn id="21" dur="1" fill="hold">
                                          <p:stCondLst>
                                            <p:cond delay="0"/>
                                          </p:stCondLst>
                                        </p:cTn>
                                        <p:tgtEl>
                                          <p:spTgt spid="23">
                                            <p:txEl>
                                              <p:pRg st="2" end="2"/>
                                            </p:txEl>
                                          </p:spTgt>
                                        </p:tgtEl>
                                        <p:attrNameLst>
                                          <p:attrName>style.visibility</p:attrName>
                                        </p:attrNameLst>
                                      </p:cBhvr>
                                      <p:to>
                                        <p:strVal val="visible"/>
                                      </p:to>
                                    </p:set>
                                  </p:childTnLst>
                                </p:cTn>
                              </p:par>
                              <p:par>
                                <p:cTn id="22" presetID="1" presetClass="entr" presetSubtype="0" fill="hold" grpId="0" nodeType="withEffect">
                                  <p:stCondLst>
                                    <p:cond delay="0"/>
                                  </p:stCondLst>
                                  <p:iterate type="lt">
                                    <p:tmAbs val="0"/>
                                  </p:iterate>
                                  <p:childTnLst>
                                    <p:set>
                                      <p:cBhvr>
                                        <p:cTn id="23" dur="1" fill="hold">
                                          <p:stCondLst>
                                            <p:cond delay="0"/>
                                          </p:stCondLst>
                                        </p:cTn>
                                        <p:tgtEl>
                                          <p:spTgt spid="23">
                                            <p:txEl>
                                              <p:pRg st="3" end="3"/>
                                            </p:txEl>
                                          </p:spTgt>
                                        </p:tgtEl>
                                        <p:attrNameLst>
                                          <p:attrName>style.visibility</p:attrName>
                                        </p:attrNameLst>
                                      </p:cBhvr>
                                      <p:to>
                                        <p:strVal val="visible"/>
                                      </p:to>
                                    </p:set>
                                  </p:childTnLst>
                                </p:cTn>
                              </p:par>
                              <p:par>
                                <p:cTn id="24" presetID="1" presetClass="entr" presetSubtype="0" fill="hold" grpId="0" nodeType="withEffect">
                                  <p:stCondLst>
                                    <p:cond delay="0"/>
                                  </p:stCondLst>
                                  <p:iterate type="lt">
                                    <p:tmAbs val="0"/>
                                  </p:iterate>
                                  <p:childTnLst>
                                    <p:set>
                                      <p:cBhvr>
                                        <p:cTn id="25" dur="1" fill="hold">
                                          <p:stCondLst>
                                            <p:cond delay="0"/>
                                          </p:stCondLst>
                                        </p:cTn>
                                        <p:tgtEl>
                                          <p:spTgt spid="23">
                                            <p:txEl>
                                              <p:pRg st="4" end="4"/>
                                            </p:txEl>
                                          </p:spTgt>
                                        </p:tgtEl>
                                        <p:attrNameLst>
                                          <p:attrName>style.visibility</p:attrName>
                                        </p:attrNameLst>
                                      </p:cBhvr>
                                      <p:to>
                                        <p:strVal val="visible"/>
                                      </p:to>
                                    </p:set>
                                  </p:childTnLst>
                                </p:cTn>
                              </p:par>
                              <p:par>
                                <p:cTn id="26" presetID="1" presetClass="entr" presetSubtype="0" fill="hold" grpId="0" nodeType="withEffect">
                                  <p:stCondLst>
                                    <p:cond delay="0"/>
                                  </p:stCondLst>
                                  <p:iterate type="lt">
                                    <p:tmAbs val="0"/>
                                  </p:iterate>
                                  <p:childTnLst>
                                    <p:set>
                                      <p:cBhvr>
                                        <p:cTn id="27" dur="1" fill="hold">
                                          <p:stCondLst>
                                            <p:cond delay="0"/>
                                          </p:stCondLst>
                                        </p:cTn>
                                        <p:tgtEl>
                                          <p:spTgt spid="23">
                                            <p:txEl>
                                              <p:pRg st="5" end="5"/>
                                            </p:txEl>
                                          </p:spTgt>
                                        </p:tgtEl>
                                        <p:attrNameLst>
                                          <p:attrName>style.visibility</p:attrName>
                                        </p:attrNameLst>
                                      </p:cBhvr>
                                      <p:to>
                                        <p:strVal val="visible"/>
                                      </p:to>
                                    </p:set>
                                  </p:childTnLst>
                                </p:cTn>
                              </p:par>
                              <p:par>
                                <p:cTn id="28" presetID="1" presetClass="entr" presetSubtype="0" fill="hold" grpId="0" nodeType="withEffect">
                                  <p:stCondLst>
                                    <p:cond delay="0"/>
                                  </p:stCondLst>
                                  <p:iterate type="lt">
                                    <p:tmAbs val="0"/>
                                  </p:iterate>
                                  <p:childTnLst>
                                    <p:set>
                                      <p:cBhvr>
                                        <p:cTn id="29"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5" presetClass="emph" presetSubtype="0" nodeType="clickEffect">
                                  <p:stCondLst>
                                    <p:cond delay="0"/>
                                  </p:stCondLst>
                                  <p:iterate type="lt">
                                    <p:tmAbs val="25"/>
                                  </p:iterate>
                                  <p:childTnLst>
                                    <p:set>
                                      <p:cBhvr override="childStyle">
                                        <p:cTn id="45" dur="indefinite"/>
                                        <p:tgtEl>
                                          <p:spTgt spid="23">
                                            <p:txEl>
                                              <p:pRg st="0" end="0"/>
                                            </p:txEl>
                                          </p:spTgt>
                                        </p:tgtEl>
                                        <p:attrNameLst>
                                          <p:attrName>style.fontWeight</p:attrName>
                                        </p:attrNameLst>
                                      </p:cBhvr>
                                      <p:to>
                                        <p:strVal val="bold"/>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5" presetClass="emph" presetSubtype="0" nodeType="clickEffect">
                                  <p:stCondLst>
                                    <p:cond delay="0"/>
                                  </p:stCondLst>
                                  <p:iterate type="lt">
                                    <p:tmAbs val="25"/>
                                  </p:iterate>
                                  <p:childTnLst>
                                    <p:set>
                                      <p:cBhvr override="childStyle">
                                        <p:cTn id="49" dur="indefinite"/>
                                        <p:tgtEl>
                                          <p:spTgt spid="23">
                                            <p:txEl>
                                              <p:pRg st="1" end="1"/>
                                            </p:txEl>
                                          </p:spTgt>
                                        </p:tgtEl>
                                        <p:attrNameLst>
                                          <p:attrName>style.fontWeight</p:attrName>
                                        </p:attrNameLst>
                                      </p:cBhvr>
                                      <p:to>
                                        <p:strVal val="bold"/>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5" presetClass="emph" presetSubtype="0" nodeType="clickEffect">
                                  <p:stCondLst>
                                    <p:cond delay="0"/>
                                  </p:stCondLst>
                                  <p:iterate type="lt">
                                    <p:tmAbs val="25"/>
                                  </p:iterate>
                                  <p:childTnLst>
                                    <p:set>
                                      <p:cBhvr override="childStyle">
                                        <p:cTn id="57" dur="indefinite"/>
                                        <p:tgtEl>
                                          <p:spTgt spid="23">
                                            <p:txEl>
                                              <p:pRg st="2" end="2"/>
                                            </p:txEl>
                                          </p:spTgt>
                                        </p:tgtEl>
                                        <p:attrNameLst>
                                          <p:attrName>style.fontWeight</p:attrName>
                                        </p:attrNameLst>
                                      </p:cBhvr>
                                      <p:to>
                                        <p:strVal val="bold"/>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5" presetClass="emph" presetSubtype="0" nodeType="clickEffect">
                                  <p:stCondLst>
                                    <p:cond delay="0"/>
                                  </p:stCondLst>
                                  <p:iterate type="lt">
                                    <p:tmAbs val="25"/>
                                  </p:iterate>
                                  <p:childTnLst>
                                    <p:set>
                                      <p:cBhvr override="childStyle">
                                        <p:cTn id="65" dur="indefinite"/>
                                        <p:tgtEl>
                                          <p:spTgt spid="23">
                                            <p:txEl>
                                              <p:pRg st="3" end="3"/>
                                            </p:txEl>
                                          </p:spTgt>
                                        </p:tgtEl>
                                        <p:attrNameLst>
                                          <p:attrName>style.fontWeight</p:attrName>
                                        </p:attrNameLst>
                                      </p:cBhvr>
                                      <p:to>
                                        <p:strVal val="bold"/>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5" presetClass="emph" presetSubtype="0" nodeType="clickEffect">
                                  <p:stCondLst>
                                    <p:cond delay="0"/>
                                  </p:stCondLst>
                                  <p:iterate type="lt">
                                    <p:tmAbs val="25"/>
                                  </p:iterate>
                                  <p:childTnLst>
                                    <p:set>
                                      <p:cBhvr override="childStyle">
                                        <p:cTn id="73" dur="indefinite"/>
                                        <p:tgtEl>
                                          <p:spTgt spid="23">
                                            <p:txEl>
                                              <p:pRg st="4" end="4"/>
                                            </p:txEl>
                                          </p:spTgt>
                                        </p:tgtEl>
                                        <p:attrNameLst>
                                          <p:attrName>style.fontWeight</p:attrName>
                                        </p:attrNameLst>
                                      </p:cBhvr>
                                      <p:to>
                                        <p:strVal val="bold"/>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5" presetClass="emph" presetSubtype="0" nodeType="clickEffect">
                                  <p:stCondLst>
                                    <p:cond delay="0"/>
                                  </p:stCondLst>
                                  <p:iterate type="lt">
                                    <p:tmAbs val="25"/>
                                  </p:iterate>
                                  <p:childTnLst>
                                    <p:set>
                                      <p:cBhvr override="childStyle">
                                        <p:cTn id="81" dur="indefinite"/>
                                        <p:tgtEl>
                                          <p:spTgt spid="23">
                                            <p:txEl>
                                              <p:pRg st="5" end="5"/>
                                            </p:txEl>
                                          </p:spTgt>
                                        </p:tgtEl>
                                        <p:attrNameLst>
                                          <p:attrName>style.fontWeight</p:attrName>
                                        </p:attrNameLst>
                                      </p:cBhvr>
                                      <p:to>
                                        <p:strVal val="bold"/>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5" presetClass="emph" presetSubtype="0" nodeType="clickEffect">
                                  <p:stCondLst>
                                    <p:cond delay="0"/>
                                  </p:stCondLst>
                                  <p:iterate type="lt">
                                    <p:tmAbs val="25"/>
                                  </p:iterate>
                                  <p:childTnLst>
                                    <p:set>
                                      <p:cBhvr override="childStyle">
                                        <p:cTn id="89" dur="indefinite"/>
                                        <p:tgtEl>
                                          <p:spTgt spid="23">
                                            <p:txEl>
                                              <p:pRg st="6" end="6"/>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allAtOnce" animBg="1"/>
      <p:bldP spid="31" grpId="0"/>
      <p:bldP spid="32" grpId="0"/>
      <p:bldP spid="33" grpId="0" animBg="1"/>
      <p:bldP spid="34" grpId="0" animBg="1"/>
      <p:bldP spid="35" grpId="0"/>
      <p:bldP spid="36" grpId="0" animBg="1"/>
      <p:bldP spid="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Date Placeholder 3"/>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88451" name="Slide Number Placeholder 4"/>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4A13C8A3-C07C-4C5D-855C-943DE202EE7F}"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17</a:t>
            </a:fld>
            <a:endParaRPr lang="en-GB" altLang="en-US" sz="1200">
              <a:latin typeface="Comic Sans MS" panose="030F0702030302020204" pitchFamily="66" charset="0"/>
              <a:ea typeface="宋体" panose="02010600030101010101" pitchFamily="2" charset="-122"/>
            </a:endParaRPr>
          </a:p>
        </p:txBody>
      </p:sp>
      <p:sp>
        <p:nvSpPr>
          <p:cNvPr id="488452" name="Footer Placeholder 5"/>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8612" name="Rectangle 2"/>
          <p:cNvSpPr>
            <a:spLocks noGrp="1" noChangeArrowheads="1"/>
          </p:cNvSpPr>
          <p:nvPr>
            <p:ph type="title" idx="4294967295"/>
          </p:nvPr>
        </p:nvSpPr>
        <p:spPr>
          <a:xfrm>
            <a:off x="503238" y="301625"/>
            <a:ext cx="7848600" cy="922338"/>
          </a:xfrm>
        </p:spPr>
        <p:txBody>
          <a:bodyPr rtlCol="0">
            <a:normAutofit/>
          </a:bodyPr>
          <a:lstStyle/>
          <a:p>
            <a:pPr defTabSz="503972" eaLnBrk="1" fontAlgn="auto" hangingPunct="1">
              <a:spcAft>
                <a:spcPts val="0"/>
              </a:spcAft>
              <a:tabLst>
                <a:tab pos="723900" algn="l"/>
                <a:tab pos="1447800" algn="l"/>
                <a:tab pos="2171700" algn="l"/>
                <a:tab pos="2895600" algn="l"/>
                <a:tab pos="3619500" algn="l"/>
                <a:tab pos="4343400" algn="l"/>
                <a:tab pos="5067300" algn="l"/>
                <a:tab pos="5791200" algn="l"/>
                <a:tab pos="6515100" algn="l"/>
                <a:tab pos="7239000" algn="l"/>
              </a:tabLst>
              <a:defRPr/>
            </a:pPr>
            <a:r>
              <a:rPr lang="zh-CN" altLang="en-US" sz="3968"/>
              <a:t>参数传递</a:t>
            </a:r>
          </a:p>
        </p:txBody>
      </p:sp>
      <p:sp>
        <p:nvSpPr>
          <p:cNvPr id="488454" name="文本框 50182"/>
          <p:cNvSpPr txBox="1">
            <a:spLocks noChangeArrowheads="1"/>
          </p:cNvSpPr>
          <p:nvPr/>
        </p:nvSpPr>
        <p:spPr bwMode="auto">
          <a:xfrm>
            <a:off x="603250" y="1695450"/>
            <a:ext cx="4964692" cy="558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begin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integer n;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procedure p(k: integer);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begin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n := n+1;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k := k+4;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print(n);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end;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n := 0;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p(n);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print(n);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end;</a:t>
            </a:r>
          </a:p>
        </p:txBody>
      </p:sp>
      <p:sp>
        <p:nvSpPr>
          <p:cNvPr id="50184" name="文本框 50183"/>
          <p:cNvSpPr txBox="1">
            <a:spLocks noChangeArrowheads="1"/>
          </p:cNvSpPr>
          <p:nvPr/>
        </p:nvSpPr>
        <p:spPr bwMode="auto">
          <a:xfrm>
            <a:off x="6122988" y="2713038"/>
            <a:ext cx="2589170" cy="2515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123000"/>
              </a:lnSpc>
              <a:buSzPct val="100000"/>
              <a:buFont typeface="Times New Roman" panose="02020603050405020304" pitchFamily="18" charset="0"/>
              <a:buNone/>
            </a:pPr>
            <a:r>
              <a:rPr lang="zh-CN" altLang="en-US" sz="3200" dirty="0">
                <a:latin typeface="Times New Roman" panose="02020603050405020304" pitchFamily="18" charset="0"/>
              </a:rPr>
              <a:t>输出</a:t>
            </a:r>
            <a:r>
              <a:rPr lang="en-US" altLang="zh-CN" sz="3200" dirty="0">
                <a:latin typeface="Times New Roman" panose="02020603050405020304" pitchFamily="18" charset="0"/>
              </a:rPr>
              <a:t>:</a:t>
            </a:r>
          </a:p>
          <a:p>
            <a:pPr eaLnBrk="1">
              <a:lnSpc>
                <a:spcPct val="123000"/>
              </a:lnSpc>
              <a:buSzPct val="100000"/>
              <a:buFont typeface="Times New Roman" panose="02020603050405020304" pitchFamily="18" charset="0"/>
              <a:buNone/>
            </a:pPr>
            <a:r>
              <a:rPr lang="zh-CN" altLang="en-US" sz="3200" dirty="0">
                <a:latin typeface="Times New Roman" panose="02020603050405020304" pitchFamily="18" charset="0"/>
              </a:rPr>
              <a:t>值传递</a:t>
            </a:r>
            <a:r>
              <a:rPr lang="en-US" altLang="zh-CN" sz="3200" dirty="0">
                <a:latin typeface="Times New Roman" panose="02020603050405020304" pitchFamily="18" charset="0"/>
              </a:rPr>
              <a:t>:        </a:t>
            </a:r>
          </a:p>
          <a:p>
            <a:pPr eaLnBrk="1">
              <a:lnSpc>
                <a:spcPct val="123000"/>
              </a:lnSpc>
              <a:buSzPct val="100000"/>
              <a:buFont typeface="Times New Roman" panose="02020603050405020304" pitchFamily="18" charset="0"/>
              <a:buNone/>
            </a:pPr>
            <a:r>
              <a:rPr lang="zh-CN" altLang="en-US" sz="3200" dirty="0">
                <a:latin typeface="Times New Roman" panose="02020603050405020304" pitchFamily="18" charset="0"/>
              </a:rPr>
              <a:t>值</a:t>
            </a:r>
            <a:r>
              <a:rPr lang="en-US" altLang="zh-CN" sz="3200" dirty="0">
                <a:latin typeface="Times New Roman" panose="02020603050405020304" pitchFamily="18" charset="0"/>
              </a:rPr>
              <a:t>-</a:t>
            </a:r>
            <a:r>
              <a:rPr lang="zh-CN" altLang="en-US" sz="3200" dirty="0">
                <a:latin typeface="Times New Roman" panose="02020603050405020304" pitchFamily="18" charset="0"/>
              </a:rPr>
              <a:t>结果传递</a:t>
            </a:r>
            <a:r>
              <a:rPr lang="en-US" altLang="zh-CN" sz="3200" dirty="0">
                <a:latin typeface="Times New Roman" panose="02020603050405020304" pitchFamily="18" charset="0"/>
              </a:rPr>
              <a:t>: </a:t>
            </a:r>
          </a:p>
          <a:p>
            <a:pPr eaLnBrk="1">
              <a:lnSpc>
                <a:spcPct val="123000"/>
              </a:lnSpc>
              <a:buSzPct val="100000"/>
              <a:buFont typeface="Times New Roman" panose="02020603050405020304" pitchFamily="18" charset="0"/>
              <a:buNone/>
            </a:pPr>
            <a:r>
              <a:rPr lang="zh-CN" altLang="en-US" sz="3200" dirty="0">
                <a:latin typeface="Times New Roman" panose="02020603050405020304" pitchFamily="18" charset="0"/>
              </a:rPr>
              <a:t>引用传递</a:t>
            </a:r>
            <a:r>
              <a:rPr lang="en-US" altLang="zh-CN" sz="3200" dirty="0">
                <a:latin typeface="Times New Roman" panose="02020603050405020304" pitchFamily="18" charset="0"/>
              </a:rPr>
              <a:t>:    </a:t>
            </a:r>
          </a:p>
        </p:txBody>
      </p:sp>
      <p:sp>
        <p:nvSpPr>
          <p:cNvPr id="2" name="矩形 1"/>
          <p:cNvSpPr/>
          <p:nvPr/>
        </p:nvSpPr>
        <p:spPr>
          <a:xfrm>
            <a:off x="8712158" y="3425544"/>
            <a:ext cx="1053469" cy="1754326"/>
          </a:xfrm>
          <a:prstGeom prst="rect">
            <a:avLst/>
          </a:prstGeom>
        </p:spPr>
        <p:txBody>
          <a:bodyPr wrap="square">
            <a:spAutoFit/>
          </a:bodyPr>
          <a:lstStyle/>
          <a:p>
            <a:r>
              <a:rPr lang="en-US" altLang="zh-CN" sz="3600" dirty="0">
                <a:latin typeface="Times New Roman" panose="02020603050405020304" pitchFamily="18" charset="0"/>
              </a:rPr>
              <a:t>1 1</a:t>
            </a:r>
          </a:p>
          <a:p>
            <a:r>
              <a:rPr lang="en-US" altLang="zh-CN" sz="3600" dirty="0">
                <a:latin typeface="Times New Roman" panose="02020603050405020304" pitchFamily="18" charset="0"/>
              </a:rPr>
              <a:t>1 4</a:t>
            </a:r>
          </a:p>
          <a:p>
            <a:r>
              <a:rPr lang="en-US" altLang="zh-CN" sz="3600" dirty="0">
                <a:latin typeface="Times New Roman" panose="02020603050405020304" pitchFamily="18" charset="0"/>
              </a:rPr>
              <a:t>5 5</a:t>
            </a:r>
            <a:endParaRPr lang="zh-CN" altLang="en-US" sz="3600" dirty="0"/>
          </a:p>
        </p:txBody>
      </p:sp>
      <p:sp>
        <p:nvSpPr>
          <p:cNvPr id="4" name="灯片编号占位符 3">
            <a:extLst>
              <a:ext uri="{FF2B5EF4-FFF2-40B4-BE49-F238E27FC236}">
                <a16:creationId xmlns:a16="http://schemas.microsoft.com/office/drawing/2014/main" id="{9041650D-4C4A-BD94-7503-6AB3B6C60FEC}"/>
              </a:ext>
            </a:extLst>
          </p:cNvPr>
          <p:cNvSpPr>
            <a:spLocks noGrp="1"/>
          </p:cNvSpPr>
          <p:nvPr>
            <p:ph type="sldNum" sz="quarter" idx="12"/>
          </p:nvPr>
        </p:nvSpPr>
        <p:spPr/>
        <p:txBody>
          <a:bodyPr/>
          <a:lstStyle/>
          <a:p>
            <a:pPr>
              <a:defRPr/>
            </a:pPr>
            <a:fld id="{EF1F453A-7DE2-4E2C-9A90-77DABE74ADBB}" type="slidenum">
              <a:rPr lang="en-US" smtClean="0"/>
              <a:pPr>
                <a:defRPr/>
              </a:pPr>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Date Placeholder 3"/>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489475" name="Slide Number Placeholder 4"/>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EFB703EA-A1F8-40BD-B6FF-09AED44781DC}"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18</a:t>
            </a:fld>
            <a:endParaRPr lang="en-GB" altLang="en-US" sz="1200">
              <a:latin typeface="Comic Sans MS" panose="030F0702030302020204" pitchFamily="66" charset="0"/>
              <a:ea typeface="宋体" panose="02010600030101010101" pitchFamily="2" charset="-122"/>
            </a:endParaRPr>
          </a:p>
        </p:txBody>
      </p:sp>
      <p:sp>
        <p:nvSpPr>
          <p:cNvPr id="489476" name="Footer Placeholder 5"/>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1pPr>
            <a:lvl2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2pPr>
            <a:lvl3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3pPr>
            <a:lvl4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4pPr>
            <a:lvl5pPr>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5pPr>
            <a:lvl6pPr marL="25146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6pPr>
            <a:lvl7pPr marL="29718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7pPr>
            <a:lvl8pPr marL="34290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8pPr>
            <a:lvl9pPr marL="3886200" indent="-228600" defTabSz="449263" eaLnBrk="0" fontAlgn="base" hangingPunct="0">
              <a:spcBef>
                <a:spcPct val="0"/>
              </a:spcBef>
              <a:spcAft>
                <a:spcPct val="0"/>
              </a:spcAft>
              <a:tabLst>
                <a:tab pos="723900" algn="l"/>
                <a:tab pos="1447800" algn="l"/>
                <a:tab pos="2171700" algn="l"/>
                <a:tab pos="2895600" algn="l"/>
              </a:tabLst>
              <a:defRPr>
                <a:solidFill>
                  <a:srgbClr val="000000"/>
                </a:solidFill>
                <a:latin typeface="Arial" panose="020B0604020202020204" pitchFamily="34" charset="0"/>
                <a:ea typeface="Droid Sans Fallback"/>
                <a:cs typeface="Droid Sans Fallback"/>
              </a:defRPr>
            </a:lvl9pPr>
          </a:lstStyle>
          <a:p>
            <a:pPr algn="ct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69636" name="Rectangle 2"/>
          <p:cNvSpPr>
            <a:spLocks noGrp="1" noChangeArrowheads="1"/>
          </p:cNvSpPr>
          <p:nvPr>
            <p:ph type="title" idx="4294967295"/>
          </p:nvPr>
        </p:nvSpPr>
        <p:spPr>
          <a:xfrm>
            <a:off x="503238" y="301625"/>
            <a:ext cx="7848600" cy="922338"/>
          </a:xfrm>
        </p:spPr>
        <p:txBody>
          <a:bodyPr rtlCol="0">
            <a:normAutofit/>
          </a:bodyPr>
          <a:lstStyle/>
          <a:p>
            <a:pPr defTabSz="503972" eaLnBrk="1" fontAlgn="auto" hangingPunct="1">
              <a:spcAft>
                <a:spcPts val="0"/>
              </a:spcAft>
              <a:tabLst>
                <a:tab pos="723900" algn="l"/>
                <a:tab pos="1447800" algn="l"/>
                <a:tab pos="2171700" algn="l"/>
                <a:tab pos="2895600" algn="l"/>
                <a:tab pos="3619500" algn="l"/>
                <a:tab pos="4343400" algn="l"/>
                <a:tab pos="5067300" algn="l"/>
                <a:tab pos="5791200" algn="l"/>
                <a:tab pos="6515100" algn="l"/>
                <a:tab pos="7239000" algn="l"/>
              </a:tabLst>
              <a:defRPr/>
            </a:pPr>
            <a:r>
              <a:rPr lang="zh-CN" altLang="en-US" sz="3968"/>
              <a:t>参数传递</a:t>
            </a:r>
          </a:p>
        </p:txBody>
      </p:sp>
      <p:sp>
        <p:nvSpPr>
          <p:cNvPr id="489478" name="文本框 51206"/>
          <p:cNvSpPr txBox="1">
            <a:spLocks noChangeArrowheads="1"/>
          </p:cNvSpPr>
          <p:nvPr/>
        </p:nvSpPr>
        <p:spPr bwMode="auto">
          <a:xfrm>
            <a:off x="603250" y="1785938"/>
            <a:ext cx="4964692" cy="512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begin</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integer n;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procedure p(k: integer);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begin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print(k);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n := n+1;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print(k); </a:t>
            </a:r>
          </a:p>
          <a:p>
            <a:pPr eaLnBrk="1">
              <a:lnSpc>
                <a:spcPct val="93000"/>
              </a:lnSpc>
              <a:buSzPct val="100000"/>
              <a:buFont typeface="Times New Roman" panose="02020603050405020304" pitchFamily="18" charset="0"/>
              <a:buNone/>
            </a:pPr>
            <a:r>
              <a:rPr lang="en-US" altLang="zh-CN" sz="32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	end;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n := 0;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p(n+10); </a:t>
            </a:r>
          </a:p>
          <a:p>
            <a:pPr eaLnBrk="1">
              <a:lnSpc>
                <a:spcPct val="93000"/>
              </a:lnSpc>
              <a:buSzPct val="100000"/>
              <a:buFont typeface="Times New Roman" panose="02020603050405020304" pitchFamily="18" charset="0"/>
              <a:buNone/>
            </a:pP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end;</a:t>
            </a:r>
          </a:p>
        </p:txBody>
      </p:sp>
      <p:sp>
        <p:nvSpPr>
          <p:cNvPr id="51208" name="文本框 51207"/>
          <p:cNvSpPr txBox="1">
            <a:spLocks noChangeArrowheads="1"/>
          </p:cNvSpPr>
          <p:nvPr/>
        </p:nvSpPr>
        <p:spPr bwMode="auto">
          <a:xfrm>
            <a:off x="6122988" y="2803525"/>
            <a:ext cx="1813317" cy="2136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123000"/>
              </a:lnSpc>
              <a:buSzPct val="100000"/>
              <a:buFont typeface="Times New Roman" panose="02020603050405020304" pitchFamily="18" charset="0"/>
              <a:buNone/>
            </a:pPr>
            <a:r>
              <a:rPr lang="zh-CN" altLang="en-US" sz="3600" dirty="0">
                <a:latin typeface="Times New Roman" panose="02020603050405020304" pitchFamily="18" charset="0"/>
              </a:rPr>
              <a:t>输出</a:t>
            </a:r>
            <a:r>
              <a:rPr lang="en-US" altLang="zh-CN" sz="3600" dirty="0">
                <a:latin typeface="Times New Roman" panose="02020603050405020304" pitchFamily="18" charset="0"/>
              </a:rPr>
              <a:t>:</a:t>
            </a:r>
          </a:p>
          <a:p>
            <a:pPr eaLnBrk="1">
              <a:lnSpc>
                <a:spcPct val="123000"/>
              </a:lnSpc>
              <a:buSzPct val="100000"/>
              <a:buFont typeface="Times New Roman" panose="02020603050405020304" pitchFamily="18" charset="0"/>
              <a:buNone/>
            </a:pPr>
            <a:r>
              <a:rPr lang="zh-CN" altLang="en-US" sz="3600" dirty="0">
                <a:latin typeface="Times New Roman" panose="02020603050405020304" pitchFamily="18" charset="0"/>
              </a:rPr>
              <a:t>值传递</a:t>
            </a:r>
            <a:r>
              <a:rPr lang="en-US" altLang="zh-CN" sz="3600" dirty="0">
                <a:latin typeface="Times New Roman" panose="02020603050405020304" pitchFamily="18" charset="0"/>
              </a:rPr>
              <a:t>: </a:t>
            </a:r>
          </a:p>
          <a:p>
            <a:pPr eaLnBrk="1">
              <a:lnSpc>
                <a:spcPct val="123000"/>
              </a:lnSpc>
              <a:buSzPct val="100000"/>
              <a:buFont typeface="Times New Roman" panose="02020603050405020304" pitchFamily="18" charset="0"/>
              <a:buNone/>
            </a:pPr>
            <a:r>
              <a:rPr lang="zh-CN" altLang="en-US" sz="3600" dirty="0">
                <a:latin typeface="Times New Roman" panose="02020603050405020304" pitchFamily="18" charset="0"/>
              </a:rPr>
              <a:t>名传递</a:t>
            </a:r>
            <a:r>
              <a:rPr lang="en-US" altLang="zh-CN" sz="3600" dirty="0">
                <a:latin typeface="Times New Roman" panose="02020603050405020304" pitchFamily="18" charset="0"/>
              </a:rPr>
              <a:t>: </a:t>
            </a:r>
          </a:p>
        </p:txBody>
      </p:sp>
      <p:sp>
        <p:nvSpPr>
          <p:cNvPr id="2" name="矩形 1"/>
          <p:cNvSpPr/>
          <p:nvPr/>
        </p:nvSpPr>
        <p:spPr>
          <a:xfrm>
            <a:off x="7740492" y="3458134"/>
            <a:ext cx="5038725" cy="1393010"/>
          </a:xfrm>
          <a:prstGeom prst="rect">
            <a:avLst/>
          </a:prstGeom>
        </p:spPr>
        <p:txBody>
          <a:bodyPr>
            <a:spAutoFit/>
          </a:bodyPr>
          <a:lstStyle/>
          <a:p>
            <a:pPr eaLnBrk="1">
              <a:lnSpc>
                <a:spcPct val="123000"/>
              </a:lnSpc>
              <a:buSzPct val="100000"/>
              <a:buFont typeface="Times New Roman" panose="02020603050405020304" pitchFamily="18" charset="0"/>
              <a:buNone/>
            </a:pPr>
            <a:r>
              <a:rPr lang="en-US" altLang="zh-CN" sz="3600" dirty="0">
                <a:latin typeface="Times New Roman" panose="02020603050405020304" pitchFamily="18" charset="0"/>
              </a:rPr>
              <a:t>10 10</a:t>
            </a:r>
          </a:p>
          <a:p>
            <a:pPr eaLnBrk="1">
              <a:lnSpc>
                <a:spcPct val="123000"/>
              </a:lnSpc>
              <a:buSzPct val="100000"/>
              <a:buFont typeface="Times New Roman" panose="02020603050405020304" pitchFamily="18" charset="0"/>
              <a:buNone/>
            </a:pPr>
            <a:r>
              <a:rPr lang="en-US" altLang="zh-CN" sz="3600" dirty="0">
                <a:latin typeface="Times New Roman" panose="02020603050405020304" pitchFamily="18" charset="0"/>
              </a:rPr>
              <a:t>10 11</a:t>
            </a:r>
          </a:p>
        </p:txBody>
      </p:sp>
      <p:sp>
        <p:nvSpPr>
          <p:cNvPr id="4" name="灯片编号占位符 3">
            <a:extLst>
              <a:ext uri="{FF2B5EF4-FFF2-40B4-BE49-F238E27FC236}">
                <a16:creationId xmlns:a16="http://schemas.microsoft.com/office/drawing/2014/main" id="{B716679D-2D6C-313A-6F6E-FC7E261554E5}"/>
              </a:ext>
            </a:extLst>
          </p:cNvPr>
          <p:cNvSpPr>
            <a:spLocks noGrp="1"/>
          </p:cNvSpPr>
          <p:nvPr>
            <p:ph type="sldNum" sz="quarter" idx="12"/>
          </p:nvPr>
        </p:nvSpPr>
        <p:spPr/>
        <p:txBody>
          <a:bodyPr/>
          <a:lstStyle/>
          <a:p>
            <a:pPr>
              <a:defRPr/>
            </a:pPr>
            <a:fld id="{EF1F453A-7DE2-4E2C-9A90-77DABE74ADBB}" type="slidenum">
              <a:rPr lang="en-US" smtClean="0"/>
              <a:pPr>
                <a:defRPr/>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zh-CN" altLang="en-US" dirty="0"/>
              <a:t>运行时存储器的划分</a:t>
            </a:r>
            <a:r>
              <a:rPr lang="zh-CN" altLang="en-US" dirty="0">
                <a:ea typeface="黑体" panose="02010609060101010101" pitchFamily="49" charset="-122"/>
              </a:rPr>
              <a:t> </a:t>
            </a:r>
          </a:p>
        </p:txBody>
      </p:sp>
      <p:sp>
        <p:nvSpPr>
          <p:cNvPr id="62467" name="Rectangle 3"/>
          <p:cNvSpPr>
            <a:spLocks noGrp="1" noChangeArrowheads="1"/>
          </p:cNvSpPr>
          <p:nvPr>
            <p:ph idx="1"/>
          </p:nvPr>
        </p:nvSpPr>
        <p:spPr/>
        <p:txBody>
          <a:bodyPr/>
          <a:lstStyle/>
          <a:p>
            <a:pPr eaLnBrk="1" hangingPunct="1"/>
            <a:r>
              <a:rPr lang="zh-CN" altLang="en-US" dirty="0"/>
              <a:t>一个目标程序运行所需的存储空间包括</a:t>
            </a:r>
          </a:p>
          <a:p>
            <a:pPr lvl="1" eaLnBrk="1" hangingPunct="1"/>
            <a:r>
              <a:rPr lang="zh-CN" altLang="en-US" dirty="0"/>
              <a:t>存放</a:t>
            </a:r>
            <a:r>
              <a:rPr lang="zh-CN" altLang="en-US" dirty="0">
                <a:solidFill>
                  <a:srgbClr val="CC0000"/>
                </a:solidFill>
              </a:rPr>
              <a:t>目标代码</a:t>
            </a:r>
            <a:r>
              <a:rPr lang="zh-CN" altLang="en-US" dirty="0"/>
              <a:t>的空间</a:t>
            </a:r>
          </a:p>
          <a:p>
            <a:pPr lvl="1" eaLnBrk="1" hangingPunct="1"/>
            <a:r>
              <a:rPr lang="zh-CN" altLang="en-US" dirty="0"/>
              <a:t>存放</a:t>
            </a:r>
            <a:r>
              <a:rPr lang="zh-CN" altLang="en-US" dirty="0">
                <a:solidFill>
                  <a:srgbClr val="CC0000"/>
                </a:solidFill>
              </a:rPr>
              <a:t>数据项目</a:t>
            </a:r>
            <a:r>
              <a:rPr lang="zh-CN" altLang="en-US" dirty="0"/>
              <a:t>的空间</a:t>
            </a:r>
          </a:p>
          <a:p>
            <a:pPr lvl="1" eaLnBrk="1" hangingPunct="1"/>
            <a:r>
              <a:rPr lang="zh-CN" altLang="en-US" dirty="0"/>
              <a:t>存放程序运行的</a:t>
            </a:r>
            <a:r>
              <a:rPr lang="zh-CN" altLang="en-US" dirty="0">
                <a:solidFill>
                  <a:srgbClr val="CC0000"/>
                </a:solidFill>
              </a:rPr>
              <a:t>控制或连接数据</a:t>
            </a:r>
            <a:r>
              <a:rPr lang="zh-CN" altLang="en-US" dirty="0"/>
              <a:t>所需单元</a:t>
            </a:r>
          </a:p>
        </p:txBody>
      </p:sp>
      <p:sp>
        <p:nvSpPr>
          <p:cNvPr id="3" name="灯片编号占位符 2">
            <a:extLst>
              <a:ext uri="{FF2B5EF4-FFF2-40B4-BE49-F238E27FC236}">
                <a16:creationId xmlns:a16="http://schemas.microsoft.com/office/drawing/2014/main" id="{494CF7D8-B877-E043-4F76-7B53453E4ABA}"/>
              </a:ext>
            </a:extLst>
          </p:cNvPr>
          <p:cNvSpPr>
            <a:spLocks noGrp="1"/>
          </p:cNvSpPr>
          <p:nvPr>
            <p:ph type="sldNum" sz="quarter" idx="12"/>
          </p:nvPr>
        </p:nvSpPr>
        <p:spPr/>
        <p:txBody>
          <a:bodyPr/>
          <a:lstStyle/>
          <a:p>
            <a:pPr>
              <a:defRPr/>
            </a:pPr>
            <a:fld id="{81F535CF-9FA2-417D-855C-A8D9EC245586}" type="slidenum">
              <a:rPr lang="en-US" smtClean="0"/>
              <a:pPr>
                <a:defRPr/>
              </a:pPr>
              <a:t>19</a:t>
            </a:fld>
            <a:endParaRPr lang="en-US" dirty="0"/>
          </a:p>
        </p:txBody>
      </p:sp>
    </p:spTree>
    <p:extLst>
      <p:ext uri="{BB962C8B-B14F-4D97-AF65-F5344CB8AC3E}">
        <p14:creationId xmlns:p14="http://schemas.microsoft.com/office/powerpoint/2010/main" val="3295113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wipe(left)">
                                      <p:cBhvr>
                                        <p:cTn id="12" dur="500"/>
                                        <p:tgtEl>
                                          <p:spTgt spid="624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wipe(left)">
                                      <p:cBhvr>
                                        <p:cTn id="17" dur="500"/>
                                        <p:tgtEl>
                                          <p:spTgt spid="624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wipe(left)">
                                      <p:cBhvr>
                                        <p:cTn id="22" dur="500"/>
                                        <p:tgtEl>
                                          <p:spTgt spid="62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normAutofit/>
          </a:bodyPr>
          <a:lstStyle/>
          <a:p>
            <a:pPr eaLnBrk="1" hangingPunct="1"/>
            <a:r>
              <a:rPr lang="zh-CN" altLang="en-US" sz="3307" dirty="0"/>
              <a:t>编译程序组织存储空间须考虑的问题</a:t>
            </a:r>
          </a:p>
        </p:txBody>
      </p:sp>
      <p:sp>
        <p:nvSpPr>
          <p:cNvPr id="195587" name="Rectangle 3"/>
          <p:cNvSpPr>
            <a:spLocks noGrp="1" noChangeArrowheads="1"/>
          </p:cNvSpPr>
          <p:nvPr>
            <p:ph idx="1"/>
          </p:nvPr>
        </p:nvSpPr>
        <p:spPr/>
        <p:txBody>
          <a:bodyPr/>
          <a:lstStyle/>
          <a:p>
            <a:pPr marL="465911" indent="-465911"/>
            <a:r>
              <a:rPr lang="zh-CN" altLang="en-US" dirty="0"/>
              <a:t>过程是否允许递归？</a:t>
            </a:r>
          </a:p>
          <a:p>
            <a:pPr marL="465911" indent="-465911"/>
            <a:r>
              <a:rPr lang="zh-CN" altLang="en-US" dirty="0"/>
              <a:t>当控制从一个过程的活动返回时，对局部名称的值如何处理？</a:t>
            </a:r>
          </a:p>
          <a:p>
            <a:pPr marL="465911" indent="-465911"/>
            <a:r>
              <a:rPr lang="zh-CN" altLang="en-US" dirty="0"/>
              <a:t>过程是否允许引用非局部名称？</a:t>
            </a:r>
          </a:p>
          <a:p>
            <a:pPr marL="465911" indent="-465911"/>
            <a:r>
              <a:rPr lang="zh-CN" altLang="en-US" dirty="0"/>
              <a:t>过程调用时如何传递参数；过程是否可以做为参数被传递和做为结果被返回？</a:t>
            </a:r>
          </a:p>
          <a:p>
            <a:pPr marL="465911" indent="-465911"/>
            <a:r>
              <a:rPr lang="zh-CN" altLang="en-US" dirty="0"/>
              <a:t>存储空间可否在程序控制下进行动态分配？</a:t>
            </a:r>
          </a:p>
          <a:p>
            <a:pPr marL="465911" indent="-465911"/>
            <a:r>
              <a:rPr lang="zh-CN" altLang="en-US" dirty="0"/>
              <a:t>存储空间是否必须显式地释放？ </a:t>
            </a:r>
          </a:p>
        </p:txBody>
      </p:sp>
      <p:sp>
        <p:nvSpPr>
          <p:cNvPr id="3" name="灯片编号占位符 2">
            <a:extLst>
              <a:ext uri="{FF2B5EF4-FFF2-40B4-BE49-F238E27FC236}">
                <a16:creationId xmlns:a16="http://schemas.microsoft.com/office/drawing/2014/main" id="{92133639-63BB-92D7-66FC-66A4F688F77A}"/>
              </a:ext>
            </a:extLst>
          </p:cNvPr>
          <p:cNvSpPr>
            <a:spLocks noGrp="1"/>
          </p:cNvSpPr>
          <p:nvPr>
            <p:ph type="sldNum" sz="quarter" idx="12"/>
          </p:nvPr>
        </p:nvSpPr>
        <p:spPr/>
        <p:txBody>
          <a:bodyPr/>
          <a:lstStyle/>
          <a:p>
            <a:pPr>
              <a:defRPr/>
            </a:pPr>
            <a:fld id="{81F535CF-9FA2-417D-855C-A8D9EC245586}" type="slidenum">
              <a:rPr lang="en-US" smtClean="0"/>
              <a:pPr>
                <a:defRPr/>
              </a:pPr>
              <a:t>20</a:t>
            </a:fld>
            <a:endParaRPr lang="en-US" dirty="0"/>
          </a:p>
        </p:txBody>
      </p:sp>
    </p:spTree>
    <p:extLst>
      <p:ext uri="{BB962C8B-B14F-4D97-AF65-F5344CB8AC3E}">
        <p14:creationId xmlns:p14="http://schemas.microsoft.com/office/powerpoint/2010/main" val="6630170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wipe(left)">
                                      <p:cBhvr>
                                        <p:cTn id="7" dur="500"/>
                                        <p:tgtEl>
                                          <p:spTgt spid="195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87">
                                            <p:txEl>
                                              <p:pRg st="1" end="1"/>
                                            </p:txEl>
                                          </p:spTgt>
                                        </p:tgtEl>
                                        <p:attrNameLst>
                                          <p:attrName>style.visibility</p:attrName>
                                        </p:attrNameLst>
                                      </p:cBhvr>
                                      <p:to>
                                        <p:strVal val="visible"/>
                                      </p:to>
                                    </p:set>
                                    <p:animEffect transition="in" filter="wipe(left)">
                                      <p:cBhvr>
                                        <p:cTn id="12" dur="500"/>
                                        <p:tgtEl>
                                          <p:spTgt spid="195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87">
                                            <p:txEl>
                                              <p:pRg st="2" end="2"/>
                                            </p:txEl>
                                          </p:spTgt>
                                        </p:tgtEl>
                                        <p:attrNameLst>
                                          <p:attrName>style.visibility</p:attrName>
                                        </p:attrNameLst>
                                      </p:cBhvr>
                                      <p:to>
                                        <p:strVal val="visible"/>
                                      </p:to>
                                    </p:set>
                                    <p:animEffect transition="in" filter="wipe(left)">
                                      <p:cBhvr>
                                        <p:cTn id="17" dur="500"/>
                                        <p:tgtEl>
                                          <p:spTgt spid="195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587">
                                            <p:txEl>
                                              <p:pRg st="3" end="3"/>
                                            </p:txEl>
                                          </p:spTgt>
                                        </p:tgtEl>
                                        <p:attrNameLst>
                                          <p:attrName>style.visibility</p:attrName>
                                        </p:attrNameLst>
                                      </p:cBhvr>
                                      <p:to>
                                        <p:strVal val="visible"/>
                                      </p:to>
                                    </p:set>
                                    <p:animEffect transition="in" filter="wipe(left)">
                                      <p:cBhvr>
                                        <p:cTn id="22" dur="500"/>
                                        <p:tgtEl>
                                          <p:spTgt spid="195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587">
                                            <p:txEl>
                                              <p:pRg st="4" end="4"/>
                                            </p:txEl>
                                          </p:spTgt>
                                        </p:tgtEl>
                                        <p:attrNameLst>
                                          <p:attrName>style.visibility</p:attrName>
                                        </p:attrNameLst>
                                      </p:cBhvr>
                                      <p:to>
                                        <p:strVal val="visible"/>
                                      </p:to>
                                    </p:set>
                                    <p:animEffect transition="in" filter="wipe(left)">
                                      <p:cBhvr>
                                        <p:cTn id="27" dur="500"/>
                                        <p:tgtEl>
                                          <p:spTgt spid="1955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587">
                                            <p:txEl>
                                              <p:pRg st="5" end="5"/>
                                            </p:txEl>
                                          </p:spTgt>
                                        </p:tgtEl>
                                        <p:attrNameLst>
                                          <p:attrName>style.visibility</p:attrName>
                                        </p:attrNameLst>
                                      </p:cBhvr>
                                      <p:to>
                                        <p:strVal val="visible"/>
                                      </p:to>
                                    </p:set>
                                    <p:animEffect transition="in" filter="wipe(left)">
                                      <p:cBhvr>
                                        <p:cTn id="32" dur="500"/>
                                        <p:tgtEl>
                                          <p:spTgt spid="195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050"/>
          <p:cNvSpPr>
            <a:spLocks noGrp="1" noChangeArrowheads="1"/>
          </p:cNvSpPr>
          <p:nvPr>
            <p:ph type="title"/>
          </p:nvPr>
        </p:nvSpPr>
        <p:spPr/>
        <p:txBody>
          <a:bodyPr/>
          <a:lstStyle/>
          <a:p>
            <a:r>
              <a:rPr lang="zh-CN" altLang="en-US" dirty="0"/>
              <a:t>过程的活动与生存期</a:t>
            </a:r>
          </a:p>
        </p:txBody>
      </p:sp>
      <p:sp>
        <p:nvSpPr>
          <p:cNvPr id="8195" name="Rectangle 2051"/>
          <p:cNvSpPr>
            <a:spLocks noGrp="1" noChangeArrowheads="1"/>
          </p:cNvSpPr>
          <p:nvPr>
            <p:ph idx="1"/>
          </p:nvPr>
        </p:nvSpPr>
        <p:spPr/>
        <p:txBody>
          <a:bodyPr/>
          <a:lstStyle/>
          <a:p>
            <a:pPr>
              <a:spcBef>
                <a:spcPct val="30000"/>
              </a:spcBef>
            </a:pPr>
            <a:r>
              <a:rPr lang="zh-CN" altLang="en-US" dirty="0">
                <a:latin typeface="微软雅黑" panose="020B0503020204020204" pitchFamily="34" charset="-122"/>
              </a:rPr>
              <a:t>一个过程的</a:t>
            </a:r>
            <a:r>
              <a:rPr lang="zh-CN" altLang="en-US" dirty="0">
                <a:solidFill>
                  <a:srgbClr val="CC0000"/>
                </a:solidFill>
                <a:latin typeface="微软雅黑" panose="020B0503020204020204" pitchFamily="34" charset="-122"/>
              </a:rPr>
              <a:t>活动</a:t>
            </a:r>
            <a:r>
              <a:rPr lang="zh-CN" altLang="en-US" dirty="0">
                <a:latin typeface="微软雅黑" panose="020B0503020204020204" pitchFamily="34" charset="-122"/>
              </a:rPr>
              <a:t>指的是该过程的一次执行 </a:t>
            </a:r>
          </a:p>
          <a:p>
            <a:pPr>
              <a:spcBef>
                <a:spcPct val="30000"/>
              </a:spcBef>
            </a:pPr>
            <a:r>
              <a:rPr lang="zh-CN" altLang="en-US" dirty="0">
                <a:latin typeface="微软雅黑" panose="020B0503020204020204" pitchFamily="34" charset="-122"/>
              </a:rPr>
              <a:t>过程</a:t>
            </a:r>
            <a:r>
              <a:rPr lang="en-US" altLang="zh-CN" dirty="0">
                <a:latin typeface="微软雅黑" panose="020B0503020204020204" pitchFamily="34" charset="-122"/>
              </a:rPr>
              <a:t>P</a:t>
            </a:r>
            <a:r>
              <a:rPr lang="zh-CN" altLang="en-US" dirty="0">
                <a:latin typeface="微软雅黑" panose="020B0503020204020204" pitchFamily="34" charset="-122"/>
              </a:rPr>
              <a:t>一个</a:t>
            </a:r>
            <a:r>
              <a:rPr lang="zh-CN" altLang="en-US" dirty="0">
                <a:solidFill>
                  <a:srgbClr val="CC0000"/>
                </a:solidFill>
                <a:latin typeface="微软雅黑" panose="020B0503020204020204" pitchFamily="34" charset="-122"/>
              </a:rPr>
              <a:t>活动的生存期</a:t>
            </a:r>
            <a:r>
              <a:rPr lang="zh-CN" altLang="en-US" dirty="0">
                <a:latin typeface="微软雅黑" panose="020B0503020204020204" pitchFamily="34" charset="-122"/>
              </a:rPr>
              <a:t>，指的是从执行该过程体第一步操作到最后一步操作之间的操作序，包括执行</a:t>
            </a:r>
            <a:r>
              <a:rPr lang="en-US" altLang="zh-CN" dirty="0">
                <a:latin typeface="微软雅黑" panose="020B0503020204020204" pitchFamily="34" charset="-122"/>
              </a:rPr>
              <a:t>P</a:t>
            </a:r>
            <a:r>
              <a:rPr lang="zh-CN" altLang="en-US" dirty="0">
                <a:latin typeface="微软雅黑" panose="020B0503020204020204" pitchFamily="34" charset="-122"/>
              </a:rPr>
              <a:t>时调用其它过程花费的时间</a:t>
            </a:r>
            <a:endParaRPr lang="en-US" altLang="zh-CN" dirty="0">
              <a:latin typeface="微软雅黑" panose="020B0503020204020204" pitchFamily="34" charset="-122"/>
            </a:endParaRPr>
          </a:p>
          <a:p>
            <a:pPr>
              <a:spcBef>
                <a:spcPct val="30000"/>
              </a:spcBef>
            </a:pPr>
            <a:r>
              <a:rPr lang="zh-CN" altLang="en-US" dirty="0"/>
              <a:t>编译程序必须知道目标程序的运行时存储空间组织</a:t>
            </a:r>
            <a:endParaRPr lang="zh-CN" altLang="en-US" dirty="0">
              <a:latin typeface="微软雅黑" panose="020B0503020204020204" pitchFamily="34" charset="-122"/>
            </a:endParaRPr>
          </a:p>
        </p:txBody>
      </p:sp>
      <p:sp>
        <p:nvSpPr>
          <p:cNvPr id="3" name="灯片编号占位符 2">
            <a:extLst>
              <a:ext uri="{FF2B5EF4-FFF2-40B4-BE49-F238E27FC236}">
                <a16:creationId xmlns:a16="http://schemas.microsoft.com/office/drawing/2014/main" id="{F14470EE-B2CE-CC0E-52B6-04F64C674BD7}"/>
              </a:ext>
            </a:extLst>
          </p:cNvPr>
          <p:cNvSpPr>
            <a:spLocks noGrp="1"/>
          </p:cNvSpPr>
          <p:nvPr>
            <p:ph type="sldNum" sz="quarter" idx="12"/>
          </p:nvPr>
        </p:nvSpPr>
        <p:spPr/>
        <p:txBody>
          <a:bodyPr/>
          <a:lstStyle/>
          <a:p>
            <a:pPr>
              <a:defRPr/>
            </a:pPr>
            <a:fld id="{81F535CF-9FA2-417D-855C-A8D9EC245586}" type="slidenum">
              <a:rPr lang="en-US" smtClean="0"/>
              <a:pPr>
                <a:defRPr/>
              </a:pPr>
              <a:t>21</a:t>
            </a:fld>
            <a:endParaRPr lang="en-US" dirty="0"/>
          </a:p>
        </p:txBody>
      </p:sp>
    </p:spTree>
    <p:extLst>
      <p:ext uri="{BB962C8B-B14F-4D97-AF65-F5344CB8AC3E}">
        <p14:creationId xmlns:p14="http://schemas.microsoft.com/office/powerpoint/2010/main" val="1481124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2" name="Rectangle 3"/>
          <p:cNvSpPr>
            <a:spLocks noGrp="1" noChangeArrowheads="1"/>
          </p:cNvSpPr>
          <p:nvPr>
            <p:ph type="title"/>
          </p:nvPr>
        </p:nvSpPr>
        <p:spPr/>
        <p:txBody>
          <a:bodyPr/>
          <a:lstStyle/>
          <a:p>
            <a:r>
              <a:rPr lang="zh-CN" altLang="en-US"/>
              <a:t>存储分配策略 </a:t>
            </a:r>
            <a:endParaRPr lang="zh-CN" altLang="en-US" dirty="0"/>
          </a:p>
        </p:txBody>
      </p:sp>
      <p:sp>
        <p:nvSpPr>
          <p:cNvPr id="68610" name="Rectangle 2"/>
          <p:cNvSpPr>
            <a:spLocks noGrp="1" noChangeArrowheads="1"/>
          </p:cNvSpPr>
          <p:nvPr>
            <p:ph idx="1"/>
          </p:nvPr>
        </p:nvSpPr>
        <p:spPr>
          <a:xfrm>
            <a:off x="693738" y="2009775"/>
            <a:ext cx="8696325" cy="5190290"/>
          </a:xfrm>
        </p:spPr>
        <p:txBody>
          <a:bodyPr>
            <a:normAutofit/>
          </a:bodyPr>
          <a:lstStyle/>
          <a:p>
            <a:r>
              <a:rPr lang="zh-CN" altLang="en-US" dirty="0"/>
              <a:t>静态分配策略</a:t>
            </a:r>
            <a:r>
              <a:rPr lang="en-US" altLang="zh-CN" dirty="0"/>
              <a:t>(</a:t>
            </a:r>
            <a:r>
              <a:rPr lang="zh-CN" altLang="en-US" dirty="0"/>
              <a:t>不允许递归和动态申请释放内存</a:t>
            </a:r>
            <a:r>
              <a:rPr lang="en-US" altLang="zh-CN" dirty="0"/>
              <a:t>)</a:t>
            </a:r>
          </a:p>
          <a:p>
            <a:pPr lvl="1"/>
            <a:r>
              <a:rPr lang="zh-CN" altLang="en-US" dirty="0"/>
              <a:t>在编译时能确定数据空间的大小，并为每个数据项目确定出在运行时刻的存储空间中的位置</a:t>
            </a:r>
            <a:endParaRPr lang="en-US" altLang="zh-CN" dirty="0"/>
          </a:p>
          <a:p>
            <a:pPr lvl="1"/>
            <a:r>
              <a:rPr lang="en-US" altLang="zh-CN" dirty="0"/>
              <a:t>FORTRAN</a:t>
            </a:r>
            <a:r>
              <a:rPr lang="zh-CN" altLang="en-US" dirty="0"/>
              <a:t>等</a:t>
            </a:r>
            <a:endParaRPr lang="zh-CN" altLang="zh-CN" dirty="0"/>
          </a:p>
          <a:p>
            <a:r>
              <a:rPr lang="zh-CN" altLang="en-US" b="1" dirty="0">
                <a:solidFill>
                  <a:srgbClr val="C00000"/>
                </a:solidFill>
              </a:rPr>
              <a:t>动态分配策略</a:t>
            </a:r>
            <a:r>
              <a:rPr lang="en-US" altLang="zh-CN" dirty="0"/>
              <a:t>(</a:t>
            </a:r>
            <a:r>
              <a:rPr lang="zh-CN" altLang="en-US" dirty="0"/>
              <a:t>允许递归和动态申请释放内存</a:t>
            </a:r>
            <a:r>
              <a:rPr lang="en-US" altLang="zh-CN" dirty="0"/>
              <a:t>)</a:t>
            </a:r>
            <a:endParaRPr lang="en-US" altLang="zh-CN" b="1" dirty="0">
              <a:solidFill>
                <a:srgbClr val="C00000"/>
              </a:solidFill>
            </a:endParaRPr>
          </a:p>
          <a:p>
            <a:pPr lvl="1"/>
            <a:r>
              <a:rPr lang="zh-CN" altLang="en-US" dirty="0"/>
              <a:t>在编译时不能确定运行时数据空间的大小，允许递归过程和动态申请释放内存</a:t>
            </a:r>
            <a:endParaRPr lang="en-US" altLang="zh-CN" dirty="0"/>
          </a:p>
          <a:p>
            <a:pPr lvl="1"/>
            <a:r>
              <a:rPr lang="zh-CN" altLang="en-US" dirty="0"/>
              <a:t>栈式动态分配、堆式动态分配</a:t>
            </a:r>
            <a:endParaRPr lang="en-US" altLang="zh-CN" dirty="0"/>
          </a:p>
          <a:p>
            <a:pPr lvl="1"/>
            <a:r>
              <a:rPr lang="en-US" altLang="zh-CN" dirty="0"/>
              <a:t>PASCAL</a:t>
            </a:r>
            <a:r>
              <a:rPr lang="zh-CN" altLang="en-US" dirty="0"/>
              <a:t>，</a:t>
            </a:r>
            <a:r>
              <a:rPr lang="en-US" altLang="zh-CN" dirty="0"/>
              <a:t>C/C++</a:t>
            </a:r>
            <a:r>
              <a:rPr lang="zh-CN" altLang="en-US" dirty="0"/>
              <a:t>等</a:t>
            </a:r>
          </a:p>
        </p:txBody>
      </p:sp>
      <p:sp>
        <p:nvSpPr>
          <p:cNvPr id="3" name="灯片编号占位符 2">
            <a:extLst>
              <a:ext uri="{FF2B5EF4-FFF2-40B4-BE49-F238E27FC236}">
                <a16:creationId xmlns:a16="http://schemas.microsoft.com/office/drawing/2014/main" id="{4DA53804-F034-8B48-C43A-1274F4A6E565}"/>
              </a:ext>
            </a:extLst>
          </p:cNvPr>
          <p:cNvSpPr>
            <a:spLocks noGrp="1"/>
          </p:cNvSpPr>
          <p:nvPr>
            <p:ph type="sldNum" sz="quarter" idx="12"/>
          </p:nvPr>
        </p:nvSpPr>
        <p:spPr/>
        <p:txBody>
          <a:bodyPr/>
          <a:lstStyle/>
          <a:p>
            <a:pPr>
              <a:defRPr/>
            </a:pPr>
            <a:fld id="{648864A3-7802-4631-BE0D-FF357BC6A1A9}" type="slidenum">
              <a:rPr lang="en-US" smtClean="0"/>
              <a:pPr>
                <a:defRPr/>
              </a:pPr>
              <a:t>22</a:t>
            </a:fld>
            <a:endParaRPr lang="en-US" dirty="0"/>
          </a:p>
        </p:txBody>
      </p:sp>
    </p:spTree>
    <p:extLst>
      <p:ext uri="{BB962C8B-B14F-4D97-AF65-F5344CB8AC3E}">
        <p14:creationId xmlns:p14="http://schemas.microsoft.com/office/powerpoint/2010/main" val="3030251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0">
                                            <p:txEl>
                                              <p:pRg st="0" end="0"/>
                                            </p:txEl>
                                          </p:spTgt>
                                        </p:tgtEl>
                                        <p:attrNameLst>
                                          <p:attrName>style.visibility</p:attrName>
                                        </p:attrNameLst>
                                      </p:cBhvr>
                                      <p:to>
                                        <p:strVal val="visible"/>
                                      </p:to>
                                    </p:set>
                                    <p:animEffect transition="in" filter="wipe(left)">
                                      <p:cBhvr>
                                        <p:cTn id="7" dur="500"/>
                                        <p:tgtEl>
                                          <p:spTgt spid="686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610">
                                            <p:txEl>
                                              <p:pRg st="1" end="1"/>
                                            </p:txEl>
                                          </p:spTgt>
                                        </p:tgtEl>
                                        <p:attrNameLst>
                                          <p:attrName>style.visibility</p:attrName>
                                        </p:attrNameLst>
                                      </p:cBhvr>
                                      <p:to>
                                        <p:strVal val="visible"/>
                                      </p:to>
                                    </p:set>
                                    <p:animEffect transition="in" filter="wipe(left)">
                                      <p:cBhvr>
                                        <p:cTn id="12" dur="500"/>
                                        <p:tgtEl>
                                          <p:spTgt spid="686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610">
                                            <p:txEl>
                                              <p:pRg st="2" end="2"/>
                                            </p:txEl>
                                          </p:spTgt>
                                        </p:tgtEl>
                                        <p:attrNameLst>
                                          <p:attrName>style.visibility</p:attrName>
                                        </p:attrNameLst>
                                      </p:cBhvr>
                                      <p:to>
                                        <p:strVal val="visible"/>
                                      </p:to>
                                    </p:set>
                                    <p:animEffect transition="in" filter="wipe(left)">
                                      <p:cBhvr>
                                        <p:cTn id="17" dur="500"/>
                                        <p:tgtEl>
                                          <p:spTgt spid="686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8610">
                                            <p:txEl>
                                              <p:pRg st="3" end="3"/>
                                            </p:txEl>
                                          </p:spTgt>
                                        </p:tgtEl>
                                        <p:attrNameLst>
                                          <p:attrName>style.visibility</p:attrName>
                                        </p:attrNameLst>
                                      </p:cBhvr>
                                      <p:to>
                                        <p:strVal val="visible"/>
                                      </p:to>
                                    </p:set>
                                    <p:animEffect transition="in" filter="wipe(left)">
                                      <p:cBhvr>
                                        <p:cTn id="22" dur="500"/>
                                        <p:tgtEl>
                                          <p:spTgt spid="686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8610">
                                            <p:txEl>
                                              <p:pRg st="4" end="4"/>
                                            </p:txEl>
                                          </p:spTgt>
                                        </p:tgtEl>
                                        <p:attrNameLst>
                                          <p:attrName>style.visibility</p:attrName>
                                        </p:attrNameLst>
                                      </p:cBhvr>
                                      <p:to>
                                        <p:strVal val="visible"/>
                                      </p:to>
                                    </p:set>
                                    <p:animEffect transition="in" filter="wipe(left)">
                                      <p:cBhvr>
                                        <p:cTn id="27" dur="500"/>
                                        <p:tgtEl>
                                          <p:spTgt spid="6861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8610">
                                            <p:txEl>
                                              <p:pRg st="5" end="5"/>
                                            </p:txEl>
                                          </p:spTgt>
                                        </p:tgtEl>
                                        <p:attrNameLst>
                                          <p:attrName>style.visibility</p:attrName>
                                        </p:attrNameLst>
                                      </p:cBhvr>
                                      <p:to>
                                        <p:strVal val="visible"/>
                                      </p:to>
                                    </p:set>
                                    <p:animEffect transition="in" filter="wipe(left)">
                                      <p:cBhvr>
                                        <p:cTn id="32" dur="500"/>
                                        <p:tgtEl>
                                          <p:spTgt spid="686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8610">
                                            <p:txEl>
                                              <p:pRg st="6" end="6"/>
                                            </p:txEl>
                                          </p:spTgt>
                                        </p:tgtEl>
                                        <p:attrNameLst>
                                          <p:attrName>style.visibility</p:attrName>
                                        </p:attrNameLst>
                                      </p:cBhvr>
                                      <p:to>
                                        <p:strVal val="visible"/>
                                      </p:to>
                                    </p:set>
                                    <p:animEffect transition="in" filter="wipe(left)">
                                      <p:cBhvr>
                                        <p:cTn id="37" dur="500"/>
                                        <p:tgtEl>
                                          <p:spTgt spid="686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运行时存储器的划分</a:t>
            </a:r>
            <a:r>
              <a:rPr lang="zh-CN" altLang="en-US" dirty="0">
                <a:ea typeface="黑体" panose="02010609060101010101" pitchFamily="49" charset="-122"/>
              </a:rPr>
              <a:t> </a:t>
            </a:r>
          </a:p>
        </p:txBody>
      </p:sp>
      <p:sp>
        <p:nvSpPr>
          <p:cNvPr id="62467"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一个目标程序运行所需的存储空间包括</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存放</a:t>
            </a:r>
            <a:r>
              <a:rPr lang="zh-CN" altLang="en-US" sz="2646" dirty="0">
                <a:solidFill>
                  <a:srgbClr val="CC0000"/>
                </a:solidFill>
              </a:rPr>
              <a:t>目标代码</a:t>
            </a:r>
            <a:r>
              <a:rPr lang="zh-CN" altLang="en-US" sz="2646" dirty="0">
                <a:solidFill>
                  <a:schemeClr val="tx1">
                    <a:lumMod val="75000"/>
                    <a:lumOff val="25000"/>
                  </a:schemeClr>
                </a:solidFill>
              </a:rPr>
              <a:t>的空间</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存放</a:t>
            </a:r>
            <a:r>
              <a:rPr lang="zh-CN" altLang="en-US" sz="2646" dirty="0">
                <a:solidFill>
                  <a:srgbClr val="CC0000"/>
                </a:solidFill>
              </a:rPr>
              <a:t>数据项目</a:t>
            </a:r>
            <a:r>
              <a:rPr lang="zh-CN" altLang="en-US" sz="2646" dirty="0">
                <a:solidFill>
                  <a:schemeClr val="tx1">
                    <a:lumMod val="75000"/>
                    <a:lumOff val="25000"/>
                  </a:schemeClr>
                </a:solidFill>
              </a:rPr>
              <a:t>的空间</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通过类型静态定义的数组，变量</a:t>
            </a:r>
            <a:r>
              <a:rPr lang="en-US" altLang="zh-CN" sz="2646" dirty="0">
                <a:solidFill>
                  <a:schemeClr val="tx1">
                    <a:lumMod val="75000"/>
                    <a:lumOff val="25000"/>
                  </a:schemeClr>
                </a:solidFill>
              </a:rPr>
              <a:t>)</a:t>
            </a:r>
            <a:endParaRPr lang="zh-CN" altLang="en-US"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存放程序运行的</a:t>
            </a:r>
            <a:r>
              <a:rPr lang="zh-CN" altLang="en-US" sz="2646" dirty="0">
                <a:solidFill>
                  <a:srgbClr val="CC0000"/>
                </a:solidFill>
              </a:rPr>
              <a:t>控制或连接数据</a:t>
            </a:r>
            <a:r>
              <a:rPr lang="zh-CN" altLang="en-US" sz="2646" dirty="0">
                <a:solidFill>
                  <a:schemeClr val="tx1">
                    <a:lumMod val="75000"/>
                    <a:lumOff val="25000"/>
                  </a:schemeClr>
                </a:solidFill>
              </a:rPr>
              <a:t>所需单元（程序员没有显式声明，如过程调用时为形式参数准备单元，调用程序保存返回地址）</a:t>
            </a:r>
          </a:p>
        </p:txBody>
      </p:sp>
      <p:sp>
        <p:nvSpPr>
          <p:cNvPr id="3" name="灯片编号占位符 2">
            <a:extLst>
              <a:ext uri="{FF2B5EF4-FFF2-40B4-BE49-F238E27FC236}">
                <a16:creationId xmlns:a16="http://schemas.microsoft.com/office/drawing/2014/main" id="{055A87C7-2445-308D-7E4B-643C04B24F1E}"/>
              </a:ext>
            </a:extLst>
          </p:cNvPr>
          <p:cNvSpPr>
            <a:spLocks noGrp="1"/>
          </p:cNvSpPr>
          <p:nvPr>
            <p:ph type="sldNum" sz="quarter" idx="12"/>
          </p:nvPr>
        </p:nvSpPr>
        <p:spPr/>
        <p:txBody>
          <a:bodyPr/>
          <a:lstStyle/>
          <a:p>
            <a:pPr>
              <a:defRPr/>
            </a:pPr>
            <a:fld id="{81F535CF-9FA2-417D-855C-A8D9EC245586}" type="slidenum">
              <a:rPr lang="en-US" smtClean="0"/>
              <a:pPr>
                <a:defRPr/>
              </a:pPr>
              <a:t>23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wipe(left)">
                                      <p:cBhvr>
                                        <p:cTn id="7" dur="500"/>
                                        <p:tgtEl>
                                          <p:spTgt spid="62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wipe(left)">
                                      <p:cBhvr>
                                        <p:cTn id="12" dur="500"/>
                                        <p:tgtEl>
                                          <p:spTgt spid="62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67">
                                            <p:txEl>
                                              <p:pRg st="2" end="2"/>
                                            </p:txEl>
                                          </p:spTgt>
                                        </p:tgtEl>
                                        <p:attrNameLst>
                                          <p:attrName>style.visibility</p:attrName>
                                        </p:attrNameLst>
                                      </p:cBhvr>
                                      <p:to>
                                        <p:strVal val="visible"/>
                                      </p:to>
                                    </p:set>
                                    <p:animEffect transition="in" filter="wipe(left)">
                                      <p:cBhvr>
                                        <p:cTn id="17" dur="500"/>
                                        <p:tgtEl>
                                          <p:spTgt spid="62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67">
                                            <p:txEl>
                                              <p:pRg st="3" end="3"/>
                                            </p:txEl>
                                          </p:spTgt>
                                        </p:tgtEl>
                                        <p:attrNameLst>
                                          <p:attrName>style.visibility</p:attrName>
                                        </p:attrNameLst>
                                      </p:cBhvr>
                                      <p:to>
                                        <p:strVal val="visible"/>
                                      </p:to>
                                    </p:set>
                                    <p:animEffect transition="in" filter="wipe(left)">
                                      <p:cBhvr>
                                        <p:cTn id="22" dur="500"/>
                                        <p:tgtEl>
                                          <p:spTgt spid="624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3" name="Rectangle 1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a:t>程序在运行时刻的内存划分</a:t>
            </a:r>
            <a:endParaRPr lang="en-GB" altLang="zh-CN"/>
          </a:p>
        </p:txBody>
      </p:sp>
      <p:sp>
        <p:nvSpPr>
          <p:cNvPr id="13" name="Rectangle 5"/>
          <p:cNvSpPr>
            <a:spLocks noChangeArrowheads="1"/>
          </p:cNvSpPr>
          <p:nvPr/>
        </p:nvSpPr>
        <p:spPr bwMode="auto">
          <a:xfrm>
            <a:off x="2381250" y="2022475"/>
            <a:ext cx="3527425" cy="6699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代码(</a:t>
            </a:r>
            <a:r>
              <a:rPr kumimoji="1" lang="en-US" altLang="zh-CN" sz="3086">
                <a:solidFill>
                  <a:prstClr val="black"/>
                </a:solidFill>
                <a:latin typeface="微软雅黑" panose="020B0503020204020204" pitchFamily="34" charset="-122"/>
                <a:cs typeface="+mn-cs"/>
              </a:rPr>
              <a:t>Code)</a:t>
            </a:r>
          </a:p>
        </p:txBody>
      </p:sp>
      <p:sp>
        <p:nvSpPr>
          <p:cNvPr id="14" name="Rectangle 6"/>
          <p:cNvSpPr>
            <a:spLocks noChangeArrowheads="1"/>
          </p:cNvSpPr>
          <p:nvPr/>
        </p:nvSpPr>
        <p:spPr bwMode="auto">
          <a:xfrm>
            <a:off x="2381250" y="2695575"/>
            <a:ext cx="3527425" cy="10906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静态数据</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a:t>
            </a:r>
            <a:r>
              <a:rPr kumimoji="1" lang="en-US" altLang="zh-CN" sz="3086">
                <a:solidFill>
                  <a:prstClr val="black"/>
                </a:solidFill>
                <a:latin typeface="微软雅黑" panose="020B0503020204020204" pitchFamily="34" charset="-122"/>
                <a:cs typeface="+mn-cs"/>
              </a:rPr>
              <a:t>Static Data)</a:t>
            </a:r>
          </a:p>
        </p:txBody>
      </p:sp>
      <p:sp>
        <p:nvSpPr>
          <p:cNvPr id="15" name="Rectangle 7"/>
          <p:cNvSpPr>
            <a:spLocks noChangeArrowheads="1"/>
          </p:cNvSpPr>
          <p:nvPr/>
        </p:nvSpPr>
        <p:spPr bwMode="auto">
          <a:xfrm>
            <a:off x="2381250" y="3786188"/>
            <a:ext cx="3527425" cy="6715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栈(</a:t>
            </a:r>
            <a:r>
              <a:rPr kumimoji="1" lang="en-US" altLang="zh-CN" sz="3086">
                <a:solidFill>
                  <a:prstClr val="black"/>
                </a:solidFill>
                <a:latin typeface="微软雅黑" panose="020B0503020204020204" pitchFamily="34" charset="-122"/>
                <a:cs typeface="+mn-cs"/>
              </a:rPr>
              <a:t>Stack)</a:t>
            </a:r>
          </a:p>
        </p:txBody>
      </p:sp>
      <p:sp>
        <p:nvSpPr>
          <p:cNvPr id="16" name="Rectangle 8"/>
          <p:cNvSpPr>
            <a:spLocks noChangeArrowheads="1"/>
          </p:cNvSpPr>
          <p:nvPr/>
        </p:nvSpPr>
        <p:spPr bwMode="auto">
          <a:xfrm>
            <a:off x="2381250" y="4459288"/>
            <a:ext cx="352742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sym typeface="Symbol" panose="05050102010706020507" pitchFamily="18" charset="2"/>
              </a:rPr>
              <a:t></a:t>
            </a:r>
            <a:endParaRPr kumimoji="1" lang="zh-CN" altLang="zh-CN" sz="3086">
              <a:solidFill>
                <a:prstClr val="black"/>
              </a:solidFill>
              <a:latin typeface="微软雅黑" panose="020B0503020204020204" pitchFamily="34" charset="-122"/>
              <a:cs typeface="+mn-cs"/>
            </a:endParaRPr>
          </a:p>
        </p:txBody>
      </p:sp>
      <p:sp>
        <p:nvSpPr>
          <p:cNvPr id="17" name="Rectangle 9"/>
          <p:cNvSpPr>
            <a:spLocks noChangeArrowheads="1"/>
          </p:cNvSpPr>
          <p:nvPr/>
        </p:nvSpPr>
        <p:spPr bwMode="auto">
          <a:xfrm>
            <a:off x="2381250" y="5802313"/>
            <a:ext cx="3527425" cy="7540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堆(</a:t>
            </a:r>
            <a:r>
              <a:rPr kumimoji="1" lang="en-US" altLang="zh-CN" sz="3086">
                <a:solidFill>
                  <a:prstClr val="black"/>
                </a:solidFill>
                <a:latin typeface="微软雅黑" panose="020B0503020204020204" pitchFamily="34" charset="-122"/>
                <a:cs typeface="+mn-cs"/>
              </a:rPr>
              <a:t>Heap)</a:t>
            </a:r>
          </a:p>
        </p:txBody>
      </p:sp>
      <p:sp>
        <p:nvSpPr>
          <p:cNvPr id="18" name="Rectangle 10"/>
          <p:cNvSpPr>
            <a:spLocks noChangeArrowheads="1"/>
          </p:cNvSpPr>
          <p:nvPr/>
        </p:nvSpPr>
        <p:spPr bwMode="auto">
          <a:xfrm>
            <a:off x="2381250" y="2022475"/>
            <a:ext cx="3527425" cy="4535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lang="en-GB" altLang="zh-CN" sz="1984">
              <a:solidFill>
                <a:prstClr val="black"/>
              </a:solidFill>
              <a:latin typeface="微软雅黑" panose="020B0503020204020204" pitchFamily="34" charset="-122"/>
              <a:cs typeface="+mn-cs"/>
            </a:endParaRPr>
          </a:p>
        </p:txBody>
      </p:sp>
      <p:sp>
        <p:nvSpPr>
          <p:cNvPr id="19" name="Rectangle 11"/>
          <p:cNvSpPr>
            <a:spLocks noChangeArrowheads="1"/>
          </p:cNvSpPr>
          <p:nvPr/>
        </p:nvSpPr>
        <p:spPr bwMode="auto">
          <a:xfrm>
            <a:off x="2381250" y="5130800"/>
            <a:ext cx="35274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sym typeface="Symbol" panose="05050102010706020507" pitchFamily="18" charset="2"/>
              </a:rPr>
              <a:t></a:t>
            </a:r>
            <a:endParaRPr kumimoji="1" lang="zh-CN" altLang="zh-CN" sz="3086">
              <a:solidFill>
                <a:prstClr val="black"/>
              </a:solidFill>
              <a:latin typeface="微软雅黑" panose="020B0503020204020204" pitchFamily="34" charset="-122"/>
              <a:cs typeface="+mn-cs"/>
            </a:endParaRPr>
          </a:p>
        </p:txBody>
      </p:sp>
      <p:sp>
        <p:nvSpPr>
          <p:cNvPr id="3" name="灯片编号占位符 2">
            <a:extLst>
              <a:ext uri="{FF2B5EF4-FFF2-40B4-BE49-F238E27FC236}">
                <a16:creationId xmlns:a16="http://schemas.microsoft.com/office/drawing/2014/main" id="{3094C4BF-AA23-917D-4C8D-68655B625CCE}"/>
              </a:ext>
            </a:extLst>
          </p:cNvPr>
          <p:cNvSpPr>
            <a:spLocks noGrp="1"/>
          </p:cNvSpPr>
          <p:nvPr>
            <p:ph type="sldNum" sz="quarter" idx="12"/>
          </p:nvPr>
        </p:nvSpPr>
        <p:spPr/>
        <p:txBody>
          <a:bodyPr/>
          <a:lstStyle/>
          <a:p>
            <a:pPr>
              <a:defRPr/>
            </a:pPr>
            <a:fld id="{81F535CF-9FA2-417D-855C-A8D9EC245586}" type="slidenum">
              <a:rPr lang="en-US" smtClean="0"/>
              <a:pPr>
                <a:defRPr/>
              </a:pPr>
              <a:t>24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strVal val="2/3*#ppt_w"/>
                                          </p:val>
                                        </p:tav>
                                        <p:tav tm="100000">
                                          <p:val>
                                            <p:strVal val="#ppt_w"/>
                                          </p:val>
                                        </p:tav>
                                      </p:tavLst>
                                    </p:anim>
                                    <p:anim calcmode="lin" valueType="num">
                                      <p:cBhvr>
                                        <p:cTn id="8" dur="500" fill="hold"/>
                                        <p:tgtEl>
                                          <p:spTgt spid="18"/>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500"/>
                                        <p:tgtEl>
                                          <p:spTgt spid="1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down)">
                                      <p:cBhvr>
                                        <p:cTn id="33" dur="5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down)">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autoUpdateAnimBg="0"/>
      <p:bldP spid="14" grpId="0" animBg="1" autoUpdateAnimBg="0"/>
      <p:bldP spid="15" grpId="0" animBg="1" autoUpdateAnimBg="0"/>
      <p:bldP spid="16" grpId="0" autoUpdateAnimBg="0"/>
      <p:bldP spid="17" grpId="0" animBg="1" autoUpdateAnimBg="0"/>
      <p:bldP spid="18" grpId="0" animBg="1"/>
      <p:bldP spid="1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050"/>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过程的活动与</a:t>
            </a:r>
            <a:r>
              <a:rPr lang="zh-CN" altLang="en-US" noProof="1"/>
              <a:t>活动记录</a:t>
            </a:r>
            <a:endParaRPr lang="zh-CN" altLang="en-US" dirty="0"/>
          </a:p>
        </p:txBody>
      </p:sp>
      <p:sp>
        <p:nvSpPr>
          <p:cNvPr id="8195" name="Rectangle 2051"/>
          <p:cNvSpPr>
            <a:spLocks noGrp="1" noChangeArrowheads="1"/>
          </p:cNvSpPr>
          <p:nvPr>
            <p:ph idx="1"/>
          </p:nvPr>
        </p:nvSpPr>
        <p:spPr>
          <a:xfrm>
            <a:off x="693738" y="2009775"/>
            <a:ext cx="8696325" cy="5145088"/>
          </a:xfrm>
        </p:spPr>
        <p:txBody>
          <a:bodyPr rtlCol="0">
            <a:normAutofit/>
          </a:bodyPr>
          <a:lstStyle/>
          <a:p>
            <a:pPr marL="377979" indent="-377979" defTabSz="503972" eaLnBrk="1" fontAlgn="auto" hangingPunct="1">
              <a:spcBef>
                <a:spcPct val="30000"/>
              </a:spcBef>
              <a:spcAft>
                <a:spcPts val="0"/>
              </a:spcAft>
              <a:buFont typeface="Wingdings 3" charset="2"/>
              <a:buChar char=""/>
              <a:defRPr/>
            </a:pPr>
            <a:r>
              <a:rPr lang="zh-CN" altLang="en-US" sz="3086" dirty="0">
                <a:solidFill>
                  <a:schemeClr val="tx1">
                    <a:lumMod val="75000"/>
                    <a:lumOff val="25000"/>
                  </a:schemeClr>
                </a:solidFill>
              </a:rPr>
              <a:t>一个过程的</a:t>
            </a:r>
            <a:r>
              <a:rPr lang="zh-CN" altLang="en-US" sz="3086" dirty="0">
                <a:solidFill>
                  <a:srgbClr val="CC0000"/>
                </a:solidFill>
              </a:rPr>
              <a:t>活动</a:t>
            </a:r>
            <a:r>
              <a:rPr lang="zh-CN" altLang="en-US" sz="3086" dirty="0">
                <a:solidFill>
                  <a:schemeClr val="tx1">
                    <a:lumMod val="75000"/>
                    <a:lumOff val="25000"/>
                  </a:schemeClr>
                </a:solidFill>
              </a:rPr>
              <a:t>指的是该过程的一次执行</a:t>
            </a:r>
            <a:endParaRPr lang="en-US" altLang="zh-CN" sz="3086" dirty="0">
              <a:solidFill>
                <a:schemeClr val="tx1">
                  <a:lumMod val="75000"/>
                  <a:lumOff val="25000"/>
                </a:schemeClr>
              </a:solidFill>
            </a:endParaRPr>
          </a:p>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rgbClr val="CC0000"/>
                </a:solidFill>
              </a:rPr>
              <a:t>活动记录</a:t>
            </a:r>
            <a:endParaRPr lang="en-US" altLang="zh-CN" sz="3086" dirty="0">
              <a:solidFill>
                <a:srgbClr val="CC0000"/>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运行时，每当进入一个过程就有一个相应的</a:t>
            </a:r>
            <a:r>
              <a:rPr lang="zh-CN" altLang="en-US" sz="2646" noProof="1">
                <a:solidFill>
                  <a:srgbClr val="CC0000"/>
                </a:solidFill>
              </a:rPr>
              <a:t>活动记录</a:t>
            </a:r>
            <a:r>
              <a:rPr lang="zh-CN" altLang="en-US" sz="2646" noProof="1">
                <a:solidFill>
                  <a:schemeClr val="tx1">
                    <a:lumMod val="75000"/>
                    <a:lumOff val="25000"/>
                  </a:schemeClr>
                </a:solidFill>
              </a:rPr>
              <a:t>累筑于栈顶</a:t>
            </a:r>
            <a:endParaRPr lang="en-US" altLang="zh-CN" sz="2646" dirty="0">
              <a:solidFill>
                <a:schemeClr val="tx1">
                  <a:lumMod val="75000"/>
                  <a:lumOff val="25000"/>
                </a:schemeClr>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活动记录含有这次执行的</a:t>
            </a:r>
            <a:r>
              <a:rPr lang="zh-CN" altLang="en-US" sz="2646" noProof="1">
                <a:solidFill>
                  <a:srgbClr val="0070C0"/>
                </a:solidFill>
              </a:rPr>
              <a:t>连接数据（保存返回地址）</a:t>
            </a:r>
            <a:r>
              <a:rPr lang="zh-CN" altLang="en-US" sz="2646" noProof="1">
                <a:solidFill>
                  <a:schemeClr val="tx1">
                    <a:lumMod val="75000"/>
                    <a:lumOff val="25000"/>
                  </a:schemeClr>
                </a:solidFill>
              </a:rPr>
              <a:t>、</a:t>
            </a:r>
            <a:r>
              <a:rPr lang="zh-CN" altLang="en-US" sz="2646" noProof="1">
                <a:solidFill>
                  <a:srgbClr val="0070C0"/>
                </a:solidFill>
              </a:rPr>
              <a:t>形式单元</a:t>
            </a:r>
            <a:r>
              <a:rPr lang="zh-CN" altLang="en-US" sz="2646" noProof="1">
                <a:solidFill>
                  <a:schemeClr val="tx1">
                    <a:lumMod val="75000"/>
                    <a:lumOff val="25000"/>
                  </a:schemeClr>
                </a:solidFill>
              </a:rPr>
              <a:t>、</a:t>
            </a:r>
            <a:r>
              <a:rPr lang="zh-CN" altLang="en-US" sz="2646" noProof="1">
                <a:solidFill>
                  <a:srgbClr val="0070C0"/>
                </a:solidFill>
              </a:rPr>
              <a:t>局部变量</a:t>
            </a:r>
            <a:r>
              <a:rPr lang="zh-CN" altLang="en-US" sz="2646" noProof="1">
                <a:solidFill>
                  <a:schemeClr val="tx1">
                    <a:lumMod val="75000"/>
                    <a:lumOff val="25000"/>
                  </a:schemeClr>
                </a:solidFill>
              </a:rPr>
              <a:t>、</a:t>
            </a:r>
            <a:r>
              <a:rPr lang="zh-CN" altLang="en-US" sz="2646" noProof="1">
                <a:solidFill>
                  <a:srgbClr val="0070C0"/>
                </a:solidFill>
              </a:rPr>
              <a:t>局部数组的内情向量</a:t>
            </a:r>
            <a:r>
              <a:rPr lang="zh-CN" altLang="en-US" sz="2646" noProof="1">
                <a:solidFill>
                  <a:schemeClr val="tx1">
                    <a:lumMod val="75000"/>
                    <a:lumOff val="25000"/>
                  </a:schemeClr>
                </a:solidFill>
              </a:rPr>
              <a:t>和</a:t>
            </a:r>
            <a:r>
              <a:rPr lang="zh-CN" altLang="en-US" sz="2646" noProof="1">
                <a:solidFill>
                  <a:srgbClr val="0070C0"/>
                </a:solidFill>
              </a:rPr>
              <a:t>临时工作单元（表达式语句中临时单元）</a:t>
            </a:r>
            <a:r>
              <a:rPr lang="zh-CN" altLang="en-US" sz="2646" noProof="1">
                <a:solidFill>
                  <a:schemeClr val="tx1">
                    <a:lumMod val="75000"/>
                    <a:lumOff val="25000"/>
                  </a:schemeClr>
                </a:solidFill>
              </a:rPr>
              <a:t>等</a:t>
            </a:r>
            <a:endParaRPr lang="zh-CN" altLang="en-US" sz="264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C430B50E-8B45-307C-7DF0-A6F5C9E23B56}"/>
              </a:ext>
            </a:extLst>
          </p:cNvPr>
          <p:cNvSpPr>
            <a:spLocks noGrp="1"/>
          </p:cNvSpPr>
          <p:nvPr>
            <p:ph type="sldNum" sz="quarter" idx="12"/>
          </p:nvPr>
        </p:nvSpPr>
        <p:spPr/>
        <p:txBody>
          <a:bodyPr/>
          <a:lstStyle/>
          <a:p>
            <a:pPr>
              <a:defRPr/>
            </a:pPr>
            <a:fld id="{648864A3-7802-4631-BE0D-FF357BC6A1A9}" type="slidenum">
              <a:rPr lang="en-US" smtClean="0"/>
              <a:pPr>
                <a:defRPr/>
              </a:pPr>
              <a:t>25</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wipe(left)">
                                      <p:cBhvr>
                                        <p:cTn id="15" dur="500"/>
                                        <p:tgtEl>
                                          <p:spTgt spid="8195">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195">
                                            <p:txEl>
                                              <p:pRg st="3" end="3"/>
                                            </p:txEl>
                                          </p:spTgt>
                                        </p:tgtEl>
                                        <p:attrNameLst>
                                          <p:attrName>style.visibility</p:attrName>
                                        </p:attrNameLst>
                                      </p:cBhvr>
                                      <p:to>
                                        <p:strVal val="visible"/>
                                      </p:to>
                                    </p:set>
                                    <p:animEffect transition="in" filter="wipe(left)">
                                      <p:cBhvr>
                                        <p:cTn id="18" dur="500"/>
                                        <p:tgtEl>
                                          <p:spTgt spid="81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7" name="Rectangle 12"/>
          <p:cNvSpPr>
            <a:spLocks noGrp="1" noChangeArrowheads="1"/>
          </p:cNvSpPr>
          <p:nvPr>
            <p:ph type="title"/>
          </p:nvPr>
        </p:nvSpPr>
        <p:spPr/>
        <p:txBody>
          <a:bodyPr/>
          <a:lstStyle/>
          <a:p>
            <a:pPr eaLnBrk="1" hangingPunct="1"/>
            <a:r>
              <a:rPr lang="zh-CN" altLang="en-US"/>
              <a:t>程序在运行时刻的内存划分</a:t>
            </a:r>
            <a:endParaRPr lang="en-GB" altLang="zh-CN"/>
          </a:p>
        </p:txBody>
      </p:sp>
      <p:sp>
        <p:nvSpPr>
          <p:cNvPr id="16" name="Rectangle 5"/>
          <p:cNvSpPr>
            <a:spLocks noChangeArrowheads="1"/>
          </p:cNvSpPr>
          <p:nvPr/>
        </p:nvSpPr>
        <p:spPr bwMode="auto">
          <a:xfrm>
            <a:off x="2381529" y="2022914"/>
            <a:ext cx="3527848" cy="67022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代码(</a:t>
            </a:r>
            <a:r>
              <a:rPr kumimoji="1" lang="en-US" altLang="zh-CN" sz="3086">
                <a:latin typeface="微软雅黑" panose="020B0503020204020204" pitchFamily="34" charset="-122"/>
              </a:rPr>
              <a:t>Code)</a:t>
            </a:r>
          </a:p>
        </p:txBody>
      </p:sp>
      <p:sp>
        <p:nvSpPr>
          <p:cNvPr id="17" name="Rectangle 6"/>
          <p:cNvSpPr>
            <a:spLocks noChangeArrowheads="1"/>
          </p:cNvSpPr>
          <p:nvPr/>
        </p:nvSpPr>
        <p:spPr bwMode="auto">
          <a:xfrm>
            <a:off x="2381529" y="2694884"/>
            <a:ext cx="3527848" cy="109195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静态数据</a:t>
            </a:r>
          </a:p>
          <a:p>
            <a:pPr algn="ctr" eaLnBrk="1" hangingPunct="1">
              <a:spcBef>
                <a:spcPct val="0"/>
              </a:spcBef>
              <a:buClrTx/>
              <a:buSzTx/>
              <a:buFontTx/>
              <a:buNone/>
            </a:pPr>
            <a:r>
              <a:rPr kumimoji="1" lang="zh-CN" altLang="en-US" sz="3086">
                <a:latin typeface="微软雅黑" panose="020B0503020204020204" pitchFamily="34" charset="-122"/>
              </a:rPr>
              <a:t>(</a:t>
            </a:r>
            <a:r>
              <a:rPr kumimoji="1" lang="en-US" altLang="zh-CN" sz="3086">
                <a:latin typeface="微软雅黑" panose="020B0503020204020204" pitchFamily="34" charset="-122"/>
              </a:rPr>
              <a:t>Static Data)</a:t>
            </a:r>
          </a:p>
        </p:txBody>
      </p:sp>
      <p:sp>
        <p:nvSpPr>
          <p:cNvPr id="18" name="Rectangle 7"/>
          <p:cNvSpPr>
            <a:spLocks noChangeArrowheads="1"/>
          </p:cNvSpPr>
          <p:nvPr/>
        </p:nvSpPr>
        <p:spPr bwMode="auto">
          <a:xfrm>
            <a:off x="2381529" y="3786838"/>
            <a:ext cx="3527848" cy="67022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dirty="0">
                <a:solidFill>
                  <a:srgbClr val="C00000"/>
                </a:solidFill>
                <a:latin typeface="微软雅黑" panose="020B0503020204020204" pitchFamily="34" charset="-122"/>
              </a:rPr>
              <a:t>栈(</a:t>
            </a:r>
            <a:r>
              <a:rPr kumimoji="1" lang="en-US" altLang="zh-CN" sz="3086" dirty="0">
                <a:solidFill>
                  <a:srgbClr val="C00000"/>
                </a:solidFill>
                <a:latin typeface="微软雅黑" panose="020B0503020204020204" pitchFamily="34" charset="-122"/>
              </a:rPr>
              <a:t>Stack)</a:t>
            </a:r>
          </a:p>
        </p:txBody>
      </p:sp>
      <p:sp>
        <p:nvSpPr>
          <p:cNvPr id="19" name="Rectangle 8"/>
          <p:cNvSpPr>
            <a:spLocks noChangeArrowheads="1"/>
          </p:cNvSpPr>
          <p:nvPr/>
        </p:nvSpPr>
        <p:spPr bwMode="auto">
          <a:xfrm>
            <a:off x="2381529" y="5563012"/>
            <a:ext cx="3527848" cy="360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sym typeface="Symbol" panose="05050102010706020507" pitchFamily="18" charset="2"/>
              </a:rPr>
              <a:t></a:t>
            </a:r>
            <a:endParaRPr kumimoji="1" lang="zh-CN" altLang="zh-CN" sz="3086">
              <a:latin typeface="微软雅黑" panose="020B0503020204020204" pitchFamily="34" charset="-122"/>
            </a:endParaRPr>
          </a:p>
        </p:txBody>
      </p:sp>
      <p:sp>
        <p:nvSpPr>
          <p:cNvPr id="20" name="Rectangle 9"/>
          <p:cNvSpPr>
            <a:spLocks noChangeArrowheads="1"/>
          </p:cNvSpPr>
          <p:nvPr/>
        </p:nvSpPr>
        <p:spPr bwMode="auto">
          <a:xfrm>
            <a:off x="2381529" y="6399475"/>
            <a:ext cx="3527848" cy="71396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堆(</a:t>
            </a:r>
            <a:r>
              <a:rPr kumimoji="1" lang="en-US" altLang="zh-CN" sz="3086">
                <a:latin typeface="微软雅黑" panose="020B0503020204020204" pitchFamily="34" charset="-122"/>
              </a:rPr>
              <a:t>Heap)</a:t>
            </a:r>
          </a:p>
        </p:txBody>
      </p:sp>
      <p:sp>
        <p:nvSpPr>
          <p:cNvPr id="21" name="Rectangle 10"/>
          <p:cNvSpPr>
            <a:spLocks noChangeArrowheads="1"/>
          </p:cNvSpPr>
          <p:nvPr/>
        </p:nvSpPr>
        <p:spPr bwMode="auto">
          <a:xfrm>
            <a:off x="2381529" y="2022912"/>
            <a:ext cx="3527848" cy="50905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lang="en-GB" altLang="zh-CN" sz="1984">
              <a:latin typeface="微软雅黑" panose="020B0503020204020204" pitchFamily="34" charset="-122"/>
            </a:endParaRPr>
          </a:p>
        </p:txBody>
      </p:sp>
      <p:sp>
        <p:nvSpPr>
          <p:cNvPr id="22" name="Rectangle 11"/>
          <p:cNvSpPr>
            <a:spLocks noChangeArrowheads="1"/>
          </p:cNvSpPr>
          <p:nvPr/>
        </p:nvSpPr>
        <p:spPr bwMode="auto">
          <a:xfrm>
            <a:off x="2381529" y="6038992"/>
            <a:ext cx="3527848" cy="360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sym typeface="Symbol" panose="05050102010706020507" pitchFamily="18" charset="2"/>
              </a:rPr>
              <a:t></a:t>
            </a:r>
            <a:endParaRPr kumimoji="1" lang="zh-CN" altLang="zh-CN" sz="3086">
              <a:latin typeface="微软雅黑" panose="020B0503020204020204" pitchFamily="34" charset="-122"/>
            </a:endParaRPr>
          </a:p>
        </p:txBody>
      </p:sp>
      <p:sp>
        <p:nvSpPr>
          <p:cNvPr id="23" name="Rectangle 8"/>
          <p:cNvSpPr>
            <a:spLocks noChangeArrowheads="1"/>
          </p:cNvSpPr>
          <p:nvPr/>
        </p:nvSpPr>
        <p:spPr bwMode="auto">
          <a:xfrm>
            <a:off x="2381529" y="4462110"/>
            <a:ext cx="3523880" cy="475980"/>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A</a:t>
            </a:r>
            <a:r>
              <a:rPr kumimoji="1" lang="zh-CN" altLang="en-US" sz="3086" dirty="0">
                <a:solidFill>
                  <a:schemeClr val="bg1"/>
                </a:solidFill>
                <a:latin typeface="微软雅黑" panose="020B0503020204020204" pitchFamily="34" charset="-122"/>
              </a:rPr>
              <a:t>的</a:t>
            </a:r>
            <a:r>
              <a:rPr kumimoji="1" lang="zh-CN" altLang="zh-CN" sz="3086" dirty="0">
                <a:solidFill>
                  <a:schemeClr val="bg1"/>
                </a:solidFill>
                <a:latin typeface="微软雅黑" panose="020B0503020204020204" pitchFamily="34" charset="-122"/>
              </a:rPr>
              <a:t>活动记录</a:t>
            </a:r>
            <a:endParaRPr kumimoji="1" lang="zh-CN" altLang="en-US" sz="3086" dirty="0">
              <a:solidFill>
                <a:schemeClr val="bg1"/>
              </a:solidFill>
              <a:latin typeface="微软雅黑" panose="020B0503020204020204" pitchFamily="34" charset="-122"/>
            </a:endParaRPr>
          </a:p>
        </p:txBody>
      </p:sp>
      <p:sp>
        <p:nvSpPr>
          <p:cNvPr id="24" name="Rectangle 8"/>
          <p:cNvSpPr>
            <a:spLocks noChangeArrowheads="1"/>
          </p:cNvSpPr>
          <p:nvPr/>
        </p:nvSpPr>
        <p:spPr bwMode="auto">
          <a:xfrm>
            <a:off x="2381529" y="4931090"/>
            <a:ext cx="3523880" cy="475980"/>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B</a:t>
            </a:r>
            <a:r>
              <a:rPr kumimoji="1" lang="zh-CN" altLang="en-US" sz="3086" dirty="0">
                <a:solidFill>
                  <a:schemeClr val="bg1"/>
                </a:solidFill>
                <a:latin typeface="微软雅黑" panose="020B0503020204020204" pitchFamily="34" charset="-122"/>
              </a:rPr>
              <a:t>的</a:t>
            </a:r>
            <a:r>
              <a:rPr kumimoji="1" lang="zh-CN" altLang="zh-CN" sz="3086" dirty="0">
                <a:solidFill>
                  <a:schemeClr val="bg1"/>
                </a:solidFill>
                <a:latin typeface="微软雅黑" panose="020B0503020204020204" pitchFamily="34" charset="-122"/>
              </a:rPr>
              <a:t>活动记录</a:t>
            </a:r>
            <a:endParaRPr kumimoji="1" lang="zh-CN" altLang="en-US" sz="3086" dirty="0">
              <a:solidFill>
                <a:schemeClr val="bg1"/>
              </a:solidFill>
              <a:latin typeface="微软雅黑" panose="020B0503020204020204" pitchFamily="34" charset="-122"/>
            </a:endParaRPr>
          </a:p>
        </p:txBody>
      </p:sp>
      <p:sp>
        <p:nvSpPr>
          <p:cNvPr id="25" name="Rectangle 8"/>
          <p:cNvSpPr>
            <a:spLocks noChangeArrowheads="1"/>
          </p:cNvSpPr>
          <p:nvPr/>
        </p:nvSpPr>
        <p:spPr bwMode="auto">
          <a:xfrm>
            <a:off x="2381529" y="3792912"/>
            <a:ext cx="3523880" cy="670418"/>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a:t>
            </a:r>
            <a:endParaRPr kumimoji="1" lang="zh-CN" altLang="en-US" sz="3086" dirty="0">
              <a:solidFill>
                <a:schemeClr val="bg1"/>
              </a:solidFill>
              <a:latin typeface="微软雅黑" panose="020B0503020204020204" pitchFamily="34" charset="-122"/>
            </a:endParaRPr>
          </a:p>
        </p:txBody>
      </p:sp>
      <p:sp>
        <p:nvSpPr>
          <p:cNvPr id="3" name="灯片编号占位符 2">
            <a:extLst>
              <a:ext uri="{FF2B5EF4-FFF2-40B4-BE49-F238E27FC236}">
                <a16:creationId xmlns:a16="http://schemas.microsoft.com/office/drawing/2014/main" id="{F0A0D790-299A-46E7-1A07-2D222B98C5C7}"/>
              </a:ext>
            </a:extLst>
          </p:cNvPr>
          <p:cNvSpPr>
            <a:spLocks noGrp="1"/>
          </p:cNvSpPr>
          <p:nvPr>
            <p:ph type="sldNum" sz="quarter" idx="12"/>
          </p:nvPr>
        </p:nvSpPr>
        <p:spPr/>
        <p:txBody>
          <a:bodyPr/>
          <a:lstStyle/>
          <a:p>
            <a:pPr>
              <a:defRPr/>
            </a:pPr>
            <a:fld id="{81F535CF-9FA2-417D-855C-A8D9EC245586}" type="slidenum">
              <a:rPr lang="en-US" smtClean="0"/>
              <a:pPr>
                <a:defRPr/>
              </a:pPr>
              <a:t>26</a:t>
            </a:fld>
            <a:endParaRPr lang="en-US" dirty="0"/>
          </a:p>
        </p:txBody>
      </p:sp>
    </p:spTree>
    <p:extLst>
      <p:ext uri="{BB962C8B-B14F-4D97-AF65-F5344CB8AC3E}">
        <p14:creationId xmlns:p14="http://schemas.microsoft.com/office/powerpoint/2010/main" val="399578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P spid="23" grpId="0" animBg="1" autoUpdateAnimBg="0"/>
      <p:bldP spid="24" grpId="0" animBg="1" autoUpdateAnimBg="0"/>
      <p:bldP spid="25"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7" name="Rectangle 12"/>
          <p:cNvSpPr>
            <a:spLocks noGrp="1" noChangeArrowheads="1"/>
          </p:cNvSpPr>
          <p:nvPr>
            <p:ph type="title"/>
          </p:nvPr>
        </p:nvSpPr>
        <p:spPr/>
        <p:txBody>
          <a:bodyPr/>
          <a:lstStyle/>
          <a:p>
            <a:pPr eaLnBrk="1" hangingPunct="1"/>
            <a:r>
              <a:rPr lang="zh-CN" altLang="en-US"/>
              <a:t>程序在运行时刻的内存划分</a:t>
            </a:r>
            <a:endParaRPr lang="en-GB" altLang="zh-CN"/>
          </a:p>
        </p:txBody>
      </p:sp>
      <p:sp>
        <p:nvSpPr>
          <p:cNvPr id="16" name="Rectangle 5"/>
          <p:cNvSpPr>
            <a:spLocks noChangeArrowheads="1"/>
          </p:cNvSpPr>
          <p:nvPr/>
        </p:nvSpPr>
        <p:spPr bwMode="auto">
          <a:xfrm>
            <a:off x="2381529" y="2022914"/>
            <a:ext cx="3527848" cy="67022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代码(</a:t>
            </a:r>
            <a:r>
              <a:rPr kumimoji="1" lang="en-US" altLang="zh-CN" sz="3086">
                <a:latin typeface="微软雅黑" panose="020B0503020204020204" pitchFamily="34" charset="-122"/>
              </a:rPr>
              <a:t>Code)</a:t>
            </a:r>
          </a:p>
        </p:txBody>
      </p:sp>
      <p:sp>
        <p:nvSpPr>
          <p:cNvPr id="17" name="Rectangle 6"/>
          <p:cNvSpPr>
            <a:spLocks noChangeArrowheads="1"/>
          </p:cNvSpPr>
          <p:nvPr/>
        </p:nvSpPr>
        <p:spPr bwMode="auto">
          <a:xfrm>
            <a:off x="2381529" y="2694884"/>
            <a:ext cx="3527848" cy="109195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静态数据</a:t>
            </a:r>
          </a:p>
          <a:p>
            <a:pPr algn="ctr" eaLnBrk="1" hangingPunct="1">
              <a:spcBef>
                <a:spcPct val="0"/>
              </a:spcBef>
              <a:buClrTx/>
              <a:buSzTx/>
              <a:buFontTx/>
              <a:buNone/>
            </a:pPr>
            <a:r>
              <a:rPr kumimoji="1" lang="zh-CN" altLang="en-US" sz="3086">
                <a:latin typeface="微软雅黑" panose="020B0503020204020204" pitchFamily="34" charset="-122"/>
              </a:rPr>
              <a:t>(</a:t>
            </a:r>
            <a:r>
              <a:rPr kumimoji="1" lang="en-US" altLang="zh-CN" sz="3086">
                <a:latin typeface="微软雅黑" panose="020B0503020204020204" pitchFamily="34" charset="-122"/>
              </a:rPr>
              <a:t>Static Data)</a:t>
            </a:r>
          </a:p>
        </p:txBody>
      </p:sp>
      <p:sp>
        <p:nvSpPr>
          <p:cNvPr id="18" name="Rectangle 7"/>
          <p:cNvSpPr>
            <a:spLocks noChangeArrowheads="1"/>
          </p:cNvSpPr>
          <p:nvPr/>
        </p:nvSpPr>
        <p:spPr bwMode="auto">
          <a:xfrm>
            <a:off x="2381529" y="3786838"/>
            <a:ext cx="3527848" cy="67022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dirty="0">
                <a:solidFill>
                  <a:srgbClr val="C00000"/>
                </a:solidFill>
                <a:latin typeface="微软雅黑" panose="020B0503020204020204" pitchFamily="34" charset="-122"/>
              </a:rPr>
              <a:t>栈(</a:t>
            </a:r>
            <a:r>
              <a:rPr kumimoji="1" lang="en-US" altLang="zh-CN" sz="3086" dirty="0">
                <a:solidFill>
                  <a:srgbClr val="C00000"/>
                </a:solidFill>
                <a:latin typeface="微软雅黑" panose="020B0503020204020204" pitchFamily="34" charset="-122"/>
              </a:rPr>
              <a:t>Stack)</a:t>
            </a:r>
          </a:p>
        </p:txBody>
      </p:sp>
      <p:sp>
        <p:nvSpPr>
          <p:cNvPr id="19" name="Rectangle 8"/>
          <p:cNvSpPr>
            <a:spLocks noChangeArrowheads="1"/>
          </p:cNvSpPr>
          <p:nvPr/>
        </p:nvSpPr>
        <p:spPr bwMode="auto">
          <a:xfrm>
            <a:off x="2381529" y="5563012"/>
            <a:ext cx="3527848" cy="360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sym typeface="Symbol" panose="05050102010706020507" pitchFamily="18" charset="2"/>
              </a:rPr>
              <a:t></a:t>
            </a:r>
            <a:endParaRPr kumimoji="1" lang="zh-CN" altLang="zh-CN" sz="3086">
              <a:latin typeface="微软雅黑" panose="020B0503020204020204" pitchFamily="34" charset="-122"/>
            </a:endParaRPr>
          </a:p>
        </p:txBody>
      </p:sp>
      <p:sp>
        <p:nvSpPr>
          <p:cNvPr id="20" name="Rectangle 9"/>
          <p:cNvSpPr>
            <a:spLocks noChangeArrowheads="1"/>
          </p:cNvSpPr>
          <p:nvPr/>
        </p:nvSpPr>
        <p:spPr bwMode="auto">
          <a:xfrm>
            <a:off x="2381529" y="6399475"/>
            <a:ext cx="3527848" cy="713969"/>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rPr>
              <a:t>堆(</a:t>
            </a:r>
            <a:r>
              <a:rPr kumimoji="1" lang="en-US" altLang="zh-CN" sz="3086">
                <a:latin typeface="微软雅黑" panose="020B0503020204020204" pitchFamily="34" charset="-122"/>
              </a:rPr>
              <a:t>Heap)</a:t>
            </a:r>
          </a:p>
        </p:txBody>
      </p:sp>
      <p:sp>
        <p:nvSpPr>
          <p:cNvPr id="21" name="Rectangle 10"/>
          <p:cNvSpPr>
            <a:spLocks noChangeArrowheads="1"/>
          </p:cNvSpPr>
          <p:nvPr/>
        </p:nvSpPr>
        <p:spPr bwMode="auto">
          <a:xfrm>
            <a:off x="2381529" y="2022912"/>
            <a:ext cx="3527848" cy="509053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endParaRPr lang="en-GB" altLang="zh-CN" sz="1984">
              <a:latin typeface="微软雅黑" panose="020B0503020204020204" pitchFamily="34" charset="-122"/>
            </a:endParaRPr>
          </a:p>
        </p:txBody>
      </p:sp>
      <p:sp>
        <p:nvSpPr>
          <p:cNvPr id="22" name="Rectangle 11"/>
          <p:cNvSpPr>
            <a:spLocks noChangeArrowheads="1"/>
          </p:cNvSpPr>
          <p:nvPr/>
        </p:nvSpPr>
        <p:spPr bwMode="auto">
          <a:xfrm>
            <a:off x="2381529" y="6038992"/>
            <a:ext cx="3527848" cy="360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zh-CN" altLang="en-US" sz="3086">
                <a:latin typeface="微软雅黑" panose="020B0503020204020204" pitchFamily="34" charset="-122"/>
                <a:sym typeface="Symbol" panose="05050102010706020507" pitchFamily="18" charset="2"/>
              </a:rPr>
              <a:t></a:t>
            </a:r>
            <a:endParaRPr kumimoji="1" lang="zh-CN" altLang="zh-CN" sz="3086">
              <a:latin typeface="微软雅黑" panose="020B0503020204020204" pitchFamily="34" charset="-122"/>
            </a:endParaRPr>
          </a:p>
        </p:txBody>
      </p:sp>
      <p:sp>
        <p:nvSpPr>
          <p:cNvPr id="23" name="Rectangle 8"/>
          <p:cNvSpPr>
            <a:spLocks noChangeArrowheads="1"/>
          </p:cNvSpPr>
          <p:nvPr/>
        </p:nvSpPr>
        <p:spPr bwMode="auto">
          <a:xfrm>
            <a:off x="2381529" y="4462110"/>
            <a:ext cx="3523880" cy="475980"/>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A</a:t>
            </a:r>
            <a:r>
              <a:rPr kumimoji="1" lang="zh-CN" altLang="en-US" sz="3086" dirty="0">
                <a:solidFill>
                  <a:schemeClr val="bg1"/>
                </a:solidFill>
                <a:latin typeface="微软雅黑" panose="020B0503020204020204" pitchFamily="34" charset="-122"/>
              </a:rPr>
              <a:t>的</a:t>
            </a:r>
            <a:r>
              <a:rPr kumimoji="1" lang="zh-CN" altLang="zh-CN" sz="3086" dirty="0">
                <a:solidFill>
                  <a:schemeClr val="bg1"/>
                </a:solidFill>
                <a:latin typeface="微软雅黑" panose="020B0503020204020204" pitchFamily="34" charset="-122"/>
              </a:rPr>
              <a:t>活动记录</a:t>
            </a:r>
            <a:endParaRPr kumimoji="1" lang="zh-CN" altLang="en-US" sz="3086" dirty="0">
              <a:solidFill>
                <a:schemeClr val="bg1"/>
              </a:solidFill>
              <a:latin typeface="微软雅黑" panose="020B0503020204020204" pitchFamily="34" charset="-122"/>
            </a:endParaRPr>
          </a:p>
        </p:txBody>
      </p:sp>
      <p:sp>
        <p:nvSpPr>
          <p:cNvPr id="24" name="Rectangle 8"/>
          <p:cNvSpPr>
            <a:spLocks noChangeArrowheads="1"/>
          </p:cNvSpPr>
          <p:nvPr/>
        </p:nvSpPr>
        <p:spPr bwMode="auto">
          <a:xfrm>
            <a:off x="2381529" y="4931090"/>
            <a:ext cx="3523880" cy="475980"/>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B</a:t>
            </a:r>
            <a:r>
              <a:rPr kumimoji="1" lang="zh-CN" altLang="en-US" sz="3086" dirty="0">
                <a:solidFill>
                  <a:schemeClr val="bg1"/>
                </a:solidFill>
                <a:latin typeface="微软雅黑" panose="020B0503020204020204" pitchFamily="34" charset="-122"/>
              </a:rPr>
              <a:t>的</a:t>
            </a:r>
            <a:r>
              <a:rPr kumimoji="1" lang="zh-CN" altLang="zh-CN" sz="3086" dirty="0">
                <a:solidFill>
                  <a:schemeClr val="bg1"/>
                </a:solidFill>
                <a:latin typeface="微软雅黑" panose="020B0503020204020204" pitchFamily="34" charset="-122"/>
              </a:rPr>
              <a:t>活动记录</a:t>
            </a:r>
            <a:endParaRPr kumimoji="1" lang="zh-CN" altLang="en-US" sz="3086" dirty="0">
              <a:solidFill>
                <a:schemeClr val="bg1"/>
              </a:solidFill>
              <a:latin typeface="微软雅黑" panose="020B0503020204020204" pitchFamily="34" charset="-122"/>
            </a:endParaRPr>
          </a:p>
        </p:txBody>
      </p:sp>
      <p:sp>
        <p:nvSpPr>
          <p:cNvPr id="25" name="Rectangle 8"/>
          <p:cNvSpPr>
            <a:spLocks noChangeArrowheads="1"/>
          </p:cNvSpPr>
          <p:nvPr/>
        </p:nvSpPr>
        <p:spPr bwMode="auto">
          <a:xfrm>
            <a:off x="2381529" y="3792912"/>
            <a:ext cx="3523880" cy="670418"/>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ClrTx/>
              <a:buSzTx/>
              <a:buFontTx/>
              <a:buNone/>
            </a:pPr>
            <a:r>
              <a:rPr kumimoji="1" lang="en-US" altLang="zh-CN" sz="3086" dirty="0">
                <a:solidFill>
                  <a:schemeClr val="bg1"/>
                </a:solidFill>
                <a:latin typeface="微软雅黑" panose="020B0503020204020204" pitchFamily="34" charset="-122"/>
              </a:rPr>
              <a:t>…</a:t>
            </a:r>
            <a:endParaRPr kumimoji="1" lang="zh-CN" altLang="en-US" sz="3086" dirty="0">
              <a:solidFill>
                <a:schemeClr val="bg1"/>
              </a:solidFill>
              <a:latin typeface="微软雅黑" panose="020B0503020204020204" pitchFamily="34" charset="-122"/>
            </a:endParaRPr>
          </a:p>
        </p:txBody>
      </p:sp>
      <p:sp>
        <p:nvSpPr>
          <p:cNvPr id="3" name="灯片编号占位符 2">
            <a:extLst>
              <a:ext uri="{FF2B5EF4-FFF2-40B4-BE49-F238E27FC236}">
                <a16:creationId xmlns:a16="http://schemas.microsoft.com/office/drawing/2014/main" id="{40C5606C-CDB5-4E23-EC61-5D573DE00A71}"/>
              </a:ext>
            </a:extLst>
          </p:cNvPr>
          <p:cNvSpPr>
            <a:spLocks noGrp="1"/>
          </p:cNvSpPr>
          <p:nvPr>
            <p:ph type="sldNum" sz="quarter" idx="12"/>
          </p:nvPr>
        </p:nvSpPr>
        <p:spPr/>
        <p:txBody>
          <a:bodyPr/>
          <a:lstStyle/>
          <a:p>
            <a:pPr>
              <a:defRPr/>
            </a:pPr>
            <a:fld id="{81F535CF-9FA2-417D-855C-A8D9EC245586}" type="slidenum">
              <a:rPr lang="en-US" smtClean="0"/>
              <a:pPr>
                <a:defRPr/>
              </a:pPr>
              <a:t>27</a:t>
            </a:fld>
            <a:endParaRPr lang="en-US" dirty="0"/>
          </a:p>
        </p:txBody>
      </p:sp>
    </p:spTree>
    <p:extLst>
      <p:ext uri="{BB962C8B-B14F-4D97-AF65-F5344CB8AC3E}">
        <p14:creationId xmlns:p14="http://schemas.microsoft.com/office/powerpoint/2010/main" val="119064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24"/>
                                        </p:tgtEl>
                                      </p:cBhvr>
                                    </p:animEffect>
                                    <p:set>
                                      <p:cBhvr>
                                        <p:cTn id="12"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540011" y="719633"/>
            <a:ext cx="9540613" cy="1460500"/>
          </a:xfrm>
        </p:spPr>
        <p:txBody>
          <a:bodyPr rtlCol="0">
            <a:normAutofit/>
          </a:bodyPr>
          <a:lstStyle/>
          <a:p>
            <a:pPr defTabSz="503972" eaLnBrk="1" fontAlgn="auto" hangingPunct="1">
              <a:spcAft>
                <a:spcPts val="0"/>
              </a:spcAft>
              <a:defRPr/>
            </a:pPr>
            <a:r>
              <a:rPr lang="zh-CN" altLang="en-US" dirty="0"/>
              <a:t>非嵌套过程语言</a:t>
            </a:r>
            <a:r>
              <a:rPr lang="en-US" altLang="zh-CN" dirty="0"/>
              <a:t>(C</a:t>
            </a:r>
            <a:r>
              <a:rPr lang="zh-CN" altLang="en-US" dirty="0"/>
              <a:t>语言</a:t>
            </a:r>
            <a:r>
              <a:rPr lang="en-US" altLang="zh-CN" dirty="0"/>
              <a:t>)</a:t>
            </a:r>
            <a:r>
              <a:rPr lang="zh-CN" altLang="en-US" dirty="0"/>
              <a:t>的动态存储管理</a:t>
            </a:r>
            <a:br>
              <a:rPr lang="zh-CN" altLang="en-US" dirty="0"/>
            </a:br>
            <a:r>
              <a:rPr lang="zh-CN" altLang="en-US" dirty="0"/>
              <a:t>（非嵌套过程语言的栈式实现）</a:t>
            </a:r>
          </a:p>
        </p:txBody>
      </p:sp>
      <p:sp>
        <p:nvSpPr>
          <p:cNvPr id="3" name="灯片编号占位符 2">
            <a:extLst>
              <a:ext uri="{FF2B5EF4-FFF2-40B4-BE49-F238E27FC236}">
                <a16:creationId xmlns:a16="http://schemas.microsoft.com/office/drawing/2014/main" id="{9976F254-2C09-5E61-105B-B082AB4011C5}"/>
              </a:ext>
            </a:extLst>
          </p:cNvPr>
          <p:cNvSpPr>
            <a:spLocks noGrp="1"/>
          </p:cNvSpPr>
          <p:nvPr>
            <p:ph type="sldNum" sz="quarter" idx="12"/>
          </p:nvPr>
        </p:nvSpPr>
        <p:spPr/>
        <p:txBody>
          <a:bodyPr/>
          <a:lstStyle/>
          <a:p>
            <a:pPr>
              <a:defRPr/>
            </a:pPr>
            <a:fld id="{81F535CF-9FA2-417D-855C-A8D9EC245586}" type="slidenum">
              <a:rPr lang="en-US" smtClean="0"/>
              <a:pPr>
                <a:defRPr/>
              </a:pPr>
              <a:t>28</a:t>
            </a:fld>
            <a:endParaRPr lang="en-US" dirty="0"/>
          </a:p>
        </p:txBody>
      </p:sp>
    </p:spTree>
    <p:extLst>
      <p:ext uri="{BB962C8B-B14F-4D97-AF65-F5344CB8AC3E}">
        <p14:creationId xmlns:p14="http://schemas.microsoft.com/office/powerpoint/2010/main" val="594573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1" name="Rectangle 17"/>
          <p:cNvSpPr>
            <a:spLocks noGrp="1" noChangeArrowheads="1"/>
          </p:cNvSpPr>
          <p:nvPr>
            <p:ph type="title"/>
          </p:nvPr>
        </p:nvSpPr>
        <p:spPr/>
        <p:txBody>
          <a:bodyPr lIns="76121" tIns="38062" rIns="76121" bIns="38062" rtlCol="0">
            <a:normAutofit/>
          </a:bodyPr>
          <a:lstStyle/>
          <a:p>
            <a:pPr defTabSz="503972" eaLnBrk="1" fontAlgn="auto" hangingPunct="1">
              <a:spcAft>
                <a:spcPts val="0"/>
              </a:spcAft>
              <a:defRPr/>
            </a:pPr>
            <a:r>
              <a:rPr lang="zh-CN" altLang="en-US" dirty="0"/>
              <a:t>非嵌套过程语言</a:t>
            </a:r>
          </a:p>
        </p:txBody>
      </p:sp>
      <p:sp>
        <p:nvSpPr>
          <p:cNvPr id="65555" name="Rectangle 19"/>
          <p:cNvSpPr>
            <a:spLocks noGrp="1" noChangeArrowheads="1"/>
          </p:cNvSpPr>
          <p:nvPr>
            <p:ph idx="1"/>
          </p:nvPr>
        </p:nvSpPr>
        <p:spPr/>
        <p:txBody>
          <a:bodyPr rtlCol="0">
            <a:normAutofit lnSpcReduction="10000"/>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chemeClr val="tx1">
                    <a:lumMod val="75000"/>
                    <a:lumOff val="25000"/>
                  </a:schemeClr>
                </a:solidFill>
              </a:rPr>
              <a:t>特点</a:t>
            </a:r>
            <a:endParaRPr lang="en-US" altLang="zh-CN" sz="3086" dirty="0">
              <a:solidFill>
                <a:schemeClr val="tx1">
                  <a:lumMod val="75000"/>
                  <a:lumOff val="25000"/>
                </a:schemeClr>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允许过程递归调用、也可以允许过程含有可变数组</a:t>
            </a:r>
            <a:endParaRPr lang="en-US" altLang="zh-CN" sz="2646" dirty="0">
              <a:solidFill>
                <a:schemeClr val="tx1">
                  <a:lumMod val="75000"/>
                  <a:lumOff val="25000"/>
                </a:schemeClr>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zh-CN" sz="2646" noProof="1">
                <a:solidFill>
                  <a:schemeClr val="tx1">
                    <a:lumMod val="75000"/>
                    <a:lumOff val="25000"/>
                  </a:schemeClr>
                </a:solidFill>
              </a:rPr>
              <a:t>过程定义不允许嵌套</a:t>
            </a:r>
            <a:endParaRPr lang="en-US" altLang="zh-CN" sz="2646" dirty="0">
              <a:solidFill>
                <a:schemeClr val="tx1">
                  <a:lumMod val="75000"/>
                  <a:lumOff val="25000"/>
                </a:schemeClr>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zh-CN" sz="2646" dirty="0">
                <a:solidFill>
                  <a:schemeClr val="tx1">
                    <a:lumMod val="75000"/>
                    <a:lumOff val="25000"/>
                  </a:schemeClr>
                </a:solidFill>
              </a:rPr>
              <a:t>如</a:t>
            </a:r>
            <a:r>
              <a:rPr lang="en-US" altLang="zh-CN" sz="2646" dirty="0">
                <a:solidFill>
                  <a:schemeClr val="tx1">
                    <a:lumMod val="75000"/>
                    <a:lumOff val="25000"/>
                  </a:schemeClr>
                </a:solidFill>
              </a:rPr>
              <a:t>C</a:t>
            </a:r>
            <a:r>
              <a:rPr lang="zh-CN" altLang="en-US" sz="2646" dirty="0">
                <a:solidFill>
                  <a:schemeClr val="tx1">
                    <a:lumMod val="75000"/>
                    <a:lumOff val="25000"/>
                  </a:schemeClr>
                </a:solidFill>
              </a:rPr>
              <a:t>语言</a:t>
            </a:r>
          </a:p>
          <a:p>
            <a:pPr marL="377979" indent="-377979" defTabSz="503972" eaLnBrk="1" fontAlgn="auto" hangingPunct="1">
              <a:lnSpc>
                <a:spcPct val="90000"/>
              </a:lnSpc>
              <a:spcBef>
                <a:spcPct val="50000"/>
              </a:spcBef>
              <a:spcAft>
                <a:spcPts val="0"/>
              </a:spcAft>
              <a:buFont typeface="Wingdings 3" charset="2"/>
              <a:buChar char=""/>
              <a:defRPr/>
            </a:pPr>
            <a:r>
              <a:rPr lang="zh-CN" altLang="en-US" sz="3086" noProof="1">
                <a:solidFill>
                  <a:schemeClr val="tx1">
                    <a:lumMod val="75000"/>
                    <a:lumOff val="25000"/>
                  </a:schemeClr>
                </a:solidFill>
              </a:rPr>
              <a:t>采用栈式存储分配机制</a:t>
            </a:r>
          </a:p>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rgbClr val="CC0000"/>
                </a:solidFill>
              </a:rPr>
              <a:t>活动记录</a:t>
            </a:r>
            <a:endParaRPr lang="en-US" altLang="zh-CN" sz="3086" dirty="0">
              <a:solidFill>
                <a:srgbClr val="CC0000"/>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运行时，每当进入一个过程就有一个相应的</a:t>
            </a:r>
            <a:r>
              <a:rPr lang="zh-CN" altLang="en-US" sz="2646" noProof="1">
                <a:solidFill>
                  <a:srgbClr val="CC0000"/>
                </a:solidFill>
              </a:rPr>
              <a:t>活动记录</a:t>
            </a:r>
            <a:r>
              <a:rPr lang="zh-CN" altLang="en-US" sz="2646" noProof="1">
                <a:solidFill>
                  <a:schemeClr val="tx1">
                    <a:lumMod val="75000"/>
                    <a:lumOff val="25000"/>
                  </a:schemeClr>
                </a:solidFill>
              </a:rPr>
              <a:t>累筑于栈顶</a:t>
            </a:r>
            <a:endParaRPr lang="en-US" altLang="zh-CN" sz="2646" dirty="0">
              <a:solidFill>
                <a:schemeClr val="tx1">
                  <a:lumMod val="75000"/>
                  <a:lumOff val="25000"/>
                </a:schemeClr>
              </a:solidFill>
            </a:endParaRPr>
          </a:p>
          <a:p>
            <a:pPr marL="818954" lvl="1" indent="-314982" defTabSz="503972" eaLnBrk="1" fontAlgn="auto" hangingPunct="1">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此记录含有</a:t>
            </a:r>
            <a:r>
              <a:rPr lang="zh-CN" altLang="en-US" sz="2646" noProof="1">
                <a:solidFill>
                  <a:srgbClr val="0070C0"/>
                </a:solidFill>
              </a:rPr>
              <a:t>连接数据</a:t>
            </a:r>
            <a:r>
              <a:rPr lang="zh-CN" altLang="en-US" sz="2646" noProof="1">
                <a:solidFill>
                  <a:schemeClr val="tx1">
                    <a:lumMod val="75000"/>
                    <a:lumOff val="25000"/>
                  </a:schemeClr>
                </a:solidFill>
              </a:rPr>
              <a:t>、</a:t>
            </a:r>
            <a:r>
              <a:rPr lang="zh-CN" altLang="en-US" sz="2646" noProof="1">
                <a:solidFill>
                  <a:srgbClr val="0070C0"/>
                </a:solidFill>
              </a:rPr>
              <a:t>形式单元</a:t>
            </a:r>
            <a:r>
              <a:rPr lang="zh-CN" altLang="en-US" sz="2646" noProof="1">
                <a:solidFill>
                  <a:schemeClr val="tx1">
                    <a:lumMod val="75000"/>
                    <a:lumOff val="25000"/>
                  </a:schemeClr>
                </a:solidFill>
              </a:rPr>
              <a:t>、</a:t>
            </a:r>
            <a:r>
              <a:rPr lang="zh-CN" altLang="en-US" sz="2646" noProof="1">
                <a:solidFill>
                  <a:srgbClr val="0070C0"/>
                </a:solidFill>
              </a:rPr>
              <a:t>局部变量</a:t>
            </a:r>
            <a:r>
              <a:rPr lang="zh-CN" altLang="en-US" sz="2646" noProof="1">
                <a:solidFill>
                  <a:schemeClr val="tx1">
                    <a:lumMod val="75000"/>
                    <a:lumOff val="25000"/>
                  </a:schemeClr>
                </a:solidFill>
              </a:rPr>
              <a:t>、</a:t>
            </a:r>
            <a:r>
              <a:rPr lang="zh-CN" altLang="en-US" sz="2646" noProof="1">
                <a:solidFill>
                  <a:srgbClr val="0070C0"/>
                </a:solidFill>
              </a:rPr>
              <a:t>局部数组的内情向量</a:t>
            </a:r>
            <a:r>
              <a:rPr lang="zh-CN" altLang="en-US" sz="2646" noProof="1">
                <a:solidFill>
                  <a:schemeClr val="tx1">
                    <a:lumMod val="75000"/>
                    <a:lumOff val="25000"/>
                  </a:schemeClr>
                </a:solidFill>
              </a:rPr>
              <a:t>和</a:t>
            </a:r>
            <a:r>
              <a:rPr lang="zh-CN" altLang="en-US" sz="2646" noProof="1">
                <a:solidFill>
                  <a:srgbClr val="0070C0"/>
                </a:solidFill>
              </a:rPr>
              <a:t>临时工作单元</a:t>
            </a:r>
            <a:r>
              <a:rPr lang="zh-CN" altLang="en-US" sz="2646" noProof="1">
                <a:solidFill>
                  <a:schemeClr val="tx1">
                    <a:lumMod val="75000"/>
                    <a:lumOff val="25000"/>
                  </a:schemeClr>
                </a:solidFill>
              </a:rPr>
              <a:t>等</a:t>
            </a:r>
            <a:endParaRPr lang="zh-CN" altLang="en-US" sz="264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838E033A-B1BC-A928-FD55-6B178EA95B09}"/>
              </a:ext>
            </a:extLst>
          </p:cNvPr>
          <p:cNvSpPr>
            <a:spLocks noGrp="1"/>
          </p:cNvSpPr>
          <p:nvPr>
            <p:ph type="sldNum" sz="quarter" idx="12"/>
          </p:nvPr>
        </p:nvSpPr>
        <p:spPr/>
        <p:txBody>
          <a:bodyPr/>
          <a:lstStyle/>
          <a:p>
            <a:pPr>
              <a:defRPr/>
            </a:pPr>
            <a:fld id="{648864A3-7802-4631-BE0D-FF357BC6A1A9}" type="slidenum">
              <a:rPr lang="en-US" smtClean="0"/>
              <a:pPr>
                <a:defRPr/>
              </a:pPr>
              <a:t>29</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55">
                                            <p:txEl>
                                              <p:pRg st="0" end="0"/>
                                            </p:txEl>
                                          </p:spTgt>
                                        </p:tgtEl>
                                        <p:attrNameLst>
                                          <p:attrName>style.visibility</p:attrName>
                                        </p:attrNameLst>
                                      </p:cBhvr>
                                      <p:to>
                                        <p:strVal val="visible"/>
                                      </p:to>
                                    </p:set>
                                    <p:animEffect transition="in" filter="wipe(left)">
                                      <p:cBhvr>
                                        <p:cTn id="7" dur="500"/>
                                        <p:tgtEl>
                                          <p:spTgt spid="6555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5555">
                                            <p:txEl>
                                              <p:pRg st="1" end="1"/>
                                            </p:txEl>
                                          </p:spTgt>
                                        </p:tgtEl>
                                        <p:attrNameLst>
                                          <p:attrName>style.visibility</p:attrName>
                                        </p:attrNameLst>
                                      </p:cBhvr>
                                      <p:to>
                                        <p:strVal val="visible"/>
                                      </p:to>
                                    </p:set>
                                    <p:animEffect transition="in" filter="wipe(left)">
                                      <p:cBhvr>
                                        <p:cTn id="10" dur="500"/>
                                        <p:tgtEl>
                                          <p:spTgt spid="6555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5555">
                                            <p:txEl>
                                              <p:pRg st="2" end="2"/>
                                            </p:txEl>
                                          </p:spTgt>
                                        </p:tgtEl>
                                        <p:attrNameLst>
                                          <p:attrName>style.visibility</p:attrName>
                                        </p:attrNameLst>
                                      </p:cBhvr>
                                      <p:to>
                                        <p:strVal val="visible"/>
                                      </p:to>
                                    </p:set>
                                    <p:animEffect transition="in" filter="wipe(left)">
                                      <p:cBhvr>
                                        <p:cTn id="13" dur="500"/>
                                        <p:tgtEl>
                                          <p:spTgt spid="6555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5555">
                                            <p:txEl>
                                              <p:pRg st="3" end="3"/>
                                            </p:txEl>
                                          </p:spTgt>
                                        </p:tgtEl>
                                        <p:attrNameLst>
                                          <p:attrName>style.visibility</p:attrName>
                                        </p:attrNameLst>
                                      </p:cBhvr>
                                      <p:to>
                                        <p:strVal val="visible"/>
                                      </p:to>
                                    </p:set>
                                    <p:animEffect transition="in" filter="wipe(left)">
                                      <p:cBhvr>
                                        <p:cTn id="16" dur="500"/>
                                        <p:tgtEl>
                                          <p:spTgt spid="6555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5555">
                                            <p:txEl>
                                              <p:pRg st="4" end="4"/>
                                            </p:txEl>
                                          </p:spTgt>
                                        </p:tgtEl>
                                        <p:attrNameLst>
                                          <p:attrName>style.visibility</p:attrName>
                                        </p:attrNameLst>
                                      </p:cBhvr>
                                      <p:to>
                                        <p:strVal val="visible"/>
                                      </p:to>
                                    </p:set>
                                    <p:animEffect transition="in" filter="wipe(left)">
                                      <p:cBhvr>
                                        <p:cTn id="21" dur="500"/>
                                        <p:tgtEl>
                                          <p:spTgt spid="65555">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5555">
                                            <p:txEl>
                                              <p:pRg st="5" end="5"/>
                                            </p:txEl>
                                          </p:spTgt>
                                        </p:tgtEl>
                                        <p:attrNameLst>
                                          <p:attrName>style.visibility</p:attrName>
                                        </p:attrNameLst>
                                      </p:cBhvr>
                                      <p:to>
                                        <p:strVal val="visible"/>
                                      </p:to>
                                    </p:set>
                                    <p:animEffect transition="in" filter="wipe(left)">
                                      <p:cBhvr>
                                        <p:cTn id="26" dur="500"/>
                                        <p:tgtEl>
                                          <p:spTgt spid="65555">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65555">
                                            <p:txEl>
                                              <p:pRg st="6" end="6"/>
                                            </p:txEl>
                                          </p:spTgt>
                                        </p:tgtEl>
                                        <p:attrNameLst>
                                          <p:attrName>style.visibility</p:attrName>
                                        </p:attrNameLst>
                                      </p:cBhvr>
                                      <p:to>
                                        <p:strVal val="visible"/>
                                      </p:to>
                                    </p:set>
                                    <p:animEffect transition="in" filter="wipe(left)">
                                      <p:cBhvr>
                                        <p:cTn id="29" dur="500"/>
                                        <p:tgtEl>
                                          <p:spTgt spid="65555">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5555">
                                            <p:txEl>
                                              <p:pRg st="7" end="7"/>
                                            </p:txEl>
                                          </p:spTgt>
                                        </p:tgtEl>
                                        <p:attrNameLst>
                                          <p:attrName>style.visibility</p:attrName>
                                        </p:attrNameLst>
                                      </p:cBhvr>
                                      <p:to>
                                        <p:strVal val="visible"/>
                                      </p:to>
                                    </p:set>
                                    <p:animEffect transition="in" filter="wipe(left)">
                                      <p:cBhvr>
                                        <p:cTn id="32" dur="500"/>
                                        <p:tgtEl>
                                          <p:spTgt spid="65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5"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89" name="Rectangle 18"/>
          <p:cNvSpPr>
            <a:spLocks noGrp="1" noChangeArrowheads="1"/>
          </p:cNvSpPr>
          <p:nvPr>
            <p:ph type="title"/>
          </p:nvPr>
        </p:nvSpPr>
        <p:spPr/>
        <p:txBody>
          <a:bodyPr lIns="76121" tIns="38062" rIns="76121" bIns="38062" rtlCol="0">
            <a:normAutofit/>
          </a:bodyPr>
          <a:lstStyle/>
          <a:p>
            <a:pPr defTabSz="503972" eaLnBrk="1" fontAlgn="auto" hangingPunct="1">
              <a:spcAft>
                <a:spcPts val="0"/>
              </a:spcAft>
              <a:defRPr/>
            </a:pPr>
            <a:r>
              <a:rPr lang="zh-CN" altLang="en-US" dirty="0"/>
              <a:t>非嵌套过程语言的活动记录内容</a:t>
            </a:r>
          </a:p>
        </p:txBody>
      </p:sp>
      <p:sp>
        <p:nvSpPr>
          <p:cNvPr id="2" name="内容占位符 1"/>
          <p:cNvSpPr>
            <a:spLocks noGrp="1"/>
          </p:cNvSpPr>
          <p:nvPr>
            <p:ph idx="1"/>
          </p:nvPr>
        </p:nvSpPr>
        <p:spPr>
          <a:xfrm>
            <a:off x="695325" y="2009775"/>
            <a:ext cx="4100513"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对任何局部变量</a:t>
            </a:r>
            <a:r>
              <a:rPr lang="en-US" altLang="zh-CN" sz="3086" dirty="0">
                <a:solidFill>
                  <a:schemeClr val="tx1">
                    <a:lumMod val="75000"/>
                    <a:lumOff val="25000"/>
                  </a:schemeClr>
                </a:solidFill>
              </a:rPr>
              <a:t>X</a:t>
            </a:r>
            <a:r>
              <a:rPr lang="zh-CN" altLang="en-US" sz="3086" dirty="0">
                <a:solidFill>
                  <a:schemeClr val="tx1">
                    <a:lumMod val="75000"/>
                    <a:lumOff val="25000"/>
                  </a:schemeClr>
                </a:solidFill>
              </a:rPr>
              <a:t>的引用可表示为变址访问</a:t>
            </a:r>
            <a:r>
              <a:rPr lang="en-US" altLang="zh-CN" sz="3086" dirty="0">
                <a:solidFill>
                  <a:schemeClr val="tx1">
                    <a:lumMod val="75000"/>
                    <a:lumOff val="25000"/>
                  </a:schemeClr>
                </a:solidFill>
              </a:rPr>
              <a:t>: dx[SP]</a:t>
            </a: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dx</a:t>
            </a:r>
            <a:r>
              <a:rPr lang="zh-CN" altLang="en-US" sz="3086" dirty="0">
                <a:solidFill>
                  <a:schemeClr val="tx1">
                    <a:lumMod val="75000"/>
                    <a:lumOff val="25000"/>
                  </a:schemeClr>
                </a:solidFill>
              </a:rPr>
              <a:t>：编译时确定的变量</a:t>
            </a:r>
            <a:r>
              <a:rPr lang="en-US" altLang="zh-CN" sz="3086" dirty="0">
                <a:solidFill>
                  <a:schemeClr val="tx1">
                    <a:lumMod val="75000"/>
                    <a:lumOff val="25000"/>
                  </a:schemeClr>
                </a:solidFill>
              </a:rPr>
              <a:t>X</a:t>
            </a:r>
            <a:r>
              <a:rPr lang="zh-CN" altLang="en-US" sz="3086" dirty="0">
                <a:solidFill>
                  <a:schemeClr val="tx1">
                    <a:lumMod val="75000"/>
                    <a:lumOff val="25000"/>
                  </a:schemeClr>
                </a:solidFill>
              </a:rPr>
              <a:t>相对于活动记录起点的相对地址</a:t>
            </a:r>
          </a:p>
          <a:p>
            <a:pPr marL="377979" indent="-377979" defTabSz="503972" eaLnBrk="1" fontAlgn="auto" hangingPunct="1">
              <a:spcBef>
                <a:spcPts val="1102"/>
              </a:spcBef>
              <a:spcAft>
                <a:spcPts val="0"/>
              </a:spcAft>
              <a:buFont typeface="Wingdings 3" charset="2"/>
              <a:buChar char=""/>
              <a:defRPr/>
            </a:pPr>
            <a:endParaRPr lang="zh-CN" altLang="en-US" sz="3086" dirty="0">
              <a:solidFill>
                <a:schemeClr val="tx1">
                  <a:lumMod val="75000"/>
                  <a:lumOff val="25000"/>
                </a:schemeClr>
              </a:solidFill>
            </a:endParaRPr>
          </a:p>
        </p:txBody>
      </p:sp>
      <p:sp>
        <p:nvSpPr>
          <p:cNvPr id="18" name="Rectangle 4"/>
          <p:cNvSpPr>
            <a:spLocks noChangeArrowheads="1"/>
          </p:cNvSpPr>
          <p:nvPr/>
        </p:nvSpPr>
        <p:spPr bwMode="auto">
          <a:xfrm>
            <a:off x="6472238" y="4752975"/>
            <a:ext cx="2411412" cy="598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参数个数</a:t>
            </a:r>
          </a:p>
        </p:txBody>
      </p:sp>
      <p:sp>
        <p:nvSpPr>
          <p:cNvPr id="20" name="Rectangle 5"/>
          <p:cNvSpPr>
            <a:spLocks noChangeArrowheads="1"/>
          </p:cNvSpPr>
          <p:nvPr/>
        </p:nvSpPr>
        <p:spPr bwMode="auto">
          <a:xfrm>
            <a:off x="6472238" y="5353050"/>
            <a:ext cx="2411412" cy="598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返回地址</a:t>
            </a:r>
          </a:p>
        </p:txBody>
      </p:sp>
      <p:sp>
        <p:nvSpPr>
          <p:cNvPr id="21" name="Rectangle 6"/>
          <p:cNvSpPr>
            <a:spLocks noChangeArrowheads="1"/>
          </p:cNvSpPr>
          <p:nvPr/>
        </p:nvSpPr>
        <p:spPr bwMode="auto">
          <a:xfrm>
            <a:off x="6472238" y="2354263"/>
            <a:ext cx="2411412" cy="47561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22" name="Rectangle 7"/>
          <p:cNvSpPr>
            <a:spLocks noChangeArrowheads="1"/>
          </p:cNvSpPr>
          <p:nvPr/>
        </p:nvSpPr>
        <p:spPr bwMode="auto">
          <a:xfrm>
            <a:off x="6472238" y="4154488"/>
            <a:ext cx="2411412" cy="5984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形式单元</a:t>
            </a:r>
            <a:endParaRPr kumimoji="1" lang="zh-CN" altLang="zh-CN" sz="3086">
              <a:solidFill>
                <a:prstClr val="black"/>
              </a:solidFill>
              <a:latin typeface="微软雅黑" panose="020B0503020204020204" pitchFamily="34" charset="-122"/>
              <a:cs typeface="+mn-cs"/>
            </a:endParaRPr>
          </a:p>
        </p:txBody>
      </p:sp>
      <p:sp>
        <p:nvSpPr>
          <p:cNvPr id="23" name="Rectangle 8"/>
          <p:cNvSpPr>
            <a:spLocks noChangeArrowheads="1"/>
          </p:cNvSpPr>
          <p:nvPr/>
        </p:nvSpPr>
        <p:spPr bwMode="auto">
          <a:xfrm>
            <a:off x="6472238" y="2354263"/>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临时单元</a:t>
            </a:r>
          </a:p>
        </p:txBody>
      </p:sp>
      <p:sp>
        <p:nvSpPr>
          <p:cNvPr id="24" name="Rectangle 9"/>
          <p:cNvSpPr>
            <a:spLocks noChangeArrowheads="1"/>
          </p:cNvSpPr>
          <p:nvPr/>
        </p:nvSpPr>
        <p:spPr bwMode="auto">
          <a:xfrm>
            <a:off x="6472238" y="2954338"/>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内情向量</a:t>
            </a:r>
          </a:p>
        </p:txBody>
      </p:sp>
      <p:sp>
        <p:nvSpPr>
          <p:cNvPr id="25" name="Rectangle 10"/>
          <p:cNvSpPr>
            <a:spLocks noChangeArrowheads="1"/>
          </p:cNvSpPr>
          <p:nvPr/>
        </p:nvSpPr>
        <p:spPr bwMode="auto">
          <a:xfrm>
            <a:off x="6472238" y="3554413"/>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局部变量</a:t>
            </a:r>
          </a:p>
        </p:txBody>
      </p:sp>
      <p:sp>
        <p:nvSpPr>
          <p:cNvPr id="26" name="Rectangle 11"/>
          <p:cNvSpPr>
            <a:spLocks noChangeArrowheads="1"/>
          </p:cNvSpPr>
          <p:nvPr/>
        </p:nvSpPr>
        <p:spPr bwMode="auto">
          <a:xfrm>
            <a:off x="5491163" y="5953125"/>
            <a:ext cx="6318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cs typeface="+mn-cs"/>
              </a:rPr>
              <a:t>SP</a:t>
            </a:r>
            <a:r>
              <a:rPr kumimoji="1" lang="en-US" altLang="zh-CN" sz="3086">
                <a:solidFill>
                  <a:prstClr val="black"/>
                </a:solidFill>
                <a:latin typeface="微软雅黑" panose="020B0503020204020204" pitchFamily="34" charset="-122"/>
                <a:cs typeface="+mn-cs"/>
                <a:sym typeface="Symbol" panose="05050102010706020507" pitchFamily="18" charset="2"/>
              </a:rPr>
              <a:t> </a:t>
            </a:r>
            <a:r>
              <a:rPr kumimoji="1" lang="en-US" altLang="zh-CN" sz="3086">
                <a:solidFill>
                  <a:prstClr val="black"/>
                </a:solidFill>
                <a:latin typeface="微软雅黑" panose="020B0503020204020204" pitchFamily="34" charset="-122"/>
                <a:cs typeface="+mn-cs"/>
              </a:rPr>
              <a:t>0</a:t>
            </a:r>
          </a:p>
        </p:txBody>
      </p:sp>
      <p:sp>
        <p:nvSpPr>
          <p:cNvPr id="27" name="Rectangle 12"/>
          <p:cNvSpPr>
            <a:spLocks noChangeArrowheads="1"/>
          </p:cNvSpPr>
          <p:nvPr/>
        </p:nvSpPr>
        <p:spPr bwMode="auto">
          <a:xfrm>
            <a:off x="5838825" y="5353050"/>
            <a:ext cx="6334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1</a:t>
            </a:r>
          </a:p>
        </p:txBody>
      </p:sp>
      <p:sp>
        <p:nvSpPr>
          <p:cNvPr id="28" name="Rectangle 13"/>
          <p:cNvSpPr>
            <a:spLocks noChangeArrowheads="1"/>
          </p:cNvSpPr>
          <p:nvPr/>
        </p:nvSpPr>
        <p:spPr bwMode="auto">
          <a:xfrm>
            <a:off x="5838825" y="4829175"/>
            <a:ext cx="633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3086">
                <a:solidFill>
                  <a:prstClr val="black"/>
                </a:solidFill>
                <a:latin typeface="微软雅黑" panose="020B0503020204020204" pitchFamily="34" charset="-122"/>
                <a:cs typeface="+mn-cs"/>
              </a:rPr>
              <a:t>2</a:t>
            </a:r>
          </a:p>
        </p:txBody>
      </p:sp>
      <p:sp>
        <p:nvSpPr>
          <p:cNvPr id="29" name="Line 14"/>
          <p:cNvSpPr>
            <a:spLocks noChangeShapeType="1"/>
          </p:cNvSpPr>
          <p:nvPr/>
        </p:nvSpPr>
        <p:spPr bwMode="auto">
          <a:xfrm flipV="1">
            <a:off x="9115425" y="2505075"/>
            <a:ext cx="0" cy="39735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30" name="Rectangle 15"/>
          <p:cNvSpPr>
            <a:spLocks noChangeArrowheads="1"/>
          </p:cNvSpPr>
          <p:nvPr/>
        </p:nvSpPr>
        <p:spPr bwMode="auto">
          <a:xfrm>
            <a:off x="6472238" y="5953125"/>
            <a:ext cx="2411412" cy="11572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老</a:t>
            </a:r>
            <a:r>
              <a:rPr kumimoji="1" lang="en-US" altLang="en-US" sz="3086" dirty="0">
                <a:solidFill>
                  <a:prstClr val="black"/>
                </a:solidFill>
                <a:latin typeface="微软雅黑" panose="020B0503020204020204" pitchFamily="34" charset="-122"/>
                <a:cs typeface="+mn-cs"/>
              </a:rPr>
              <a:t>SP(</a:t>
            </a:r>
            <a:r>
              <a:rPr kumimoji="1" lang="zh-CN" altLang="en-US" sz="3086" dirty="0">
                <a:solidFill>
                  <a:prstClr val="black"/>
                </a:solidFill>
                <a:latin typeface="微软雅黑" panose="020B0503020204020204" pitchFamily="34" charset="-122"/>
                <a:cs typeface="+mn-cs"/>
              </a:rPr>
              <a:t>动态链、</a:t>
            </a:r>
            <a:endParaRPr kumimoji="1" lang="en-US" altLang="zh-CN" sz="3086" dirty="0">
              <a:solidFill>
                <a:prstClr val="black"/>
              </a:solidFill>
              <a:latin typeface="微软雅黑" panose="020B0503020204020204" pitchFamily="34" charset="-122"/>
              <a:cs typeface="+mn-cs"/>
            </a:endParaRP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控制链</a:t>
            </a:r>
            <a:r>
              <a:rPr kumimoji="1" lang="en-US" altLang="en-US" sz="3086" dirty="0">
                <a:solidFill>
                  <a:prstClr val="black"/>
                </a:solidFill>
                <a:latin typeface="微软雅黑" panose="020B0503020204020204" pitchFamily="34" charset="-122"/>
                <a:cs typeface="+mn-cs"/>
              </a:rPr>
              <a:t>)</a:t>
            </a:r>
            <a:endParaRPr kumimoji="1" lang="en-US" altLang="zh-CN" sz="3086" dirty="0">
              <a:solidFill>
                <a:prstClr val="black"/>
              </a:solidFill>
              <a:latin typeface="微软雅黑" panose="020B0503020204020204" pitchFamily="34" charset="-122"/>
              <a:cs typeface="+mn-cs"/>
            </a:endParaRPr>
          </a:p>
        </p:txBody>
      </p:sp>
      <p:sp>
        <p:nvSpPr>
          <p:cNvPr id="31" name="Rectangle 16"/>
          <p:cNvSpPr>
            <a:spLocks noChangeArrowheads="1"/>
          </p:cNvSpPr>
          <p:nvPr/>
        </p:nvSpPr>
        <p:spPr bwMode="auto">
          <a:xfrm>
            <a:off x="5586413" y="2354263"/>
            <a:ext cx="769937"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cs typeface="+mn-cs"/>
              </a:rPr>
              <a:t>TOP</a:t>
            </a:r>
            <a:r>
              <a:rPr kumimoji="1" lang="en-US" altLang="zh-CN" sz="3086">
                <a:solidFill>
                  <a:prstClr val="black"/>
                </a:solidFill>
                <a:latin typeface="微软雅黑" panose="020B0503020204020204" pitchFamily="34" charset="-122"/>
                <a:cs typeface="+mn-cs"/>
                <a:sym typeface="Symbol" panose="05050102010706020507" pitchFamily="18" charset="2"/>
              </a:rPr>
              <a:t> </a:t>
            </a:r>
            <a:endParaRPr kumimoji="1" lang="en-US" altLang="zh-CN" sz="3086">
              <a:solidFill>
                <a:prstClr val="black"/>
              </a:solidFill>
              <a:latin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id="{2003CDF0-244B-9D73-29FE-0C5A798525E1}"/>
              </a:ext>
            </a:extLst>
          </p:cNvPr>
          <p:cNvSpPr>
            <a:spLocks noGrp="1"/>
          </p:cNvSpPr>
          <p:nvPr>
            <p:ph type="sldNum" sz="quarter" idx="12"/>
          </p:nvPr>
        </p:nvSpPr>
        <p:spPr/>
        <p:txBody>
          <a:bodyPr/>
          <a:lstStyle/>
          <a:p>
            <a:pPr>
              <a:defRPr/>
            </a:pPr>
            <a:fld id="{648864A3-7802-4631-BE0D-FF357BC6A1A9}" type="slidenum">
              <a:rPr lang="en-US" smtClean="0"/>
              <a:pPr>
                <a:defRPr/>
              </a:pPr>
              <a:t>30</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272"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strVal val="2/3*#ppt_w"/>
                                          </p:val>
                                        </p:tav>
                                        <p:tav tm="100000">
                                          <p:val>
                                            <p:strVal val="#ppt_w"/>
                                          </p:val>
                                        </p:tav>
                                      </p:tavLst>
                                    </p:anim>
                                    <p:anim calcmode="lin" valueType="num">
                                      <p:cBhvr>
                                        <p:cTn id="18" dur="500" fill="hold"/>
                                        <p:tgtEl>
                                          <p:spTgt spid="21"/>
                                        </p:tgtEl>
                                        <p:attrNameLst>
                                          <p:attrName>ppt_h</p:attrName>
                                        </p:attrNameLst>
                                      </p:cBhvr>
                                      <p:tavLst>
                                        <p:tav tm="0">
                                          <p:val>
                                            <p:strVal val="2/3*#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down)">
                                      <p:cBhvr>
                                        <p:cTn id="28" dur="500"/>
                                        <p:tgtEl>
                                          <p:spTgt spid="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down)">
                                      <p:cBhvr>
                                        <p:cTn id="53" dur="500"/>
                                        <p:tgtEl>
                                          <p:spTgt spid="2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down)">
                                      <p:cBhvr>
                                        <p:cTn id="58" dur="500"/>
                                        <p:tgtEl>
                                          <p:spTgt spid="2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500"/>
                                        <p:tgtEl>
                                          <p:spTgt spid="2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down)">
                                      <p:cBhvr>
                                        <p:cTn id="68" dur="500"/>
                                        <p:tgtEl>
                                          <p:spTgt spid="2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down)">
                                      <p:cBhvr>
                                        <p:cTn id="73" dur="500"/>
                                        <p:tgtEl>
                                          <p:spTgt spid="3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down)">
                                      <p:cBhvr>
                                        <p:cTn id="7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8" grpId="0" animBg="1" autoUpdateAnimBg="0"/>
      <p:bldP spid="20" grpId="0" animBg="1" autoUpdateAnimBg="0"/>
      <p:bldP spid="21" grpId="0" animBg="1"/>
      <p:bldP spid="22" grpId="0" animBg="1" autoUpdateAnimBg="0"/>
      <p:bldP spid="23" grpId="0" autoUpdateAnimBg="0"/>
      <p:bldP spid="24" grpId="0" autoUpdateAnimBg="0"/>
      <p:bldP spid="25" grpId="0" autoUpdateAnimBg="0"/>
      <p:bldP spid="26" grpId="0" autoUpdateAnimBg="0"/>
      <p:bldP spid="27" grpId="0" autoUpdateAnimBg="0"/>
      <p:bldP spid="28" grpId="0" autoUpdateAnimBg="0"/>
      <p:bldP spid="30" grpId="0" animBg="1" autoUpdateAnimBg="0"/>
      <p:bldP spid="3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normAutofit/>
          </a:bodyPr>
          <a:lstStyle/>
          <a:p>
            <a:pPr defTabSz="503972" eaLnBrk="1" fontAlgn="auto" hangingPunct="1">
              <a:spcAft>
                <a:spcPts val="0"/>
              </a:spcAft>
              <a:defRPr/>
            </a:pPr>
            <a:r>
              <a:rPr lang="zh-CN" altLang="en-US" dirty="0"/>
              <a:t>非嵌套过程语言过程调用示例</a:t>
            </a:r>
          </a:p>
        </p:txBody>
      </p:sp>
      <p:sp>
        <p:nvSpPr>
          <p:cNvPr id="38" name="Rectangle 2"/>
          <p:cNvSpPr>
            <a:spLocks noGrp="1" noChangeArrowheads="1"/>
          </p:cNvSpPr>
          <p:nvPr>
            <p:ph idx="1"/>
          </p:nvPr>
        </p:nvSpPr>
        <p:spPr>
          <a:xfrm>
            <a:off x="430213" y="2009775"/>
            <a:ext cx="3559175" cy="5362575"/>
          </a:xfrm>
        </p:spPr>
        <p:txBody>
          <a:bodyPr rtlCol="0">
            <a:noAutofit/>
          </a:bodyPr>
          <a:lstStyle/>
          <a:p>
            <a:pPr marL="377979" indent="-377979" algn="just" defTabSz="503972" eaLnBrk="1" fontAlgn="auto" hangingPunct="1">
              <a:lnSpc>
                <a:spcPct val="90000"/>
              </a:lnSpc>
              <a:spcBef>
                <a:spcPts val="0"/>
              </a:spcBef>
              <a:spcAft>
                <a:spcPts val="0"/>
              </a:spcAft>
              <a:buFont typeface="Wingdings 3" charset="2"/>
              <a:buNone/>
              <a:defRPr/>
            </a:pPr>
            <a:r>
              <a:rPr lang="zh-CN" altLang="en-US" sz="2646" dirty="0">
                <a:solidFill>
                  <a:srgbClr val="FF3300"/>
                </a:solidFill>
              </a:rPr>
              <a:t>全局数据说明</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0070C0"/>
                </a:solidFill>
              </a:rPr>
              <a:t>Main( ) {   </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0070C0"/>
                </a:solidFill>
              </a:rPr>
              <a:t>	Main</a:t>
            </a:r>
            <a:r>
              <a:rPr lang="zh-CN" altLang="en-US" sz="2646" dirty="0">
                <a:solidFill>
                  <a:srgbClr val="0070C0"/>
                </a:solidFill>
              </a:rPr>
              <a:t>中的数据说明</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0070C0"/>
                </a:solidFill>
              </a:rPr>
              <a:t>	Main</a:t>
            </a:r>
            <a:r>
              <a:rPr lang="zh-CN" altLang="en-US" sz="2646" dirty="0">
                <a:solidFill>
                  <a:srgbClr val="0070C0"/>
                </a:solidFill>
              </a:rPr>
              <a:t>中的数据处理</a:t>
            </a:r>
          </a:p>
          <a:p>
            <a:pPr marL="377979" indent="-377979" algn="just" defTabSz="503972" eaLnBrk="1" fontAlgn="auto" hangingPunct="1">
              <a:lnSpc>
                <a:spcPct val="90000"/>
              </a:lnSpc>
              <a:spcBef>
                <a:spcPts val="0"/>
              </a:spcBef>
              <a:spcAft>
                <a:spcPts val="0"/>
              </a:spcAft>
              <a:buFont typeface="Wingdings 3" charset="2"/>
              <a:buNone/>
              <a:defRPr/>
            </a:pPr>
            <a:r>
              <a:rPr lang="zh-CN" altLang="en-US" sz="2646" dirty="0">
                <a:solidFill>
                  <a:srgbClr val="0070C0"/>
                </a:solidFill>
              </a:rPr>
              <a:t>}</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339933"/>
                </a:solidFill>
              </a:rPr>
              <a:t>void R( ) {   </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339933"/>
                </a:solidFill>
              </a:rPr>
              <a:t>	R</a:t>
            </a:r>
            <a:r>
              <a:rPr lang="zh-CN" altLang="en-US" sz="2646" dirty="0">
                <a:solidFill>
                  <a:srgbClr val="339933"/>
                </a:solidFill>
              </a:rPr>
              <a:t>中的数据说明</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339933"/>
                </a:solidFill>
              </a:rPr>
              <a:t>	R</a:t>
            </a:r>
            <a:r>
              <a:rPr lang="zh-CN" altLang="en-US" sz="2646" dirty="0">
                <a:solidFill>
                  <a:srgbClr val="339933"/>
                </a:solidFill>
              </a:rPr>
              <a:t>中的数据处理</a:t>
            </a:r>
          </a:p>
          <a:p>
            <a:pPr marL="377979" indent="-377979" algn="just" defTabSz="503972" eaLnBrk="1" fontAlgn="auto" hangingPunct="1">
              <a:lnSpc>
                <a:spcPct val="90000"/>
              </a:lnSpc>
              <a:spcBef>
                <a:spcPts val="0"/>
              </a:spcBef>
              <a:spcAft>
                <a:spcPts val="0"/>
              </a:spcAft>
              <a:buFont typeface="Wingdings 3" charset="2"/>
              <a:buNone/>
              <a:defRPr/>
            </a:pPr>
            <a:r>
              <a:rPr lang="zh-CN" altLang="en-US" sz="2646" dirty="0">
                <a:solidFill>
                  <a:srgbClr val="339933"/>
                </a:solidFill>
              </a:rPr>
              <a:t>}</a:t>
            </a:r>
          </a:p>
          <a:p>
            <a:pPr marL="377979" indent="-377979" algn="just" defTabSz="503972" eaLnBrk="1" fontAlgn="auto" hangingPunct="1">
              <a:lnSpc>
                <a:spcPct val="90000"/>
              </a:lnSpc>
              <a:spcBef>
                <a:spcPts val="0"/>
              </a:spcBef>
              <a:spcAft>
                <a:spcPts val="0"/>
              </a:spcAft>
              <a:buFont typeface="Wingdings 3" charset="2"/>
              <a:buNone/>
              <a:defRPr/>
            </a:pPr>
            <a:r>
              <a:rPr lang="zh-CN" altLang="en-US" sz="2646" dirty="0">
                <a:solidFill>
                  <a:schemeClr val="tx1">
                    <a:lumMod val="75000"/>
                    <a:lumOff val="25000"/>
                  </a:schemeClr>
                </a:solidFill>
              </a:rPr>
              <a:t>…</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C35D09"/>
                </a:solidFill>
              </a:rPr>
              <a:t>void Q( ) {   </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C35D09"/>
                </a:solidFill>
              </a:rPr>
              <a:t>	Q</a:t>
            </a:r>
            <a:r>
              <a:rPr lang="zh-CN" altLang="en-US" sz="2646" dirty="0">
                <a:solidFill>
                  <a:srgbClr val="C35D09"/>
                </a:solidFill>
              </a:rPr>
              <a:t>中的数据说明</a:t>
            </a:r>
          </a:p>
          <a:p>
            <a:pPr marL="377979" indent="-377979" algn="just" defTabSz="503972" eaLnBrk="1" fontAlgn="auto" hangingPunct="1">
              <a:lnSpc>
                <a:spcPct val="90000"/>
              </a:lnSpc>
              <a:spcBef>
                <a:spcPts val="0"/>
              </a:spcBef>
              <a:spcAft>
                <a:spcPts val="0"/>
              </a:spcAft>
              <a:buFont typeface="Wingdings 3" charset="2"/>
              <a:buNone/>
              <a:defRPr/>
            </a:pPr>
            <a:r>
              <a:rPr lang="en-US" altLang="zh-CN" sz="2646" dirty="0">
                <a:solidFill>
                  <a:srgbClr val="C35D09"/>
                </a:solidFill>
              </a:rPr>
              <a:t> 	Q</a:t>
            </a:r>
            <a:r>
              <a:rPr lang="zh-CN" altLang="en-US" sz="2646" dirty="0">
                <a:solidFill>
                  <a:srgbClr val="C35D09"/>
                </a:solidFill>
              </a:rPr>
              <a:t>中的数据说明</a:t>
            </a:r>
            <a:endParaRPr lang="en-US" altLang="zh-CN" sz="2646" dirty="0">
              <a:solidFill>
                <a:srgbClr val="C35D09"/>
              </a:solidFill>
            </a:endParaRPr>
          </a:p>
          <a:p>
            <a:pPr marL="377979" indent="-377979" algn="just" defTabSz="503972" eaLnBrk="1" fontAlgn="auto" hangingPunct="1">
              <a:lnSpc>
                <a:spcPct val="90000"/>
              </a:lnSpc>
              <a:spcBef>
                <a:spcPts val="0"/>
              </a:spcBef>
              <a:spcAft>
                <a:spcPts val="0"/>
              </a:spcAft>
              <a:buFont typeface="Wingdings 3" charset="2"/>
              <a:buNone/>
              <a:defRPr/>
            </a:pPr>
            <a:r>
              <a:rPr lang="zh-CN" altLang="en-US" sz="2646" dirty="0">
                <a:solidFill>
                  <a:srgbClr val="C35D09"/>
                </a:solidFill>
              </a:rPr>
              <a:t>}</a:t>
            </a:r>
          </a:p>
        </p:txBody>
      </p:sp>
      <p:sp>
        <p:nvSpPr>
          <p:cNvPr id="70" name="Rectangle 3"/>
          <p:cNvSpPr txBox="1">
            <a:spLocks noChangeArrowheads="1"/>
          </p:cNvSpPr>
          <p:nvPr/>
        </p:nvSpPr>
        <p:spPr bwMode="auto">
          <a:xfrm>
            <a:off x="5260975" y="1824038"/>
            <a:ext cx="13192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796" tIns="50398" rIns="100796" bIns="50398"/>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
                <a:srgbClr val="4F81BD"/>
              </a:buClr>
              <a:buFont typeface="Wingdings 3" panose="05040102010807070707" pitchFamily="18" charset="2"/>
              <a:buNone/>
            </a:pPr>
            <a:r>
              <a:rPr lang="zh-CN" altLang="en-US" sz="2600" noProof="1">
                <a:solidFill>
                  <a:srgbClr val="0070C0"/>
                </a:solidFill>
                <a:ea typeface="Droid Sans Fallback"/>
              </a:rPr>
              <a:t>主程序</a:t>
            </a:r>
            <a:endParaRPr lang="en-US" altLang="zh-CN" sz="2600">
              <a:solidFill>
                <a:srgbClr val="0070C0"/>
              </a:solidFill>
              <a:ea typeface="Droid Sans Fallback"/>
            </a:endParaRPr>
          </a:p>
        </p:txBody>
      </p:sp>
      <p:sp>
        <p:nvSpPr>
          <p:cNvPr id="71" name="Rectangle 4"/>
          <p:cNvSpPr>
            <a:spLocks noChangeArrowheads="1"/>
          </p:cNvSpPr>
          <p:nvPr/>
        </p:nvSpPr>
        <p:spPr bwMode="auto">
          <a:xfrm>
            <a:off x="4751388" y="4989513"/>
            <a:ext cx="2508250" cy="579437"/>
          </a:xfrm>
          <a:prstGeom prst="rect">
            <a:avLst/>
          </a:prstGeom>
          <a:solidFill>
            <a:srgbClr val="CC66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cs typeface="+mn-cs"/>
              </a:rPr>
              <a:t>Q</a:t>
            </a:r>
            <a:r>
              <a:rPr kumimoji="1" lang="zh-CN" altLang="zh-CN" sz="2646" dirty="0">
                <a:solidFill>
                  <a:prstClr val="white"/>
                </a:solidFill>
                <a:latin typeface="微软雅黑" panose="020B0503020204020204" pitchFamily="34" charset="-122"/>
                <a:cs typeface="+mn-cs"/>
              </a:rPr>
              <a:t>的活动记录</a:t>
            </a:r>
            <a:endParaRPr kumimoji="1" lang="zh-CN" altLang="en-US" sz="2646" dirty="0">
              <a:solidFill>
                <a:prstClr val="white"/>
              </a:solidFill>
              <a:latin typeface="微软雅黑" panose="020B0503020204020204" pitchFamily="34" charset="-122"/>
              <a:cs typeface="+mn-cs"/>
            </a:endParaRPr>
          </a:p>
        </p:txBody>
      </p:sp>
      <p:sp>
        <p:nvSpPr>
          <p:cNvPr id="72" name="Rectangle 5"/>
          <p:cNvSpPr>
            <a:spLocks noChangeArrowheads="1"/>
          </p:cNvSpPr>
          <p:nvPr/>
        </p:nvSpPr>
        <p:spPr bwMode="auto">
          <a:xfrm>
            <a:off x="4751388" y="5556250"/>
            <a:ext cx="2516187" cy="568325"/>
          </a:xfrm>
          <a:prstGeom prst="rect">
            <a:avLst/>
          </a:prstGeom>
          <a:solidFill>
            <a:srgbClr val="0070C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主程序</a:t>
            </a:r>
            <a:r>
              <a:rPr kumimoji="1" lang="zh-CN" altLang="zh-CN" sz="2646" dirty="0">
                <a:solidFill>
                  <a:prstClr val="white"/>
                </a:solidFill>
                <a:latin typeface="微软雅黑" panose="020B0503020204020204" pitchFamily="34" charset="-122"/>
                <a:cs typeface="+mn-cs"/>
              </a:rPr>
              <a:t>活动记录</a:t>
            </a:r>
            <a:endParaRPr kumimoji="1" lang="zh-CN" altLang="en-US" sz="2646" dirty="0">
              <a:solidFill>
                <a:prstClr val="white"/>
              </a:solidFill>
              <a:latin typeface="微软雅黑" panose="020B0503020204020204" pitchFamily="34" charset="-122"/>
              <a:cs typeface="+mn-cs"/>
            </a:endParaRPr>
          </a:p>
        </p:txBody>
      </p:sp>
      <p:sp>
        <p:nvSpPr>
          <p:cNvPr id="73" name="Rectangle 6"/>
          <p:cNvSpPr>
            <a:spLocks noChangeArrowheads="1"/>
          </p:cNvSpPr>
          <p:nvPr/>
        </p:nvSpPr>
        <p:spPr bwMode="auto">
          <a:xfrm>
            <a:off x="4751388" y="3781425"/>
            <a:ext cx="2516187" cy="3098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543">
              <a:solidFill>
                <a:prstClr val="black"/>
              </a:solidFill>
              <a:ea typeface="宋体" panose="02010600030101010101" pitchFamily="2" charset="-122"/>
              <a:cs typeface="+mn-cs"/>
            </a:endParaRPr>
          </a:p>
        </p:txBody>
      </p:sp>
      <p:sp>
        <p:nvSpPr>
          <p:cNvPr id="74" name="Rectangle 7"/>
          <p:cNvSpPr>
            <a:spLocks noChangeArrowheads="1"/>
          </p:cNvSpPr>
          <p:nvPr/>
        </p:nvSpPr>
        <p:spPr bwMode="auto">
          <a:xfrm>
            <a:off x="3995738" y="4233863"/>
            <a:ext cx="61118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en-US" altLang="zh-CN" sz="2646" dirty="0">
              <a:solidFill>
                <a:prstClr val="black"/>
              </a:solidFill>
              <a:latin typeface="微软雅黑" panose="020B0503020204020204" pitchFamily="34" charset="-122"/>
              <a:cs typeface="+mn-cs"/>
            </a:endParaRPr>
          </a:p>
        </p:txBody>
      </p:sp>
      <p:sp>
        <p:nvSpPr>
          <p:cNvPr id="75" name="Rectangle 8"/>
          <p:cNvSpPr>
            <a:spLocks noChangeArrowheads="1"/>
          </p:cNvSpPr>
          <p:nvPr/>
        </p:nvSpPr>
        <p:spPr bwMode="auto">
          <a:xfrm>
            <a:off x="4751388" y="4359275"/>
            <a:ext cx="2508250" cy="630238"/>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cs typeface="+mn-cs"/>
              </a:rPr>
              <a:t>R</a:t>
            </a:r>
            <a:r>
              <a:rPr kumimoji="1" lang="zh-CN" altLang="zh-CN" sz="2646" dirty="0">
                <a:solidFill>
                  <a:prstClr val="white"/>
                </a:solidFill>
                <a:latin typeface="微软雅黑" panose="020B0503020204020204" pitchFamily="34" charset="-122"/>
                <a:cs typeface="+mn-cs"/>
              </a:rPr>
              <a:t>的活动记录</a:t>
            </a:r>
            <a:endParaRPr kumimoji="1" lang="zh-CN" altLang="en-US" sz="2646" dirty="0">
              <a:solidFill>
                <a:prstClr val="white"/>
              </a:solidFill>
              <a:latin typeface="微软雅黑" panose="020B0503020204020204" pitchFamily="34" charset="-122"/>
              <a:cs typeface="+mn-cs"/>
            </a:endParaRPr>
          </a:p>
        </p:txBody>
      </p:sp>
      <p:sp>
        <p:nvSpPr>
          <p:cNvPr id="76" name="Rectangle 9"/>
          <p:cNvSpPr>
            <a:spLocks noChangeArrowheads="1"/>
          </p:cNvSpPr>
          <p:nvPr/>
        </p:nvSpPr>
        <p:spPr bwMode="auto">
          <a:xfrm>
            <a:off x="4059238" y="4675188"/>
            <a:ext cx="611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77" name="Line 10"/>
          <p:cNvSpPr>
            <a:spLocks noChangeShapeType="1"/>
          </p:cNvSpPr>
          <p:nvPr/>
        </p:nvSpPr>
        <p:spPr bwMode="auto">
          <a:xfrm flipV="1">
            <a:off x="7396163" y="3779838"/>
            <a:ext cx="0" cy="312420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543">
              <a:solidFill>
                <a:prstClr val="black"/>
              </a:solidFill>
              <a:latin typeface="Arial" panose="020B0604020202020204"/>
              <a:ea typeface="黑体" panose="02010609060101010101" pitchFamily="49" charset="-122"/>
              <a:cs typeface="+mn-cs"/>
            </a:endParaRPr>
          </a:p>
        </p:txBody>
      </p:sp>
      <p:sp>
        <p:nvSpPr>
          <p:cNvPr id="78" name="Rectangle 23"/>
          <p:cNvSpPr>
            <a:spLocks noChangeArrowheads="1"/>
          </p:cNvSpPr>
          <p:nvPr/>
        </p:nvSpPr>
        <p:spPr bwMode="auto">
          <a:xfrm>
            <a:off x="4751388" y="6124575"/>
            <a:ext cx="2516187" cy="754063"/>
          </a:xfrm>
          <a:prstGeom prst="rect">
            <a:avLst/>
          </a:prstGeom>
          <a:solidFill>
            <a:srgbClr val="FF0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white"/>
                </a:solidFill>
                <a:latin typeface="微软雅黑" panose="020B0503020204020204" pitchFamily="34" charset="-122"/>
                <a:cs typeface="+mn-cs"/>
              </a:rPr>
              <a:t>全局数据区</a:t>
            </a:r>
          </a:p>
        </p:txBody>
      </p:sp>
      <p:sp>
        <p:nvSpPr>
          <p:cNvPr id="79" name="Rectangle 25"/>
          <p:cNvSpPr>
            <a:spLocks noChangeArrowheads="1"/>
          </p:cNvSpPr>
          <p:nvPr/>
        </p:nvSpPr>
        <p:spPr bwMode="auto">
          <a:xfrm>
            <a:off x="3989388" y="5372100"/>
            <a:ext cx="611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80" name="Rectangle 26"/>
          <p:cNvSpPr>
            <a:spLocks noChangeArrowheads="1"/>
          </p:cNvSpPr>
          <p:nvPr/>
        </p:nvSpPr>
        <p:spPr bwMode="auto">
          <a:xfrm>
            <a:off x="4052888" y="5813425"/>
            <a:ext cx="611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81" name="Rectangle 27"/>
          <p:cNvSpPr>
            <a:spLocks noChangeArrowheads="1"/>
          </p:cNvSpPr>
          <p:nvPr/>
        </p:nvSpPr>
        <p:spPr bwMode="auto">
          <a:xfrm>
            <a:off x="3970338" y="4895850"/>
            <a:ext cx="611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en-US" altLang="zh-CN" sz="2646" dirty="0">
              <a:solidFill>
                <a:prstClr val="black"/>
              </a:solidFill>
              <a:latin typeface="微软雅黑" panose="020B0503020204020204" pitchFamily="34" charset="-122"/>
              <a:cs typeface="+mn-cs"/>
            </a:endParaRPr>
          </a:p>
        </p:txBody>
      </p:sp>
      <p:sp>
        <p:nvSpPr>
          <p:cNvPr id="82" name="Rectangle 28"/>
          <p:cNvSpPr>
            <a:spLocks noChangeArrowheads="1"/>
          </p:cNvSpPr>
          <p:nvPr/>
        </p:nvSpPr>
        <p:spPr bwMode="auto">
          <a:xfrm>
            <a:off x="4032250" y="5335588"/>
            <a:ext cx="6111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83" name="Rectangle 3"/>
          <p:cNvSpPr txBox="1">
            <a:spLocks noChangeArrowheads="1"/>
          </p:cNvSpPr>
          <p:nvPr/>
        </p:nvSpPr>
        <p:spPr bwMode="auto">
          <a:xfrm>
            <a:off x="6427788" y="1830388"/>
            <a:ext cx="1447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597" tIns="37798" rIns="75597" bIns="37798"/>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
                <a:srgbClr val="4F81BD"/>
              </a:buClr>
              <a:buFont typeface="Wingdings 3" panose="05040102010807070707" pitchFamily="18" charset="2"/>
              <a:buNone/>
            </a:pPr>
            <a:r>
              <a:rPr lang="zh-CN" altLang="zh-CN" sz="2600" noProof="1">
                <a:ea typeface="Droid Sans Fallback"/>
              </a:rPr>
              <a:t>→</a:t>
            </a:r>
            <a:r>
              <a:rPr lang="zh-CN" altLang="en-US" sz="2600" noProof="1">
                <a:solidFill>
                  <a:srgbClr val="C35D09"/>
                </a:solidFill>
                <a:ea typeface="Droid Sans Fallback"/>
              </a:rPr>
              <a:t>过程</a:t>
            </a:r>
            <a:r>
              <a:rPr lang="en-US" altLang="zh-CN" sz="2600" noProof="1">
                <a:solidFill>
                  <a:srgbClr val="C35D09"/>
                </a:solidFill>
                <a:ea typeface="Droid Sans Fallback"/>
              </a:rPr>
              <a:t>Q</a:t>
            </a:r>
            <a:endParaRPr lang="en-US" altLang="zh-CN" sz="2600">
              <a:solidFill>
                <a:srgbClr val="C35D09"/>
              </a:solidFill>
              <a:ea typeface="Droid Sans Fallback"/>
            </a:endParaRPr>
          </a:p>
        </p:txBody>
      </p:sp>
      <p:sp>
        <p:nvSpPr>
          <p:cNvPr id="84" name="Rectangle 3"/>
          <p:cNvSpPr txBox="1">
            <a:spLocks noChangeArrowheads="1"/>
          </p:cNvSpPr>
          <p:nvPr/>
        </p:nvSpPr>
        <p:spPr bwMode="auto">
          <a:xfrm>
            <a:off x="6427788" y="2314575"/>
            <a:ext cx="15763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597" tIns="37798" rIns="75597" bIns="37798"/>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
                <a:srgbClr val="4F81BD"/>
              </a:buClr>
              <a:buFont typeface="Wingdings 3" panose="05040102010807070707" pitchFamily="18" charset="2"/>
              <a:buNone/>
            </a:pPr>
            <a:r>
              <a:rPr lang="zh-CN" altLang="en-US" sz="2600" noProof="1">
                <a:ea typeface="Droid Sans Fallback"/>
              </a:rPr>
              <a:t>→</a:t>
            </a:r>
            <a:r>
              <a:rPr lang="zh-CN" altLang="en-US" sz="2600" noProof="1">
                <a:solidFill>
                  <a:srgbClr val="008E40"/>
                </a:solidFill>
                <a:ea typeface="Droid Sans Fallback"/>
              </a:rPr>
              <a:t>过程</a:t>
            </a:r>
            <a:r>
              <a:rPr lang="en-US" altLang="zh-CN" sz="2600" noProof="1">
                <a:solidFill>
                  <a:srgbClr val="008E40"/>
                </a:solidFill>
                <a:ea typeface="Droid Sans Fallback"/>
              </a:rPr>
              <a:t>R</a:t>
            </a:r>
            <a:endParaRPr lang="en-US" altLang="zh-CN" sz="2600">
              <a:solidFill>
                <a:srgbClr val="008E40"/>
              </a:solidFill>
              <a:ea typeface="Droid Sans Fallback"/>
            </a:endParaRPr>
          </a:p>
        </p:txBody>
      </p:sp>
      <p:sp>
        <p:nvSpPr>
          <p:cNvPr id="85" name="Rectangle 4"/>
          <p:cNvSpPr>
            <a:spLocks noChangeArrowheads="1"/>
          </p:cNvSpPr>
          <p:nvPr/>
        </p:nvSpPr>
        <p:spPr bwMode="auto">
          <a:xfrm>
            <a:off x="4751388" y="3783013"/>
            <a:ext cx="2508250" cy="579437"/>
          </a:xfrm>
          <a:prstGeom prst="rect">
            <a:avLst/>
          </a:prstGeom>
          <a:solidFill>
            <a:srgbClr val="CC66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cs typeface="+mn-cs"/>
              </a:rPr>
              <a:t>Q</a:t>
            </a:r>
            <a:r>
              <a:rPr kumimoji="1" lang="zh-CN" altLang="zh-CN" sz="2646" dirty="0">
                <a:solidFill>
                  <a:prstClr val="white"/>
                </a:solidFill>
                <a:latin typeface="微软雅黑" panose="020B0503020204020204" pitchFamily="34" charset="-122"/>
                <a:cs typeface="+mn-cs"/>
              </a:rPr>
              <a:t>的活动记录</a:t>
            </a:r>
            <a:endParaRPr kumimoji="1" lang="zh-CN" altLang="en-US" sz="2646" dirty="0">
              <a:solidFill>
                <a:prstClr val="white"/>
              </a:solidFill>
              <a:latin typeface="微软雅黑" panose="020B0503020204020204" pitchFamily="34" charset="-122"/>
              <a:cs typeface="+mn-cs"/>
            </a:endParaRPr>
          </a:p>
        </p:txBody>
      </p:sp>
      <p:sp>
        <p:nvSpPr>
          <p:cNvPr id="86" name="Rectangle 27"/>
          <p:cNvSpPr>
            <a:spLocks noChangeArrowheads="1"/>
          </p:cNvSpPr>
          <p:nvPr/>
        </p:nvSpPr>
        <p:spPr bwMode="auto">
          <a:xfrm>
            <a:off x="3970338" y="3687763"/>
            <a:ext cx="61118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en-US" altLang="zh-CN" sz="2646" dirty="0">
              <a:solidFill>
                <a:prstClr val="black"/>
              </a:solidFill>
              <a:latin typeface="微软雅黑" panose="020B0503020204020204" pitchFamily="34" charset="-122"/>
              <a:cs typeface="+mn-cs"/>
            </a:endParaRPr>
          </a:p>
        </p:txBody>
      </p:sp>
      <p:sp>
        <p:nvSpPr>
          <p:cNvPr id="87" name="Rectangle 28"/>
          <p:cNvSpPr>
            <a:spLocks noChangeArrowheads="1"/>
          </p:cNvSpPr>
          <p:nvPr/>
        </p:nvSpPr>
        <p:spPr bwMode="auto">
          <a:xfrm>
            <a:off x="4032250" y="4129088"/>
            <a:ext cx="6111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SP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en-US" altLang="zh-CN" sz="2646" dirty="0">
              <a:solidFill>
                <a:prstClr val="black"/>
              </a:solidFill>
              <a:latin typeface="微软雅黑" panose="020B0503020204020204" pitchFamily="34" charset="-122"/>
              <a:cs typeface="+mn-cs"/>
            </a:endParaRPr>
          </a:p>
        </p:txBody>
      </p:sp>
      <p:sp>
        <p:nvSpPr>
          <p:cNvPr id="88" name="Rectangle 3"/>
          <p:cNvSpPr txBox="1">
            <a:spLocks noChangeArrowheads="1"/>
          </p:cNvSpPr>
          <p:nvPr/>
        </p:nvSpPr>
        <p:spPr bwMode="auto">
          <a:xfrm>
            <a:off x="6445250" y="2797175"/>
            <a:ext cx="15779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597" tIns="37798" rIns="75597" bIns="37798"/>
          <a:lstStyle>
            <a:lvl1pPr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algn="ctr" eaLnBrk="1" hangingPunct="1">
              <a:lnSpc>
                <a:spcPct val="110000"/>
              </a:lnSpc>
              <a:spcBef>
                <a:spcPct val="0"/>
              </a:spcBef>
              <a:buClr>
                <a:srgbClr val="4F81BD"/>
              </a:buClr>
              <a:buFont typeface="Wingdings 3" panose="05040102010807070707" pitchFamily="18" charset="2"/>
              <a:buNone/>
            </a:pPr>
            <a:r>
              <a:rPr lang="zh-CN" altLang="zh-CN" sz="2600" noProof="1">
                <a:ea typeface="Droid Sans Fallback"/>
              </a:rPr>
              <a:t>→</a:t>
            </a:r>
            <a:r>
              <a:rPr lang="zh-CN" altLang="en-US" sz="2600" noProof="1">
                <a:solidFill>
                  <a:srgbClr val="C35D09"/>
                </a:solidFill>
                <a:ea typeface="Droid Sans Fallback"/>
              </a:rPr>
              <a:t>过程</a:t>
            </a:r>
            <a:r>
              <a:rPr lang="en-US" altLang="zh-CN" sz="2600" noProof="1">
                <a:solidFill>
                  <a:srgbClr val="C35D09"/>
                </a:solidFill>
                <a:ea typeface="Droid Sans Fallback"/>
              </a:rPr>
              <a:t>Q</a:t>
            </a:r>
            <a:endParaRPr lang="en-US" altLang="zh-CN" sz="2600">
              <a:solidFill>
                <a:srgbClr val="C35D09"/>
              </a:solidFill>
              <a:ea typeface="Droid Sans Fallback"/>
            </a:endParaRPr>
          </a:p>
        </p:txBody>
      </p:sp>
      <p:grpSp>
        <p:nvGrpSpPr>
          <p:cNvPr id="89" name="Group 11"/>
          <p:cNvGrpSpPr>
            <a:grpSpLocks/>
          </p:cNvGrpSpPr>
          <p:nvPr/>
        </p:nvGrpSpPr>
        <p:grpSpPr bwMode="auto">
          <a:xfrm>
            <a:off x="7259638" y="3546475"/>
            <a:ext cx="2692400" cy="3149600"/>
            <a:chOff x="1415" y="1920"/>
            <a:chExt cx="1885" cy="2400"/>
          </a:xfrm>
        </p:grpSpPr>
        <p:grpSp>
          <p:nvGrpSpPr>
            <p:cNvPr id="502808" name="Group 12"/>
            <p:cNvGrpSpPr>
              <a:grpSpLocks/>
            </p:cNvGrpSpPr>
            <p:nvPr/>
          </p:nvGrpSpPr>
          <p:grpSpPr bwMode="auto">
            <a:xfrm>
              <a:off x="1922" y="1920"/>
              <a:ext cx="1378" cy="2400"/>
              <a:chOff x="-1966" y="1200"/>
              <a:chExt cx="1378" cy="2400"/>
            </a:xfrm>
          </p:grpSpPr>
          <p:sp>
            <p:nvSpPr>
              <p:cNvPr id="93" name="Rectangle 13"/>
              <p:cNvSpPr>
                <a:spLocks noChangeArrowheads="1"/>
              </p:cNvSpPr>
              <p:nvPr/>
            </p:nvSpPr>
            <p:spPr bwMode="auto">
              <a:xfrm>
                <a:off x="-1966" y="1200"/>
                <a:ext cx="1378" cy="2400"/>
              </a:xfrm>
              <a:prstGeom prst="rect">
                <a:avLst/>
              </a:prstGeom>
              <a:solidFill>
                <a:srgbClr val="FFCC99"/>
              </a:solidFill>
              <a:ln w="2857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543">
                  <a:solidFill>
                    <a:prstClr val="black"/>
                  </a:solidFill>
                  <a:ea typeface="宋体" panose="02010600030101010101" pitchFamily="2" charset="-122"/>
                  <a:cs typeface="+mn-cs"/>
                </a:endParaRPr>
              </a:p>
            </p:txBody>
          </p:sp>
          <p:sp>
            <p:nvSpPr>
              <p:cNvPr id="94" name="Rectangle 14"/>
              <p:cNvSpPr>
                <a:spLocks noChangeArrowheads="1"/>
              </p:cNvSpPr>
              <p:nvPr/>
            </p:nvSpPr>
            <p:spPr bwMode="auto">
              <a:xfrm>
                <a:off x="-1966" y="2571"/>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95" name="Rectangle 15"/>
              <p:cNvSpPr>
                <a:spLocks noChangeArrowheads="1"/>
              </p:cNvSpPr>
              <p:nvPr/>
            </p:nvSpPr>
            <p:spPr bwMode="auto">
              <a:xfrm>
                <a:off x="-1966" y="2914"/>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96" name="Rectangle 16"/>
              <p:cNvSpPr>
                <a:spLocks noChangeArrowheads="1"/>
              </p:cNvSpPr>
              <p:nvPr/>
            </p:nvSpPr>
            <p:spPr bwMode="auto">
              <a:xfrm>
                <a:off x="-1966" y="2229"/>
                <a:ext cx="1378" cy="341"/>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形式单元</a:t>
                </a:r>
                <a:endParaRPr kumimoji="1" lang="zh-CN" altLang="zh-CN" sz="2646" dirty="0">
                  <a:solidFill>
                    <a:prstClr val="black"/>
                  </a:solidFill>
                  <a:latin typeface="微软雅黑" panose="020B0503020204020204" pitchFamily="34" charset="-122"/>
                  <a:cs typeface="+mn-cs"/>
                </a:endParaRPr>
              </a:p>
            </p:txBody>
          </p:sp>
          <p:sp>
            <p:nvSpPr>
              <p:cNvPr id="97" name="Rectangle 17"/>
              <p:cNvSpPr>
                <a:spLocks noChangeArrowheads="1"/>
              </p:cNvSpPr>
              <p:nvPr/>
            </p:nvSpPr>
            <p:spPr bwMode="auto">
              <a:xfrm>
                <a:off x="-1966" y="1544"/>
                <a:ext cx="1378" cy="342"/>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98" name="Rectangle 18"/>
              <p:cNvSpPr>
                <a:spLocks noChangeArrowheads="1"/>
              </p:cNvSpPr>
              <p:nvPr/>
            </p:nvSpPr>
            <p:spPr bwMode="auto">
              <a:xfrm>
                <a:off x="-1966" y="1886"/>
                <a:ext cx="1378" cy="344"/>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sp>
            <p:nvSpPr>
              <p:cNvPr id="99" name="Rectangle 19"/>
              <p:cNvSpPr>
                <a:spLocks noChangeArrowheads="1"/>
              </p:cNvSpPr>
              <p:nvPr/>
            </p:nvSpPr>
            <p:spPr bwMode="auto">
              <a:xfrm>
                <a:off x="-1966" y="3256"/>
                <a:ext cx="1378" cy="341"/>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100" name="Rectangle 20"/>
              <p:cNvSpPr>
                <a:spLocks noChangeArrowheads="1"/>
              </p:cNvSpPr>
              <p:nvPr/>
            </p:nvSpPr>
            <p:spPr bwMode="auto">
              <a:xfrm>
                <a:off x="-1966" y="1200"/>
                <a:ext cx="1378" cy="344"/>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grpSp>
        <p:sp>
          <p:nvSpPr>
            <p:cNvPr id="91" name="Line 21"/>
            <p:cNvSpPr>
              <a:spLocks noChangeShapeType="1"/>
            </p:cNvSpPr>
            <p:nvPr/>
          </p:nvSpPr>
          <p:spPr bwMode="auto">
            <a:xfrm flipV="1">
              <a:off x="1415" y="1920"/>
              <a:ext cx="533" cy="177"/>
            </a:xfrm>
            <a:prstGeom prst="line">
              <a:avLst/>
            </a:prstGeom>
            <a:noFill/>
            <a:ln w="25400">
              <a:solidFill>
                <a:srgbClr val="993300"/>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543">
                <a:solidFill>
                  <a:prstClr val="black"/>
                </a:solidFill>
                <a:latin typeface="Arial" panose="020B0604020202020204"/>
                <a:ea typeface="黑体" panose="02010609060101010101" pitchFamily="49" charset="-122"/>
                <a:cs typeface="+mn-cs"/>
              </a:endParaRPr>
            </a:p>
          </p:txBody>
        </p:sp>
        <p:sp>
          <p:nvSpPr>
            <p:cNvPr id="92" name="Line 22"/>
            <p:cNvSpPr>
              <a:spLocks noChangeShapeType="1"/>
            </p:cNvSpPr>
            <p:nvPr/>
          </p:nvSpPr>
          <p:spPr bwMode="auto">
            <a:xfrm>
              <a:off x="1419" y="2541"/>
              <a:ext cx="498" cy="1778"/>
            </a:xfrm>
            <a:prstGeom prst="line">
              <a:avLst/>
            </a:prstGeom>
            <a:noFill/>
            <a:ln w="25400">
              <a:solidFill>
                <a:srgbClr val="993300"/>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543">
                <a:solidFill>
                  <a:prstClr val="black"/>
                </a:solidFill>
                <a:latin typeface="Arial" panose="020B0604020202020204"/>
                <a:ea typeface="黑体" panose="02010609060101010101" pitchFamily="49" charset="-122"/>
                <a:cs typeface="+mn-cs"/>
              </a:endParaRPr>
            </a:p>
          </p:txBody>
        </p:sp>
      </p:grpSp>
      <p:sp>
        <p:nvSpPr>
          <p:cNvPr id="4" name="灯片编号占位符 3">
            <a:extLst>
              <a:ext uri="{FF2B5EF4-FFF2-40B4-BE49-F238E27FC236}">
                <a16:creationId xmlns:a16="http://schemas.microsoft.com/office/drawing/2014/main" id="{1908D6D8-ADEE-62CF-91AB-D923F824F82E}"/>
              </a:ext>
            </a:extLst>
          </p:cNvPr>
          <p:cNvSpPr>
            <a:spLocks noGrp="1"/>
          </p:cNvSpPr>
          <p:nvPr>
            <p:ph type="sldNum" sz="quarter" idx="12"/>
          </p:nvPr>
        </p:nvSpPr>
        <p:spPr/>
        <p:txBody>
          <a:bodyPr/>
          <a:lstStyle/>
          <a:p>
            <a:pPr>
              <a:defRPr/>
            </a:pPr>
            <a:fld id="{648864A3-7802-4631-BE0D-FF357BC6A1A9}" type="slidenum">
              <a:rPr lang="en-US" smtClean="0"/>
              <a:pPr>
                <a:defRPr/>
              </a:pPr>
              <a:t>31</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
                                            <p:txEl>
                                              <p:pRg st="0" end="0"/>
                                            </p:txEl>
                                          </p:spTgt>
                                        </p:tgtEl>
                                        <p:attrNameLst>
                                          <p:attrName>style.visibility</p:attrName>
                                        </p:attrNameLst>
                                      </p:cBhvr>
                                      <p:to>
                                        <p:strVal val="visible"/>
                                      </p:to>
                                    </p:set>
                                    <p:animEffect transition="in" filter="wipe(left)">
                                      <p:cBhvr>
                                        <p:cTn id="7" dur="500"/>
                                        <p:tgtEl>
                                          <p:spTgt spid="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wipe(down)">
                                      <p:cBhvr>
                                        <p:cTn id="12" dur="500"/>
                                        <p:tgtEl>
                                          <p:spTgt spid="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wipe(down)">
                                      <p:cBhvr>
                                        <p:cTn id="17" dur="500"/>
                                        <p:tgtEl>
                                          <p:spTgt spid="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wipe(down)">
                                      <p:cBhvr>
                                        <p:cTn id="22" dur="500"/>
                                        <p:tgtEl>
                                          <p:spTgt spid="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wipe(down)">
                                      <p:cBhvr>
                                        <p:cTn id="27" dur="500"/>
                                        <p:tgtEl>
                                          <p:spTgt spid="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9"/>
                                        </p:tgtEl>
                                        <p:attrNameLst>
                                          <p:attrName>style.visibility</p:attrName>
                                        </p:attrNameLst>
                                      </p:cBhvr>
                                      <p:to>
                                        <p:strVal val="visible"/>
                                      </p:to>
                                    </p:set>
                                    <p:animEffect transition="in" filter="wipe(down)">
                                      <p:cBhvr>
                                        <p:cTn id="32" dur="500"/>
                                        <p:tgtEl>
                                          <p:spTgt spid="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3">
                                            <p:txEl>
                                              <p:pRg st="0" end="0"/>
                                            </p:txEl>
                                          </p:spTgt>
                                        </p:tgtEl>
                                        <p:attrNameLst>
                                          <p:attrName>style.visibility</p:attrName>
                                        </p:attrNameLst>
                                      </p:cBhvr>
                                      <p:to>
                                        <p:strVal val="visible"/>
                                      </p:to>
                                    </p:set>
                                    <p:animEffect transition="in" filter="wipe(left)">
                                      <p:cBhvr>
                                        <p:cTn id="37" dur="500"/>
                                        <p:tgtEl>
                                          <p:spTgt spid="83">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1"/>
                                        </p:tgtEl>
                                        <p:attrNameLst>
                                          <p:attrName>style.visibility</p:attrName>
                                        </p:attrNameLst>
                                      </p:cBhvr>
                                      <p:to>
                                        <p:strVal val="visible"/>
                                      </p:to>
                                    </p:set>
                                    <p:animEffect transition="in" filter="wipe(down)">
                                      <p:cBhvr>
                                        <p:cTn id="42" dur="500"/>
                                        <p:tgtEl>
                                          <p:spTgt spid="7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xit" presetSubtype="10" fill="hold" grpId="1" nodeType="clickEffect">
                                  <p:stCondLst>
                                    <p:cond delay="0"/>
                                  </p:stCondLst>
                                  <p:childTnLst>
                                    <p:animEffect transition="out" filter="blinds(horizontal)">
                                      <p:cBhvr>
                                        <p:cTn id="46" dur="500"/>
                                        <p:tgtEl>
                                          <p:spTgt spid="79"/>
                                        </p:tgtEl>
                                      </p:cBhvr>
                                    </p:animEffect>
                                    <p:set>
                                      <p:cBhvr>
                                        <p:cTn id="47" dur="1" fill="hold">
                                          <p:stCondLst>
                                            <p:cond delay="499"/>
                                          </p:stCondLst>
                                        </p:cTn>
                                        <p:tgtEl>
                                          <p:spTgt spid="79"/>
                                        </p:tgtEl>
                                        <p:attrNameLst>
                                          <p:attrName>style.visibility</p:attrName>
                                        </p:attrNameLst>
                                      </p:cBhvr>
                                      <p:to>
                                        <p:strVal val="hidden"/>
                                      </p:to>
                                    </p:set>
                                  </p:childTnLst>
                                </p:cTn>
                              </p:par>
                              <p:par>
                                <p:cTn id="48" presetID="3" presetClass="exit" presetSubtype="10" fill="hold" grpId="1" nodeType="withEffect">
                                  <p:stCondLst>
                                    <p:cond delay="0"/>
                                  </p:stCondLst>
                                  <p:childTnLst>
                                    <p:animEffect transition="out" filter="blinds(horizontal)">
                                      <p:cBhvr>
                                        <p:cTn id="49" dur="500"/>
                                        <p:tgtEl>
                                          <p:spTgt spid="80"/>
                                        </p:tgtEl>
                                      </p:cBhvr>
                                    </p:animEffect>
                                    <p:set>
                                      <p:cBhvr>
                                        <p:cTn id="50" dur="1" fill="hold">
                                          <p:stCondLst>
                                            <p:cond delay="499"/>
                                          </p:stCondLst>
                                        </p:cTn>
                                        <p:tgtEl>
                                          <p:spTgt spid="80"/>
                                        </p:tgtEl>
                                        <p:attrNameLst>
                                          <p:attrName>style.visibility</p:attrName>
                                        </p:attrNameLst>
                                      </p:cBhvr>
                                      <p:to>
                                        <p:strVal val="hidden"/>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2"/>
                                        </p:tgtEl>
                                        <p:attrNameLst>
                                          <p:attrName>style.visibility</p:attrName>
                                        </p:attrNameLst>
                                      </p:cBhvr>
                                      <p:to>
                                        <p:strVal val="visible"/>
                                      </p:to>
                                    </p:set>
                                    <p:animEffect transition="in" filter="wipe(down)">
                                      <p:cBhvr>
                                        <p:cTn id="55" dur="500"/>
                                        <p:tgtEl>
                                          <p:spTgt spid="8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81"/>
                                        </p:tgtEl>
                                        <p:attrNameLst>
                                          <p:attrName>style.visibility</p:attrName>
                                        </p:attrNameLst>
                                      </p:cBhvr>
                                      <p:to>
                                        <p:strVal val="visible"/>
                                      </p:to>
                                    </p:set>
                                    <p:animEffect transition="in" filter="wipe(down)">
                                      <p:cBhvr>
                                        <p:cTn id="60" dur="500"/>
                                        <p:tgtEl>
                                          <p:spTgt spid="8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4">
                                            <p:txEl>
                                              <p:pRg st="0" end="0"/>
                                            </p:txEl>
                                          </p:spTgt>
                                        </p:tgtEl>
                                        <p:attrNameLst>
                                          <p:attrName>style.visibility</p:attrName>
                                        </p:attrNameLst>
                                      </p:cBhvr>
                                      <p:to>
                                        <p:strVal val="visible"/>
                                      </p:to>
                                    </p:set>
                                    <p:animEffect transition="in" filter="wipe(left)">
                                      <p:cBhvr>
                                        <p:cTn id="65" dur="500"/>
                                        <p:tgtEl>
                                          <p:spTgt spid="84">
                                            <p:txEl>
                                              <p:pRg st="0" end="0"/>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75"/>
                                        </p:tgtEl>
                                        <p:attrNameLst>
                                          <p:attrName>style.visibility</p:attrName>
                                        </p:attrNameLst>
                                      </p:cBhvr>
                                      <p:to>
                                        <p:strVal val="visible"/>
                                      </p:to>
                                    </p:set>
                                    <p:animEffect transition="in" filter="wipe(down)">
                                      <p:cBhvr>
                                        <p:cTn id="70" dur="500"/>
                                        <p:tgtEl>
                                          <p:spTgt spid="7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xit" presetSubtype="10" fill="hold" grpId="1" nodeType="clickEffect">
                                  <p:stCondLst>
                                    <p:cond delay="0"/>
                                  </p:stCondLst>
                                  <p:childTnLst>
                                    <p:animEffect transition="out" filter="blinds(horizontal)">
                                      <p:cBhvr>
                                        <p:cTn id="74" dur="500"/>
                                        <p:tgtEl>
                                          <p:spTgt spid="81"/>
                                        </p:tgtEl>
                                      </p:cBhvr>
                                    </p:animEffect>
                                    <p:set>
                                      <p:cBhvr>
                                        <p:cTn id="75" dur="1" fill="hold">
                                          <p:stCondLst>
                                            <p:cond delay="499"/>
                                          </p:stCondLst>
                                        </p:cTn>
                                        <p:tgtEl>
                                          <p:spTgt spid="81"/>
                                        </p:tgtEl>
                                        <p:attrNameLst>
                                          <p:attrName>style.visibility</p:attrName>
                                        </p:attrNameLst>
                                      </p:cBhvr>
                                      <p:to>
                                        <p:strVal val="hidden"/>
                                      </p:to>
                                    </p:set>
                                  </p:childTnLst>
                                </p:cTn>
                              </p:par>
                              <p:par>
                                <p:cTn id="76" presetID="3" presetClass="exit" presetSubtype="10" fill="hold" grpId="1" nodeType="withEffect">
                                  <p:stCondLst>
                                    <p:cond delay="0"/>
                                  </p:stCondLst>
                                  <p:childTnLst>
                                    <p:animEffect transition="out" filter="blinds(horizontal)">
                                      <p:cBhvr>
                                        <p:cTn id="77" dur="500"/>
                                        <p:tgtEl>
                                          <p:spTgt spid="82"/>
                                        </p:tgtEl>
                                      </p:cBhvr>
                                    </p:animEffect>
                                    <p:set>
                                      <p:cBhvr>
                                        <p:cTn id="78" dur="1" fill="hold">
                                          <p:stCondLst>
                                            <p:cond delay="499"/>
                                          </p:stCondLst>
                                        </p:cTn>
                                        <p:tgtEl>
                                          <p:spTgt spid="82"/>
                                        </p:tgtEl>
                                        <p:attrNameLst>
                                          <p:attrName>style.visibility</p:attrName>
                                        </p:attrNameLst>
                                      </p:cBhvr>
                                      <p:to>
                                        <p:strVal val="hidden"/>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76"/>
                                        </p:tgtEl>
                                        <p:attrNameLst>
                                          <p:attrName>style.visibility</p:attrName>
                                        </p:attrNameLst>
                                      </p:cBhvr>
                                      <p:to>
                                        <p:strVal val="visible"/>
                                      </p:to>
                                    </p:set>
                                    <p:animEffect transition="in" filter="wipe(down)">
                                      <p:cBhvr>
                                        <p:cTn id="83" dur="500"/>
                                        <p:tgtEl>
                                          <p:spTgt spid="7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wipe(down)">
                                      <p:cBhvr>
                                        <p:cTn id="88" dur="500"/>
                                        <p:tgtEl>
                                          <p:spTgt spid="7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8">
                                            <p:txEl>
                                              <p:pRg st="0" end="0"/>
                                            </p:txEl>
                                          </p:spTgt>
                                        </p:tgtEl>
                                        <p:attrNameLst>
                                          <p:attrName>style.visibility</p:attrName>
                                        </p:attrNameLst>
                                      </p:cBhvr>
                                      <p:to>
                                        <p:strVal val="visible"/>
                                      </p:to>
                                    </p:set>
                                    <p:animEffect transition="in" filter="wipe(left)">
                                      <p:cBhvr>
                                        <p:cTn id="93" dur="500"/>
                                        <p:tgtEl>
                                          <p:spTgt spid="88">
                                            <p:txEl>
                                              <p:pRg st="0" end="0"/>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85"/>
                                        </p:tgtEl>
                                        <p:attrNameLst>
                                          <p:attrName>style.visibility</p:attrName>
                                        </p:attrNameLst>
                                      </p:cBhvr>
                                      <p:to>
                                        <p:strVal val="visible"/>
                                      </p:to>
                                    </p:set>
                                    <p:animEffect transition="in" filter="wipe(down)">
                                      <p:cBhvr>
                                        <p:cTn id="98" dur="500"/>
                                        <p:tgtEl>
                                          <p:spTgt spid="85"/>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xit" presetSubtype="10" fill="hold" grpId="1" nodeType="clickEffect">
                                  <p:stCondLst>
                                    <p:cond delay="0"/>
                                  </p:stCondLst>
                                  <p:childTnLst>
                                    <p:animEffect transition="out" filter="blinds(horizontal)">
                                      <p:cBhvr>
                                        <p:cTn id="102" dur="500"/>
                                        <p:tgtEl>
                                          <p:spTgt spid="76"/>
                                        </p:tgtEl>
                                      </p:cBhvr>
                                    </p:animEffect>
                                    <p:set>
                                      <p:cBhvr>
                                        <p:cTn id="103" dur="1" fill="hold">
                                          <p:stCondLst>
                                            <p:cond delay="499"/>
                                          </p:stCondLst>
                                        </p:cTn>
                                        <p:tgtEl>
                                          <p:spTgt spid="76"/>
                                        </p:tgtEl>
                                        <p:attrNameLst>
                                          <p:attrName>style.visibility</p:attrName>
                                        </p:attrNameLst>
                                      </p:cBhvr>
                                      <p:to>
                                        <p:strVal val="hidden"/>
                                      </p:to>
                                    </p:set>
                                  </p:childTnLst>
                                </p:cTn>
                              </p:par>
                              <p:par>
                                <p:cTn id="104" presetID="3" presetClass="exit" presetSubtype="10" fill="hold" grpId="1" nodeType="withEffect">
                                  <p:stCondLst>
                                    <p:cond delay="0"/>
                                  </p:stCondLst>
                                  <p:childTnLst>
                                    <p:animEffect transition="out" filter="blinds(horizontal)">
                                      <p:cBhvr>
                                        <p:cTn id="105" dur="500"/>
                                        <p:tgtEl>
                                          <p:spTgt spid="74"/>
                                        </p:tgtEl>
                                      </p:cBhvr>
                                    </p:animEffect>
                                    <p:set>
                                      <p:cBhvr>
                                        <p:cTn id="106" dur="1" fill="hold">
                                          <p:stCondLst>
                                            <p:cond delay="499"/>
                                          </p:stCondLst>
                                        </p:cTn>
                                        <p:tgtEl>
                                          <p:spTgt spid="74"/>
                                        </p:tgtEl>
                                        <p:attrNameLst>
                                          <p:attrName>style.visibility</p:attrName>
                                        </p:attrNameLst>
                                      </p:cBhvr>
                                      <p:to>
                                        <p:strVal val="hidden"/>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4" fill="hold" grpId="0" nodeType="clickEffect">
                                  <p:stCondLst>
                                    <p:cond delay="0"/>
                                  </p:stCondLst>
                                  <p:childTnLst>
                                    <p:set>
                                      <p:cBhvr>
                                        <p:cTn id="110" dur="1" fill="hold">
                                          <p:stCondLst>
                                            <p:cond delay="0"/>
                                          </p:stCondLst>
                                        </p:cTn>
                                        <p:tgtEl>
                                          <p:spTgt spid="87"/>
                                        </p:tgtEl>
                                        <p:attrNameLst>
                                          <p:attrName>style.visibility</p:attrName>
                                        </p:attrNameLst>
                                      </p:cBhvr>
                                      <p:to>
                                        <p:strVal val="visible"/>
                                      </p:to>
                                    </p:set>
                                    <p:animEffect transition="in" filter="wipe(down)">
                                      <p:cBhvr>
                                        <p:cTn id="111" dur="500"/>
                                        <p:tgtEl>
                                          <p:spTgt spid="87"/>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86"/>
                                        </p:tgtEl>
                                        <p:attrNameLst>
                                          <p:attrName>style.visibility</p:attrName>
                                        </p:attrNameLst>
                                      </p:cBhvr>
                                      <p:to>
                                        <p:strVal val="visible"/>
                                      </p:to>
                                    </p:set>
                                    <p:animEffect transition="in" filter="wipe(down)">
                                      <p:cBhvr>
                                        <p:cTn id="116" dur="500"/>
                                        <p:tgtEl>
                                          <p:spTgt spid="86"/>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4" fill="hold" nodeType="clickEffect">
                                  <p:stCondLst>
                                    <p:cond delay="0"/>
                                  </p:stCondLst>
                                  <p:childTnLst>
                                    <p:set>
                                      <p:cBhvr>
                                        <p:cTn id="120" dur="1" fill="hold">
                                          <p:stCondLst>
                                            <p:cond delay="0"/>
                                          </p:stCondLst>
                                        </p:cTn>
                                        <p:tgtEl>
                                          <p:spTgt spid="77"/>
                                        </p:tgtEl>
                                        <p:attrNameLst>
                                          <p:attrName>style.visibility</p:attrName>
                                        </p:attrNameLst>
                                      </p:cBhvr>
                                      <p:to>
                                        <p:strVal val="visible"/>
                                      </p:to>
                                    </p:set>
                                    <p:animEffect transition="in" filter="wipe(down)">
                                      <p:cBhvr>
                                        <p:cTn id="121" dur="500"/>
                                        <p:tgtEl>
                                          <p:spTgt spid="77"/>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89"/>
                                        </p:tgtEl>
                                        <p:attrNameLst>
                                          <p:attrName>style.visibility</p:attrName>
                                        </p:attrNameLst>
                                      </p:cBhvr>
                                      <p:to>
                                        <p:strVal val="visible"/>
                                      </p:to>
                                    </p:set>
                                    <p:animEffect transition="in" filter="wipe(left)">
                                      <p:cBhvr>
                                        <p:cTn id="126"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build="p"/>
      <p:bldP spid="71" grpId="0" animBg="1" autoUpdateAnimBg="0"/>
      <p:bldP spid="72" grpId="0" animBg="1" autoUpdateAnimBg="0"/>
      <p:bldP spid="73" grpId="0" animBg="1"/>
      <p:bldP spid="74" grpId="0" autoUpdateAnimBg="0"/>
      <p:bldP spid="74" grpId="1"/>
      <p:bldP spid="75" grpId="0" animBg="1" autoUpdateAnimBg="0"/>
      <p:bldP spid="76" grpId="0" autoUpdateAnimBg="0"/>
      <p:bldP spid="76" grpId="1"/>
      <p:bldP spid="78" grpId="0" animBg="1" autoUpdateAnimBg="0"/>
      <p:bldP spid="79" grpId="0" autoUpdateAnimBg="0"/>
      <p:bldP spid="79" grpId="1"/>
      <p:bldP spid="80" grpId="0" autoUpdateAnimBg="0"/>
      <p:bldP spid="80" grpId="1"/>
      <p:bldP spid="81" grpId="0" autoUpdateAnimBg="0"/>
      <p:bldP spid="81" grpId="1"/>
      <p:bldP spid="82" grpId="0" autoUpdateAnimBg="0"/>
      <p:bldP spid="82" grpId="1"/>
      <p:bldP spid="83" grpId="0" build="p"/>
      <p:bldP spid="84" grpId="0" build="p"/>
      <p:bldP spid="85" grpId="0" animBg="1" autoUpdateAnimBg="0"/>
      <p:bldP spid="86" grpId="0" autoUpdateAnimBg="0"/>
      <p:bldP spid="87" grpId="0" autoUpdateAnimBg="0"/>
      <p:bldP spid="88"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89" name="Rectangle 18"/>
          <p:cNvSpPr>
            <a:spLocks noGrp="1" noChangeArrowheads="1"/>
          </p:cNvSpPr>
          <p:nvPr>
            <p:ph type="title"/>
          </p:nvPr>
        </p:nvSpPr>
        <p:spPr/>
        <p:txBody>
          <a:bodyPr lIns="76121" tIns="38062" rIns="76121" bIns="38062" rtlCol="0">
            <a:normAutofit/>
          </a:bodyPr>
          <a:lstStyle/>
          <a:p>
            <a:pPr defTabSz="503972" eaLnBrk="1" fontAlgn="auto" hangingPunct="1">
              <a:spcAft>
                <a:spcPts val="0"/>
              </a:spcAft>
              <a:defRPr/>
            </a:pPr>
            <a:r>
              <a:rPr lang="en-US" altLang="zh-CN" dirty="0"/>
              <a:t>C</a:t>
            </a:r>
            <a:r>
              <a:rPr lang="zh-CN" altLang="en-US" dirty="0"/>
              <a:t>语言的活动记录内容</a:t>
            </a:r>
          </a:p>
        </p:txBody>
      </p:sp>
      <p:sp>
        <p:nvSpPr>
          <p:cNvPr id="2" name="内容占位符 1"/>
          <p:cNvSpPr>
            <a:spLocks noGrp="1"/>
          </p:cNvSpPr>
          <p:nvPr>
            <p:ph idx="1"/>
          </p:nvPr>
        </p:nvSpPr>
        <p:spPr>
          <a:xfrm>
            <a:off x="695325" y="2009775"/>
            <a:ext cx="4100513"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对任何局部变量</a:t>
            </a:r>
            <a:r>
              <a:rPr lang="en-US" altLang="zh-CN" sz="3086" dirty="0">
                <a:solidFill>
                  <a:schemeClr val="tx1">
                    <a:lumMod val="75000"/>
                    <a:lumOff val="25000"/>
                  </a:schemeClr>
                </a:solidFill>
              </a:rPr>
              <a:t>X</a:t>
            </a:r>
            <a:r>
              <a:rPr lang="zh-CN" altLang="en-US" sz="3086" dirty="0">
                <a:solidFill>
                  <a:schemeClr val="tx1">
                    <a:lumMod val="75000"/>
                    <a:lumOff val="25000"/>
                  </a:schemeClr>
                </a:solidFill>
              </a:rPr>
              <a:t>的引用可表示为变址访问</a:t>
            </a:r>
            <a:r>
              <a:rPr lang="en-US" altLang="zh-CN" sz="3086" dirty="0">
                <a:solidFill>
                  <a:schemeClr val="tx1">
                    <a:lumMod val="75000"/>
                    <a:lumOff val="25000"/>
                  </a:schemeClr>
                </a:solidFill>
              </a:rPr>
              <a:t>: dx[SP]</a:t>
            </a:r>
          </a:p>
          <a:p>
            <a:pPr marL="377979" indent="-377979" defTabSz="503972" eaLnBrk="1" fontAlgn="auto" hangingPunct="1">
              <a:spcBef>
                <a:spcPts val="1102"/>
              </a:spcBef>
              <a:spcAft>
                <a:spcPts val="0"/>
              </a:spcAft>
              <a:buFont typeface="Wingdings 3" charset="2"/>
              <a:buChar char=""/>
              <a:defRPr/>
            </a:pPr>
            <a:r>
              <a:rPr lang="en-US" altLang="zh-CN" sz="3086" dirty="0">
                <a:solidFill>
                  <a:schemeClr val="tx1">
                    <a:lumMod val="75000"/>
                    <a:lumOff val="25000"/>
                  </a:schemeClr>
                </a:solidFill>
              </a:rPr>
              <a:t>dx</a:t>
            </a:r>
            <a:r>
              <a:rPr lang="zh-CN" altLang="en-US" sz="3086" dirty="0">
                <a:solidFill>
                  <a:schemeClr val="tx1">
                    <a:lumMod val="75000"/>
                    <a:lumOff val="25000"/>
                  </a:schemeClr>
                </a:solidFill>
              </a:rPr>
              <a:t>：编译时确定的变量</a:t>
            </a:r>
            <a:r>
              <a:rPr lang="en-US" altLang="zh-CN" sz="3086" dirty="0">
                <a:solidFill>
                  <a:schemeClr val="tx1">
                    <a:lumMod val="75000"/>
                    <a:lumOff val="25000"/>
                  </a:schemeClr>
                </a:solidFill>
              </a:rPr>
              <a:t>X</a:t>
            </a:r>
            <a:r>
              <a:rPr lang="zh-CN" altLang="en-US" sz="3086" dirty="0">
                <a:solidFill>
                  <a:schemeClr val="tx1">
                    <a:lumMod val="75000"/>
                    <a:lumOff val="25000"/>
                  </a:schemeClr>
                </a:solidFill>
              </a:rPr>
              <a:t>相对于活动记录起点的相对地址</a:t>
            </a:r>
          </a:p>
          <a:p>
            <a:pPr marL="377979" indent="-377979" defTabSz="503972" eaLnBrk="1" fontAlgn="auto" hangingPunct="1">
              <a:spcBef>
                <a:spcPts val="1102"/>
              </a:spcBef>
              <a:spcAft>
                <a:spcPts val="0"/>
              </a:spcAft>
              <a:buFont typeface="Wingdings 3" charset="2"/>
              <a:buChar char=""/>
              <a:defRPr/>
            </a:pPr>
            <a:endParaRPr lang="zh-CN" altLang="en-US" sz="3086" dirty="0">
              <a:solidFill>
                <a:schemeClr val="tx1">
                  <a:lumMod val="75000"/>
                  <a:lumOff val="25000"/>
                </a:schemeClr>
              </a:solidFill>
            </a:endParaRPr>
          </a:p>
        </p:txBody>
      </p:sp>
      <p:sp>
        <p:nvSpPr>
          <p:cNvPr id="18" name="Rectangle 4"/>
          <p:cNvSpPr>
            <a:spLocks noChangeArrowheads="1"/>
          </p:cNvSpPr>
          <p:nvPr/>
        </p:nvSpPr>
        <p:spPr bwMode="auto">
          <a:xfrm>
            <a:off x="6472238" y="4752975"/>
            <a:ext cx="2411412" cy="598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参数个数</a:t>
            </a:r>
          </a:p>
        </p:txBody>
      </p:sp>
      <p:sp>
        <p:nvSpPr>
          <p:cNvPr id="20" name="Rectangle 5"/>
          <p:cNvSpPr>
            <a:spLocks noChangeArrowheads="1"/>
          </p:cNvSpPr>
          <p:nvPr/>
        </p:nvSpPr>
        <p:spPr bwMode="auto">
          <a:xfrm>
            <a:off x="6472238" y="5353050"/>
            <a:ext cx="2411412" cy="598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返回地址</a:t>
            </a:r>
          </a:p>
        </p:txBody>
      </p:sp>
      <p:sp>
        <p:nvSpPr>
          <p:cNvPr id="21" name="Rectangle 6"/>
          <p:cNvSpPr>
            <a:spLocks noChangeArrowheads="1"/>
          </p:cNvSpPr>
          <p:nvPr/>
        </p:nvSpPr>
        <p:spPr bwMode="auto">
          <a:xfrm>
            <a:off x="6472238" y="2354263"/>
            <a:ext cx="2411412" cy="420052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984">
              <a:solidFill>
                <a:prstClr val="black"/>
              </a:solidFill>
              <a:ea typeface="宋体" panose="02010600030101010101" pitchFamily="2" charset="-122"/>
              <a:cs typeface="+mn-cs"/>
            </a:endParaRPr>
          </a:p>
        </p:txBody>
      </p:sp>
      <p:sp>
        <p:nvSpPr>
          <p:cNvPr id="22" name="Rectangle 7"/>
          <p:cNvSpPr>
            <a:spLocks noChangeArrowheads="1"/>
          </p:cNvSpPr>
          <p:nvPr/>
        </p:nvSpPr>
        <p:spPr bwMode="auto">
          <a:xfrm>
            <a:off x="6472238" y="4154488"/>
            <a:ext cx="2411412" cy="5984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形式单元</a:t>
            </a:r>
            <a:endParaRPr kumimoji="1" lang="zh-CN" altLang="zh-CN" sz="3086">
              <a:solidFill>
                <a:prstClr val="black"/>
              </a:solidFill>
              <a:latin typeface="微软雅黑" panose="020B0503020204020204" pitchFamily="34" charset="-122"/>
              <a:cs typeface="+mn-cs"/>
            </a:endParaRPr>
          </a:p>
        </p:txBody>
      </p:sp>
      <p:sp>
        <p:nvSpPr>
          <p:cNvPr id="23" name="Rectangle 8"/>
          <p:cNvSpPr>
            <a:spLocks noChangeArrowheads="1"/>
          </p:cNvSpPr>
          <p:nvPr/>
        </p:nvSpPr>
        <p:spPr bwMode="auto">
          <a:xfrm>
            <a:off x="6472238" y="2354263"/>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临时单元</a:t>
            </a:r>
          </a:p>
        </p:txBody>
      </p:sp>
      <p:sp>
        <p:nvSpPr>
          <p:cNvPr id="24" name="Rectangle 9"/>
          <p:cNvSpPr>
            <a:spLocks noChangeArrowheads="1"/>
          </p:cNvSpPr>
          <p:nvPr/>
        </p:nvSpPr>
        <p:spPr bwMode="auto">
          <a:xfrm>
            <a:off x="6472238" y="2954338"/>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内情向量</a:t>
            </a:r>
          </a:p>
        </p:txBody>
      </p:sp>
      <p:sp>
        <p:nvSpPr>
          <p:cNvPr id="25" name="Rectangle 10"/>
          <p:cNvSpPr>
            <a:spLocks noChangeArrowheads="1"/>
          </p:cNvSpPr>
          <p:nvPr/>
        </p:nvSpPr>
        <p:spPr bwMode="auto">
          <a:xfrm>
            <a:off x="6472238" y="3554413"/>
            <a:ext cx="24114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dirty="0">
                <a:solidFill>
                  <a:prstClr val="black"/>
                </a:solidFill>
                <a:latin typeface="微软雅黑" panose="020B0503020204020204" pitchFamily="34" charset="-122"/>
                <a:cs typeface="+mn-cs"/>
              </a:rPr>
              <a:t>局部变量</a:t>
            </a:r>
          </a:p>
        </p:txBody>
      </p:sp>
      <p:sp>
        <p:nvSpPr>
          <p:cNvPr id="26" name="Rectangle 11"/>
          <p:cNvSpPr>
            <a:spLocks noChangeArrowheads="1"/>
          </p:cNvSpPr>
          <p:nvPr/>
        </p:nvSpPr>
        <p:spPr bwMode="auto">
          <a:xfrm>
            <a:off x="5491163" y="5953125"/>
            <a:ext cx="631825"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cs typeface="+mn-cs"/>
              </a:rPr>
              <a:t>SP</a:t>
            </a:r>
            <a:r>
              <a:rPr kumimoji="1" lang="en-US" altLang="zh-CN" sz="3086">
                <a:solidFill>
                  <a:prstClr val="black"/>
                </a:solidFill>
                <a:latin typeface="微软雅黑" panose="020B0503020204020204" pitchFamily="34" charset="-122"/>
                <a:cs typeface="+mn-cs"/>
                <a:sym typeface="Symbol" panose="05050102010706020507" pitchFamily="18" charset="2"/>
              </a:rPr>
              <a:t> </a:t>
            </a:r>
            <a:r>
              <a:rPr kumimoji="1" lang="en-US" altLang="zh-CN" sz="3086">
                <a:solidFill>
                  <a:prstClr val="black"/>
                </a:solidFill>
                <a:latin typeface="微软雅黑" panose="020B0503020204020204" pitchFamily="34" charset="-122"/>
                <a:cs typeface="+mn-cs"/>
              </a:rPr>
              <a:t>0</a:t>
            </a:r>
          </a:p>
        </p:txBody>
      </p:sp>
      <p:sp>
        <p:nvSpPr>
          <p:cNvPr id="27" name="Rectangle 12"/>
          <p:cNvSpPr>
            <a:spLocks noChangeArrowheads="1"/>
          </p:cNvSpPr>
          <p:nvPr/>
        </p:nvSpPr>
        <p:spPr bwMode="auto">
          <a:xfrm>
            <a:off x="5838825" y="5353050"/>
            <a:ext cx="6334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1</a:t>
            </a:r>
          </a:p>
        </p:txBody>
      </p:sp>
      <p:sp>
        <p:nvSpPr>
          <p:cNvPr id="28" name="Rectangle 13"/>
          <p:cNvSpPr>
            <a:spLocks noChangeArrowheads="1"/>
          </p:cNvSpPr>
          <p:nvPr/>
        </p:nvSpPr>
        <p:spPr bwMode="auto">
          <a:xfrm>
            <a:off x="5838825" y="4829175"/>
            <a:ext cx="633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3086">
                <a:solidFill>
                  <a:prstClr val="black"/>
                </a:solidFill>
                <a:latin typeface="微软雅黑" panose="020B0503020204020204" pitchFamily="34" charset="-122"/>
                <a:cs typeface="+mn-cs"/>
              </a:rPr>
              <a:t>2</a:t>
            </a:r>
          </a:p>
        </p:txBody>
      </p:sp>
      <p:sp>
        <p:nvSpPr>
          <p:cNvPr id="29" name="Line 14"/>
          <p:cNvSpPr>
            <a:spLocks noChangeShapeType="1"/>
          </p:cNvSpPr>
          <p:nvPr/>
        </p:nvSpPr>
        <p:spPr bwMode="auto">
          <a:xfrm flipV="1">
            <a:off x="9115425" y="2505075"/>
            <a:ext cx="0" cy="3973513"/>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30" name="Rectangle 15"/>
          <p:cNvSpPr>
            <a:spLocks noChangeArrowheads="1"/>
          </p:cNvSpPr>
          <p:nvPr/>
        </p:nvSpPr>
        <p:spPr bwMode="auto">
          <a:xfrm>
            <a:off x="6472238" y="5953125"/>
            <a:ext cx="2411412" cy="5984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3086">
                <a:solidFill>
                  <a:prstClr val="black"/>
                </a:solidFill>
                <a:latin typeface="微软雅黑" panose="020B0503020204020204" pitchFamily="34" charset="-122"/>
                <a:cs typeface="+mn-cs"/>
              </a:rPr>
              <a:t>老</a:t>
            </a:r>
            <a:r>
              <a:rPr kumimoji="1" lang="en-US" altLang="en-US" sz="3086">
                <a:solidFill>
                  <a:prstClr val="black"/>
                </a:solidFill>
                <a:latin typeface="微软雅黑" panose="020B0503020204020204" pitchFamily="34" charset="-122"/>
                <a:cs typeface="+mn-cs"/>
              </a:rPr>
              <a:t>SP</a:t>
            </a:r>
            <a:endParaRPr kumimoji="1" lang="en-US" altLang="zh-CN" sz="3086">
              <a:solidFill>
                <a:prstClr val="black"/>
              </a:solidFill>
              <a:latin typeface="微软雅黑" panose="020B0503020204020204" pitchFamily="34" charset="-122"/>
              <a:cs typeface="+mn-cs"/>
            </a:endParaRPr>
          </a:p>
        </p:txBody>
      </p:sp>
      <p:sp>
        <p:nvSpPr>
          <p:cNvPr id="31" name="Rectangle 16"/>
          <p:cNvSpPr>
            <a:spLocks noChangeArrowheads="1"/>
          </p:cNvSpPr>
          <p:nvPr/>
        </p:nvSpPr>
        <p:spPr bwMode="auto">
          <a:xfrm>
            <a:off x="5586413" y="2354263"/>
            <a:ext cx="769937"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a:solidFill>
                  <a:prstClr val="black"/>
                </a:solidFill>
                <a:latin typeface="微软雅黑" panose="020B0503020204020204" pitchFamily="34" charset="-122"/>
                <a:cs typeface="+mn-cs"/>
              </a:rPr>
              <a:t>TOP</a:t>
            </a:r>
            <a:r>
              <a:rPr kumimoji="1" lang="en-US" altLang="zh-CN" sz="3086">
                <a:solidFill>
                  <a:prstClr val="black"/>
                </a:solidFill>
                <a:latin typeface="微软雅黑" panose="020B0503020204020204" pitchFamily="34" charset="-122"/>
                <a:cs typeface="+mn-cs"/>
                <a:sym typeface="Symbol" panose="05050102010706020507" pitchFamily="18" charset="2"/>
              </a:rPr>
              <a:t> </a:t>
            </a:r>
            <a:endParaRPr kumimoji="1" lang="en-US" altLang="zh-CN" sz="3086">
              <a:solidFill>
                <a:prstClr val="black"/>
              </a:solidFill>
              <a:latin typeface="微软雅黑" panose="020B0503020204020204" pitchFamily="34" charset="-122"/>
              <a:cs typeface="+mn-cs"/>
            </a:endParaRPr>
          </a:p>
        </p:txBody>
      </p:sp>
      <p:sp>
        <p:nvSpPr>
          <p:cNvPr id="4" name="灯片编号占位符 3">
            <a:extLst>
              <a:ext uri="{FF2B5EF4-FFF2-40B4-BE49-F238E27FC236}">
                <a16:creationId xmlns:a16="http://schemas.microsoft.com/office/drawing/2014/main" id="{4D9C528B-76A4-98AF-DC9B-9CCAE419A871}"/>
              </a:ext>
            </a:extLst>
          </p:cNvPr>
          <p:cNvSpPr>
            <a:spLocks noGrp="1"/>
          </p:cNvSpPr>
          <p:nvPr>
            <p:ph type="sldNum" sz="quarter" idx="12"/>
          </p:nvPr>
        </p:nvSpPr>
        <p:spPr/>
        <p:txBody>
          <a:bodyPr/>
          <a:lstStyle/>
          <a:p>
            <a:pPr>
              <a:defRPr/>
            </a:pPr>
            <a:fld id="{648864A3-7802-4631-BE0D-FF357BC6A1A9}" type="slidenum">
              <a:rPr lang="en-US" smtClean="0"/>
              <a:pPr>
                <a:defRPr/>
              </a:pPr>
              <a:t>32</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272"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strVal val="2/3*#ppt_w"/>
                                          </p:val>
                                        </p:tav>
                                        <p:tav tm="100000">
                                          <p:val>
                                            <p:strVal val="#ppt_w"/>
                                          </p:val>
                                        </p:tav>
                                      </p:tavLst>
                                    </p:anim>
                                    <p:anim calcmode="lin" valueType="num">
                                      <p:cBhvr>
                                        <p:cTn id="18" dur="500" fill="hold"/>
                                        <p:tgtEl>
                                          <p:spTgt spid="21"/>
                                        </p:tgtEl>
                                        <p:attrNameLst>
                                          <p:attrName>ppt_h</p:attrName>
                                        </p:attrNameLst>
                                      </p:cBhvr>
                                      <p:tavLst>
                                        <p:tav tm="0">
                                          <p:val>
                                            <p:strVal val="2/3*#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down)">
                                      <p:cBhvr>
                                        <p:cTn id="28" dur="500"/>
                                        <p:tgtEl>
                                          <p:spTgt spid="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down)">
                                      <p:cBhvr>
                                        <p:cTn id="38" dur="500"/>
                                        <p:tgtEl>
                                          <p:spTgt spid="2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500"/>
                                        <p:tgtEl>
                                          <p:spTgt spid="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down)">
                                      <p:cBhvr>
                                        <p:cTn id="53" dur="500"/>
                                        <p:tgtEl>
                                          <p:spTgt spid="2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down)">
                                      <p:cBhvr>
                                        <p:cTn id="58" dur="500"/>
                                        <p:tgtEl>
                                          <p:spTgt spid="2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500"/>
                                        <p:tgtEl>
                                          <p:spTgt spid="2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down)">
                                      <p:cBhvr>
                                        <p:cTn id="68" dur="500"/>
                                        <p:tgtEl>
                                          <p:spTgt spid="2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down)">
                                      <p:cBhvr>
                                        <p:cTn id="73" dur="500"/>
                                        <p:tgtEl>
                                          <p:spTgt spid="3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down)">
                                      <p:cBhvr>
                                        <p:cTn id="7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8" grpId="0" animBg="1" autoUpdateAnimBg="0"/>
      <p:bldP spid="20" grpId="0" animBg="1" autoUpdateAnimBg="0"/>
      <p:bldP spid="21" grpId="0" animBg="1"/>
      <p:bldP spid="22" grpId="0" animBg="1" autoUpdateAnimBg="0"/>
      <p:bldP spid="23" grpId="0" autoUpdateAnimBg="0"/>
      <p:bldP spid="24" grpId="0" autoUpdateAnimBg="0"/>
      <p:bldP spid="25" grpId="0" autoUpdateAnimBg="0"/>
      <p:bldP spid="26" grpId="0" autoUpdateAnimBg="0"/>
      <p:bldP spid="27" grpId="0" autoUpdateAnimBg="0"/>
      <p:bldP spid="28" grpId="0" autoUpdateAnimBg="0"/>
      <p:bldP spid="30" grpId="0" animBg="1" autoUpdateAnimBg="0"/>
      <p:bldP spid="31"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2" name="Rectangle 3"/>
          <p:cNvSpPr>
            <a:spLocks noGrp="1" noChangeArrowheads="1"/>
          </p:cNvSpPr>
          <p:nvPr>
            <p:ph type="title"/>
          </p:nvPr>
        </p:nvSpPr>
        <p:spPr/>
        <p:txBody>
          <a:bodyPr lIns="76121" tIns="38062" rIns="76121" bIns="38062" rtlCol="0">
            <a:normAutofit/>
          </a:bodyPr>
          <a:lstStyle/>
          <a:p>
            <a:pPr defTabSz="503972" eaLnBrk="1" fontAlgn="auto" hangingPunct="1">
              <a:spcAft>
                <a:spcPts val="0"/>
              </a:spcAft>
              <a:defRPr/>
            </a:pPr>
            <a:r>
              <a:rPr lang="zh-CN" altLang="en-US" dirty="0"/>
              <a:t>过程调用和过程返回</a:t>
            </a:r>
          </a:p>
        </p:txBody>
      </p:sp>
      <p:sp>
        <p:nvSpPr>
          <p:cNvPr id="21506" name="Rectangle 2"/>
          <p:cNvSpPr>
            <a:spLocks noGrp="1" noChangeArrowheads="1"/>
          </p:cNvSpPr>
          <p:nvPr>
            <p:ph idx="1"/>
          </p:nvPr>
        </p:nvSpPr>
        <p:spPr/>
        <p:txBody>
          <a:bodyPr rtlCol="0">
            <a:normAutofit/>
          </a:bodyPr>
          <a:lstStyle/>
          <a:p>
            <a:pPr marL="377979" indent="-377979" defTabSz="503972" eaLnBrk="1" fontAlgn="auto" hangingPunct="1">
              <a:lnSpc>
                <a:spcPct val="80000"/>
              </a:lnSpc>
              <a:spcBef>
                <a:spcPts val="1102"/>
              </a:spcBef>
              <a:spcAft>
                <a:spcPts val="992"/>
              </a:spcAft>
              <a:buFont typeface="Wingdings 3" charset="2"/>
              <a:buChar char=""/>
              <a:defRPr/>
            </a:pPr>
            <a:r>
              <a:rPr lang="zh-CN" altLang="zh-CN" sz="3086" noProof="1">
                <a:solidFill>
                  <a:schemeClr val="tx1">
                    <a:lumMod val="75000"/>
                    <a:lumOff val="25000"/>
                  </a:schemeClr>
                </a:solidFill>
              </a:rPr>
              <a:t>过程调用的</a:t>
            </a:r>
            <a:r>
              <a:rPr lang="zh-CN" altLang="zh-CN" sz="3086" dirty="0">
                <a:solidFill>
                  <a:schemeClr val="tx1">
                    <a:lumMod val="75000"/>
                    <a:lumOff val="25000"/>
                  </a:schemeClr>
                </a:solidFill>
              </a:rPr>
              <a:t>语句</a:t>
            </a:r>
            <a:endParaRPr lang="zh-CN" altLang="en-US" sz="3086" dirty="0">
              <a:solidFill>
                <a:schemeClr val="tx1">
                  <a:lumMod val="75000"/>
                  <a:lumOff val="25000"/>
                </a:schemeClr>
              </a:solidFill>
            </a:endParaRPr>
          </a:p>
          <a:p>
            <a:pPr marL="377979" indent="-377979" algn="ctr" defTabSz="503972" eaLnBrk="1" fontAlgn="auto" hangingPunct="1">
              <a:lnSpc>
                <a:spcPct val="80000"/>
              </a:lnSpc>
              <a:spcBef>
                <a:spcPts val="1102"/>
              </a:spcBef>
              <a:spcAft>
                <a:spcPts val="992"/>
              </a:spcAft>
              <a:buFont typeface="Wingdings 3" charset="2"/>
              <a:buNone/>
              <a:defRPr/>
            </a:pPr>
            <a:r>
              <a:rPr lang="en-US" altLang="zh-CN" sz="3086" dirty="0">
                <a:solidFill>
                  <a:schemeClr val="tx1">
                    <a:lumMod val="75000"/>
                    <a:lumOff val="25000"/>
                  </a:schemeClr>
                </a:solidFill>
              </a:rPr>
              <a:t>P(</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1</a:t>
            </a:r>
            <a:r>
              <a:rPr lang="en-US" altLang="zh-CN" sz="3086" dirty="0">
                <a:solidFill>
                  <a:schemeClr val="tx1">
                    <a:lumMod val="75000"/>
                    <a:lumOff val="25000"/>
                  </a:schemeClr>
                </a:solidFill>
              </a:rPr>
              <a:t>, </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2</a:t>
            </a:r>
            <a:r>
              <a:rPr lang="en-US" altLang="zh-CN" sz="3086" dirty="0">
                <a:solidFill>
                  <a:schemeClr val="tx1">
                    <a:lumMod val="75000"/>
                    <a:lumOff val="25000"/>
                  </a:schemeClr>
                </a:solidFill>
              </a:rPr>
              <a:t>, …, </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n</a:t>
            </a:r>
            <a:r>
              <a:rPr lang="en-US" altLang="zh-CN" sz="3086" dirty="0">
                <a:solidFill>
                  <a:schemeClr val="tx1">
                    <a:lumMod val="75000"/>
                    <a:lumOff val="25000"/>
                  </a:schemeClr>
                </a:solidFill>
              </a:rPr>
              <a:t> )</a:t>
            </a:r>
          </a:p>
          <a:p>
            <a:pPr marL="377979" indent="-377979" defTabSz="503972" eaLnBrk="1" fontAlgn="auto" hangingPunct="1">
              <a:lnSpc>
                <a:spcPct val="80000"/>
              </a:lnSpc>
              <a:spcBef>
                <a:spcPts val="1102"/>
              </a:spcBef>
              <a:spcAft>
                <a:spcPts val="992"/>
              </a:spcAft>
              <a:buFont typeface="Wingdings 3" charset="2"/>
              <a:buChar char=""/>
              <a:defRPr/>
            </a:pPr>
            <a:r>
              <a:rPr lang="zh-CN" altLang="en-US" sz="3086" dirty="0">
                <a:solidFill>
                  <a:schemeClr val="tx1">
                    <a:lumMod val="75000"/>
                    <a:lumOff val="25000"/>
                  </a:schemeClr>
                </a:solidFill>
              </a:rPr>
              <a:t>翻译成</a:t>
            </a:r>
            <a:r>
              <a:rPr lang="zh-CN" altLang="zh-CN" sz="3086" dirty="0">
                <a:solidFill>
                  <a:schemeClr val="tx1">
                    <a:lumMod val="75000"/>
                    <a:lumOff val="25000"/>
                  </a:schemeClr>
                </a:solidFill>
              </a:rPr>
              <a:t>四元式序列</a:t>
            </a:r>
            <a:endParaRPr lang="zh-CN" altLang="en-US" sz="3086" noProof="1">
              <a:solidFill>
                <a:schemeClr val="tx1">
                  <a:lumMod val="75000"/>
                  <a:lumOff val="25000"/>
                </a:schemeClr>
              </a:solidFill>
            </a:endParaRP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1</a:t>
            </a:r>
            <a:endParaRPr lang="en-US" altLang="zh-CN" sz="3086" noProof="1">
              <a:solidFill>
                <a:schemeClr val="tx1">
                  <a:lumMod val="75000"/>
                  <a:lumOff val="25000"/>
                </a:schemeClr>
              </a:solidFill>
            </a:endParaRP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2</a:t>
            </a:r>
            <a:endParaRPr lang="en-US" altLang="zh-CN" sz="3086" noProof="1">
              <a:solidFill>
                <a:schemeClr val="tx1">
                  <a:lumMod val="75000"/>
                  <a:lumOff val="25000"/>
                </a:schemeClr>
              </a:solidFill>
            </a:endParaRP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a:t>
            </a: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n</a:t>
            </a:r>
            <a:endParaRPr lang="en-US" altLang="zh-CN" sz="3086" noProof="1">
              <a:solidFill>
                <a:schemeClr val="tx1">
                  <a:lumMod val="75000"/>
                  <a:lumOff val="25000"/>
                </a:schemeClr>
              </a:solidFill>
            </a:endParaRPr>
          </a:p>
          <a:p>
            <a:pPr marL="377979" indent="-377979" defTabSz="503972" eaLnBrk="1" fontAlgn="auto" hangingPunct="1">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call  P，n</a:t>
            </a:r>
          </a:p>
        </p:txBody>
      </p:sp>
      <p:sp>
        <p:nvSpPr>
          <p:cNvPr id="3" name="灯片编号占位符 2">
            <a:extLst>
              <a:ext uri="{FF2B5EF4-FFF2-40B4-BE49-F238E27FC236}">
                <a16:creationId xmlns:a16="http://schemas.microsoft.com/office/drawing/2014/main" id="{5C0CAE29-96C9-D0BD-755A-AE26CE2A9A3B}"/>
              </a:ext>
            </a:extLst>
          </p:cNvPr>
          <p:cNvSpPr>
            <a:spLocks noGrp="1"/>
          </p:cNvSpPr>
          <p:nvPr>
            <p:ph type="sldNum" sz="quarter" idx="12"/>
          </p:nvPr>
        </p:nvSpPr>
        <p:spPr/>
        <p:txBody>
          <a:bodyPr/>
          <a:lstStyle/>
          <a:p>
            <a:pPr>
              <a:defRPr/>
            </a:pPr>
            <a:fld id="{648864A3-7802-4631-BE0D-FF357BC6A1A9}" type="slidenum">
              <a:rPr lang="en-US" smtClean="0"/>
              <a:pPr>
                <a:defRPr/>
              </a:pPr>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left)">
                                      <p:cBhvr>
                                        <p:cTn id="7" dur="500"/>
                                        <p:tgtEl>
                                          <p:spTgt spid="2150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506">
                                            <p:txEl>
                                              <p:pRg st="1" end="1"/>
                                            </p:txEl>
                                          </p:spTgt>
                                        </p:tgtEl>
                                        <p:attrNameLst>
                                          <p:attrName>style.visibility</p:attrName>
                                        </p:attrNameLst>
                                      </p:cBhvr>
                                      <p:to>
                                        <p:strVal val="visible"/>
                                      </p:to>
                                    </p:set>
                                    <p:animEffect transition="in" filter="wipe(left)">
                                      <p:cBhvr>
                                        <p:cTn id="10" dur="500"/>
                                        <p:tgtEl>
                                          <p:spTgt spid="2150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1506">
                                            <p:txEl>
                                              <p:pRg st="2" end="2"/>
                                            </p:txEl>
                                          </p:spTgt>
                                        </p:tgtEl>
                                        <p:attrNameLst>
                                          <p:attrName>style.visibility</p:attrName>
                                        </p:attrNameLst>
                                      </p:cBhvr>
                                      <p:to>
                                        <p:strVal val="visible"/>
                                      </p:to>
                                    </p:set>
                                    <p:animEffect transition="in" filter="wipe(left)">
                                      <p:cBhvr>
                                        <p:cTn id="15" dur="500"/>
                                        <p:tgtEl>
                                          <p:spTgt spid="2150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506">
                                            <p:txEl>
                                              <p:pRg st="3" end="3"/>
                                            </p:txEl>
                                          </p:spTgt>
                                        </p:tgtEl>
                                        <p:attrNameLst>
                                          <p:attrName>style.visibility</p:attrName>
                                        </p:attrNameLst>
                                      </p:cBhvr>
                                      <p:to>
                                        <p:strVal val="visible"/>
                                      </p:to>
                                    </p:set>
                                    <p:animEffect transition="in" filter="wipe(left)">
                                      <p:cBhvr>
                                        <p:cTn id="18" dur="500"/>
                                        <p:tgtEl>
                                          <p:spTgt spid="2150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506">
                                            <p:txEl>
                                              <p:pRg st="4" end="4"/>
                                            </p:txEl>
                                          </p:spTgt>
                                        </p:tgtEl>
                                        <p:attrNameLst>
                                          <p:attrName>style.visibility</p:attrName>
                                        </p:attrNameLst>
                                      </p:cBhvr>
                                      <p:to>
                                        <p:strVal val="visible"/>
                                      </p:to>
                                    </p:set>
                                    <p:animEffect transition="in" filter="wipe(left)">
                                      <p:cBhvr>
                                        <p:cTn id="21" dur="500"/>
                                        <p:tgtEl>
                                          <p:spTgt spid="21506">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1506">
                                            <p:txEl>
                                              <p:pRg st="5" end="5"/>
                                            </p:txEl>
                                          </p:spTgt>
                                        </p:tgtEl>
                                        <p:attrNameLst>
                                          <p:attrName>style.visibility</p:attrName>
                                        </p:attrNameLst>
                                      </p:cBhvr>
                                      <p:to>
                                        <p:strVal val="visible"/>
                                      </p:to>
                                    </p:set>
                                    <p:animEffect transition="in" filter="wipe(left)">
                                      <p:cBhvr>
                                        <p:cTn id="24" dur="500"/>
                                        <p:tgtEl>
                                          <p:spTgt spid="21506">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1506">
                                            <p:txEl>
                                              <p:pRg st="6" end="6"/>
                                            </p:txEl>
                                          </p:spTgt>
                                        </p:tgtEl>
                                        <p:attrNameLst>
                                          <p:attrName>style.visibility</p:attrName>
                                        </p:attrNameLst>
                                      </p:cBhvr>
                                      <p:to>
                                        <p:strVal val="visible"/>
                                      </p:to>
                                    </p:set>
                                    <p:animEffect transition="in" filter="wipe(left)">
                                      <p:cBhvr>
                                        <p:cTn id="27" dur="500"/>
                                        <p:tgtEl>
                                          <p:spTgt spid="21506">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1506">
                                            <p:txEl>
                                              <p:pRg st="7" end="7"/>
                                            </p:txEl>
                                          </p:spTgt>
                                        </p:tgtEl>
                                        <p:attrNameLst>
                                          <p:attrName>style.visibility</p:attrName>
                                        </p:attrNameLst>
                                      </p:cBhvr>
                                      <p:to>
                                        <p:strVal val="visible"/>
                                      </p:to>
                                    </p:set>
                                    <p:animEffect transition="in" filter="wipe(left)">
                                      <p:cBhvr>
                                        <p:cTn id="30" dur="500"/>
                                        <p:tgtEl>
                                          <p:spTgt spid="215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6"/>
          <p:cNvSpPr>
            <a:spLocks noGrp="1" noChangeArrowheads="1"/>
          </p:cNvSpPr>
          <p:nvPr>
            <p:ph type="title"/>
          </p:nvPr>
        </p:nvSpPr>
        <p:spPr/>
        <p:txBody>
          <a:bodyPr lIns="87210" tIns="43605" rIns="87210" bIns="43605" rtlCol="0">
            <a:normAutofit/>
          </a:bodyPr>
          <a:lstStyle/>
          <a:p>
            <a:pPr defTabSz="503972" eaLnBrk="1" fontAlgn="auto" hangingPunct="1">
              <a:spcAft>
                <a:spcPts val="0"/>
              </a:spcAft>
              <a:defRPr/>
            </a:pPr>
            <a:r>
              <a:rPr lang="en-US" altLang="zh-CN" noProof="1"/>
              <a:t>par</a:t>
            </a:r>
            <a:r>
              <a:rPr lang="zh-CN" altLang="en-US" noProof="1"/>
              <a:t>和</a:t>
            </a:r>
            <a:r>
              <a:rPr lang="en-US" altLang="zh-CN" noProof="1"/>
              <a:t>call</a:t>
            </a:r>
            <a:r>
              <a:rPr lang="zh-CN" altLang="en-US" noProof="1"/>
              <a:t>产生的目标代码</a:t>
            </a:r>
            <a:endParaRPr lang="zh-CN" altLang="en-US" dirty="0"/>
          </a:p>
        </p:txBody>
      </p:sp>
      <p:sp>
        <p:nvSpPr>
          <p:cNvPr id="22" name="Rectangle 3"/>
          <p:cNvSpPr>
            <a:spLocks noGrp="1" noChangeArrowheads="1"/>
          </p:cNvSpPr>
          <p:nvPr>
            <p:ph idx="1"/>
          </p:nvPr>
        </p:nvSpPr>
        <p:spPr/>
        <p:txBody>
          <a:bodyPr rtlCol="0">
            <a:normAutofit/>
          </a:bodyPr>
          <a:lstStyle/>
          <a:p>
            <a:pPr marL="377979" indent="-377979" defTabSz="503972" eaLnBrk="1" fontAlgn="auto" hangingPunct="1">
              <a:lnSpc>
                <a:spcPct val="90000"/>
              </a:lnSpc>
              <a:spcBef>
                <a:spcPts val="1102"/>
              </a:spcBef>
              <a:spcAft>
                <a:spcPts val="0"/>
              </a:spcAft>
              <a:buFont typeface="Wingdings 3" charset="2"/>
              <a:buChar char=""/>
              <a:defRPr/>
            </a:pPr>
            <a:r>
              <a:rPr lang="zh-CN" altLang="en-US" sz="3086" noProof="1">
                <a:solidFill>
                  <a:schemeClr val="tx1">
                    <a:lumMod val="75000"/>
                    <a:lumOff val="25000"/>
                  </a:schemeClr>
                </a:solidFill>
              </a:rPr>
              <a:t>每个</a:t>
            </a:r>
            <a:r>
              <a:rPr lang="en-US" altLang="zh-CN" sz="3086" noProof="1">
                <a:solidFill>
                  <a:schemeClr val="tx1">
                    <a:lumMod val="75000"/>
                    <a:lumOff val="25000"/>
                  </a:schemeClr>
                </a:solidFill>
              </a:rPr>
              <a:t>par T</a:t>
            </a:r>
            <a:r>
              <a:rPr lang="en-US" altLang="zh-CN" sz="3086" baseline="-25000" noProof="1">
                <a:solidFill>
                  <a:schemeClr val="tx1">
                    <a:lumMod val="75000"/>
                    <a:lumOff val="25000"/>
                  </a:schemeClr>
                </a:solidFill>
              </a:rPr>
              <a:t>i</a:t>
            </a:r>
            <a:r>
              <a:rPr lang="en-US" altLang="zh-CN" sz="3086" noProof="1">
                <a:solidFill>
                  <a:schemeClr val="tx1">
                    <a:lumMod val="75000"/>
                    <a:lumOff val="25000"/>
                  </a:schemeClr>
                </a:solidFill>
              </a:rPr>
              <a:t>(i=1,2,…n)</a:t>
            </a:r>
            <a:r>
              <a:rPr lang="zh-CN" altLang="en-US" sz="3086" noProof="1">
                <a:solidFill>
                  <a:schemeClr val="tx1">
                    <a:lumMod val="75000"/>
                    <a:lumOff val="25000"/>
                  </a:schemeClr>
                </a:solidFill>
              </a:rPr>
              <a:t>可直接翻译成如下指令:</a:t>
            </a:r>
          </a:p>
          <a:p>
            <a:pPr marL="377979" indent="-377979" defTabSz="503972" eaLnBrk="1" fontAlgn="auto" hangingPunct="1">
              <a:lnSpc>
                <a:spcPct val="90000"/>
              </a:lnSpc>
              <a:spcBef>
                <a:spcPct val="0"/>
              </a:spcBef>
              <a:spcAft>
                <a:spcPts val="0"/>
              </a:spcAft>
              <a:buFont typeface="Wingdings" panose="05000000000000000000" pitchFamily="2" charset="2"/>
              <a:buNone/>
              <a:defRPr/>
            </a:pPr>
            <a:r>
              <a:rPr lang="zh-CN" altLang="en-US" sz="3086" noProof="1">
                <a:solidFill>
                  <a:schemeClr val="tx1">
                    <a:lumMod val="75000"/>
                    <a:lumOff val="25000"/>
                  </a:schemeClr>
                </a:solidFill>
              </a:rPr>
              <a:t>	(</a:t>
            </a:r>
            <a:r>
              <a:rPr lang="en-US" altLang="zh-CN" sz="3086" noProof="1">
                <a:solidFill>
                  <a:schemeClr val="tx1">
                    <a:lumMod val="75000"/>
                    <a:lumOff val="25000"/>
                  </a:schemeClr>
                </a:solidFill>
              </a:rPr>
              <a:t>i+3)[TOP]:= T</a:t>
            </a:r>
            <a:r>
              <a:rPr lang="en-US" altLang="zh-CN" sz="3086" baseline="-25000" noProof="1">
                <a:solidFill>
                  <a:schemeClr val="tx1">
                    <a:lumMod val="75000"/>
                    <a:lumOff val="25000"/>
                  </a:schemeClr>
                </a:solidFill>
              </a:rPr>
              <a:t>i</a:t>
            </a:r>
            <a:r>
              <a:rPr lang="en-US" altLang="zh-CN" sz="3086" noProof="1">
                <a:solidFill>
                  <a:schemeClr val="tx1">
                    <a:lumMod val="75000"/>
                    <a:lumOff val="25000"/>
                  </a:schemeClr>
                </a:solidFill>
              </a:rPr>
              <a:t> 	</a:t>
            </a:r>
            <a:r>
              <a:rPr lang="en-US" altLang="zh-CN" sz="3086" dirty="0">
                <a:solidFill>
                  <a:schemeClr val="tx1">
                    <a:lumMod val="75000"/>
                    <a:lumOff val="25000"/>
                  </a:schemeClr>
                </a:solidFill>
              </a:rPr>
              <a:t>        </a:t>
            </a:r>
            <a:r>
              <a:rPr lang="en-US" altLang="zh-CN" sz="3086" noProof="1">
                <a:solidFill>
                  <a:srgbClr val="008E40"/>
                </a:solidFill>
              </a:rPr>
              <a:t>(</a:t>
            </a:r>
            <a:r>
              <a:rPr lang="zh-CN" altLang="en-US" sz="3086" noProof="1">
                <a:solidFill>
                  <a:srgbClr val="008E40"/>
                </a:solidFill>
              </a:rPr>
              <a:t>传值)</a:t>
            </a:r>
          </a:p>
          <a:p>
            <a:pPr marL="377979" indent="-377979" defTabSz="503972" eaLnBrk="1" fontAlgn="auto" hangingPunct="1">
              <a:lnSpc>
                <a:spcPct val="90000"/>
              </a:lnSpc>
              <a:spcBef>
                <a:spcPct val="0"/>
              </a:spcBef>
              <a:spcAft>
                <a:spcPts val="0"/>
              </a:spcAft>
              <a:buFont typeface="Wingdings 3" charset="2"/>
              <a:buNone/>
              <a:defRPr/>
            </a:pPr>
            <a:r>
              <a:rPr lang="zh-CN" altLang="en-US" sz="3086" noProof="1">
                <a:solidFill>
                  <a:schemeClr val="tx1">
                    <a:lumMod val="75000"/>
                    <a:lumOff val="25000"/>
                  </a:schemeClr>
                </a:solidFill>
              </a:rPr>
              <a:t>	(</a:t>
            </a:r>
            <a:r>
              <a:rPr lang="en-US" altLang="zh-CN" sz="3086" noProof="1">
                <a:solidFill>
                  <a:schemeClr val="tx1">
                    <a:lumMod val="75000"/>
                    <a:lumOff val="25000"/>
                  </a:schemeClr>
                </a:solidFill>
              </a:rPr>
              <a:t>i+3)[TOP]:=addr(T</a:t>
            </a:r>
            <a:r>
              <a:rPr lang="en-US" altLang="zh-CN" sz="3086" baseline="-25000" noProof="1">
                <a:solidFill>
                  <a:schemeClr val="tx1">
                    <a:lumMod val="75000"/>
                    <a:lumOff val="25000"/>
                  </a:schemeClr>
                </a:solidFill>
              </a:rPr>
              <a:t>i</a:t>
            </a:r>
            <a:r>
              <a:rPr lang="en-US" altLang="zh-CN" sz="3086" noProof="1">
                <a:solidFill>
                  <a:schemeClr val="tx1">
                    <a:lumMod val="75000"/>
                    <a:lumOff val="25000"/>
                  </a:schemeClr>
                </a:solidFill>
              </a:rPr>
              <a:t>) </a:t>
            </a:r>
            <a:r>
              <a:rPr lang="en-US" altLang="zh-CN" sz="3086" dirty="0">
                <a:solidFill>
                  <a:schemeClr val="tx1">
                    <a:lumMod val="75000"/>
                    <a:lumOff val="25000"/>
                  </a:schemeClr>
                </a:solidFill>
              </a:rPr>
              <a:t>  </a:t>
            </a:r>
            <a:r>
              <a:rPr lang="en-US" altLang="zh-CN" sz="3086" noProof="1">
                <a:solidFill>
                  <a:srgbClr val="008E40"/>
                </a:solidFill>
              </a:rPr>
              <a:t>(</a:t>
            </a:r>
            <a:r>
              <a:rPr lang="zh-CN" altLang="en-US" sz="3086" noProof="1">
                <a:solidFill>
                  <a:srgbClr val="008E40"/>
                </a:solidFill>
              </a:rPr>
              <a:t>传地址)</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endParaRPr lang="zh-CN" altLang="en-US" sz="3086" noProof="1">
              <a:solidFill>
                <a:schemeClr val="tx1">
                  <a:lumMod val="75000"/>
                  <a:lumOff val="25000"/>
                </a:schemeClr>
              </a:solidFill>
            </a:endParaRPr>
          </a:p>
          <a:p>
            <a:pPr marL="377979" indent="-377979" defTabSz="503972" eaLnBrk="1" fontAlgn="auto" hangingPunct="1">
              <a:lnSpc>
                <a:spcPct val="90000"/>
              </a:lnSpc>
              <a:spcBef>
                <a:spcPts val="1102"/>
              </a:spcBef>
              <a:spcAft>
                <a:spcPts val="0"/>
              </a:spcAft>
              <a:buFont typeface="Wingdings 3" charset="2"/>
              <a:buChar char=""/>
              <a:defRPr/>
            </a:pPr>
            <a:r>
              <a:rPr lang="en-US" altLang="zh-CN" sz="3086" noProof="1">
                <a:solidFill>
                  <a:schemeClr val="tx1">
                    <a:lumMod val="75000"/>
                    <a:lumOff val="25000"/>
                  </a:schemeClr>
                </a:solidFill>
              </a:rPr>
              <a:t>call P，n </a:t>
            </a:r>
            <a:r>
              <a:rPr lang="zh-CN" altLang="en-US" sz="3086" noProof="1">
                <a:solidFill>
                  <a:schemeClr val="tx1">
                    <a:lumMod val="75000"/>
                    <a:lumOff val="25000"/>
                  </a:schemeClr>
                </a:solidFill>
              </a:rPr>
              <a:t>被翻译成:</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zh-CN" altLang="en-US" sz="3086" noProof="1">
                <a:solidFill>
                  <a:schemeClr val="tx1">
                    <a:lumMod val="75000"/>
                    <a:lumOff val="25000"/>
                  </a:schemeClr>
                </a:solidFill>
              </a:rPr>
              <a:t>1</a:t>
            </a:r>
            <a:r>
              <a:rPr lang="en-US" altLang="zh-CN" sz="3086" noProof="1">
                <a:solidFill>
                  <a:schemeClr val="tx1">
                    <a:lumMod val="75000"/>
                    <a:lumOff val="25000"/>
                  </a:schemeClr>
                </a:solidFill>
              </a:rPr>
              <a:t>[TOP]:=SP  </a:t>
            </a:r>
            <a:r>
              <a:rPr lang="en-US" altLang="zh-CN" sz="3086" noProof="1">
                <a:solidFill>
                  <a:srgbClr val="008E40"/>
                </a:solidFill>
              </a:rPr>
              <a:t>(</a:t>
            </a:r>
            <a:r>
              <a:rPr lang="zh-CN" altLang="en-US" sz="3086" noProof="1">
                <a:solidFill>
                  <a:srgbClr val="008E40"/>
                </a:solidFill>
              </a:rPr>
              <a:t>保护现行</a:t>
            </a:r>
            <a:r>
              <a:rPr lang="en-US" altLang="zh-CN" sz="3086" noProof="1">
                <a:solidFill>
                  <a:srgbClr val="008E40"/>
                </a:solidFill>
              </a:rPr>
              <a:t>SP)</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3[TOP]:=n   </a:t>
            </a:r>
            <a:r>
              <a:rPr lang="en-US" altLang="zh-CN" sz="3086" noProof="1">
                <a:solidFill>
                  <a:srgbClr val="008E40"/>
                </a:solidFill>
              </a:rPr>
              <a:t>(</a:t>
            </a:r>
            <a:r>
              <a:rPr lang="zh-CN" altLang="en-US" sz="3086" noProof="1">
                <a:solidFill>
                  <a:srgbClr val="008E40"/>
                </a:solidFill>
              </a:rPr>
              <a:t>传递参数个数)</a:t>
            </a:r>
          </a:p>
          <a:p>
            <a:pPr marL="377979" indent="-377979" defTabSz="503972" eaLnBrk="1" fontAlgn="auto" hangingPunct="1">
              <a:lnSpc>
                <a:spcPct val="9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JSR P       </a:t>
            </a:r>
            <a:r>
              <a:rPr lang="en-US" altLang="zh-CN" sz="3086" noProof="1">
                <a:solidFill>
                  <a:srgbClr val="008E40"/>
                </a:solidFill>
              </a:rPr>
              <a:t>(</a:t>
            </a:r>
            <a:r>
              <a:rPr lang="zh-CN" altLang="en-US" sz="3086" noProof="1">
                <a:solidFill>
                  <a:srgbClr val="008E40"/>
                </a:solidFill>
              </a:rPr>
              <a:t>转子指令)</a:t>
            </a:r>
          </a:p>
        </p:txBody>
      </p:sp>
      <p:grpSp>
        <p:nvGrpSpPr>
          <p:cNvPr id="23" name="Group 5"/>
          <p:cNvGrpSpPr>
            <a:grpSpLocks/>
          </p:cNvGrpSpPr>
          <p:nvPr/>
        </p:nvGrpSpPr>
        <p:grpSpPr bwMode="auto">
          <a:xfrm>
            <a:off x="7899400" y="2578100"/>
            <a:ext cx="2073275" cy="3608388"/>
            <a:chOff x="-1776" y="1200"/>
            <a:chExt cx="1378" cy="2400"/>
          </a:xfrm>
        </p:grpSpPr>
        <p:sp>
          <p:nvSpPr>
            <p:cNvPr id="24" name="Rectangle 6"/>
            <p:cNvSpPr>
              <a:spLocks noChangeArrowheads="1"/>
            </p:cNvSpPr>
            <p:nvPr/>
          </p:nvSpPr>
          <p:spPr bwMode="auto">
            <a:xfrm>
              <a:off x="-1776" y="1200"/>
              <a:ext cx="1378" cy="2400"/>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25" name="Rectangle 7"/>
            <p:cNvSpPr>
              <a:spLocks noChangeArrowheads="1"/>
            </p:cNvSpPr>
            <p:nvPr/>
          </p:nvSpPr>
          <p:spPr bwMode="auto">
            <a:xfrm>
              <a:off x="-1776" y="2571"/>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26" name="Rectangle 8"/>
            <p:cNvSpPr>
              <a:spLocks noChangeArrowheads="1"/>
            </p:cNvSpPr>
            <p:nvPr/>
          </p:nvSpPr>
          <p:spPr bwMode="auto">
            <a:xfrm>
              <a:off x="-1776" y="2914"/>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27" name="Rectangle 9"/>
            <p:cNvSpPr>
              <a:spLocks noChangeArrowheads="1"/>
            </p:cNvSpPr>
            <p:nvPr/>
          </p:nvSpPr>
          <p:spPr bwMode="auto">
            <a:xfrm>
              <a:off x="-1776" y="2229"/>
              <a:ext cx="1378" cy="341"/>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形式单元</a:t>
              </a:r>
              <a:endParaRPr kumimoji="1" lang="zh-CN" altLang="zh-CN" sz="2646">
                <a:solidFill>
                  <a:prstClr val="black"/>
                </a:solidFill>
                <a:latin typeface="微软雅黑" panose="020B0503020204020204" pitchFamily="34" charset="-122"/>
                <a:cs typeface="+mn-cs"/>
              </a:endParaRPr>
            </a:p>
          </p:txBody>
        </p:sp>
        <p:sp>
          <p:nvSpPr>
            <p:cNvPr id="28" name="Rectangle 10"/>
            <p:cNvSpPr>
              <a:spLocks noChangeArrowheads="1"/>
            </p:cNvSpPr>
            <p:nvPr/>
          </p:nvSpPr>
          <p:spPr bwMode="auto">
            <a:xfrm>
              <a:off x="-1776" y="1543"/>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29" name="Rectangle 11"/>
            <p:cNvSpPr>
              <a:spLocks noChangeArrowheads="1"/>
            </p:cNvSpPr>
            <p:nvPr/>
          </p:nvSpPr>
          <p:spPr bwMode="auto">
            <a:xfrm>
              <a:off x="-1776" y="1886"/>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sp>
          <p:nvSpPr>
            <p:cNvPr id="30" name="Rectangle 12"/>
            <p:cNvSpPr>
              <a:spLocks noChangeArrowheads="1"/>
            </p:cNvSpPr>
            <p:nvPr/>
          </p:nvSpPr>
          <p:spPr bwMode="auto">
            <a:xfrm>
              <a:off x="-1776" y="3257"/>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31" name="Rectangle 13"/>
            <p:cNvSpPr>
              <a:spLocks noChangeArrowheads="1"/>
            </p:cNvSpPr>
            <p:nvPr/>
          </p:nvSpPr>
          <p:spPr bwMode="auto">
            <a:xfrm>
              <a:off x="-1776" y="1200"/>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grpSp>
      <p:grpSp>
        <p:nvGrpSpPr>
          <p:cNvPr id="32" name="Group 28"/>
          <p:cNvGrpSpPr>
            <a:grpSpLocks/>
          </p:cNvGrpSpPr>
          <p:nvPr/>
        </p:nvGrpSpPr>
        <p:grpSpPr bwMode="auto">
          <a:xfrm>
            <a:off x="6911975" y="6167438"/>
            <a:ext cx="3060700" cy="1006475"/>
            <a:chOff x="3725" y="4020"/>
            <a:chExt cx="2035" cy="300"/>
          </a:xfrm>
        </p:grpSpPr>
        <p:sp>
          <p:nvSpPr>
            <p:cNvPr id="33" name="Rectangle 26"/>
            <p:cNvSpPr>
              <a:spLocks noChangeArrowheads="1"/>
            </p:cNvSpPr>
            <p:nvPr/>
          </p:nvSpPr>
          <p:spPr bwMode="auto">
            <a:xfrm>
              <a:off x="3725" y="4020"/>
              <a:ext cx="638"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p>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dirty="0">
                <a:solidFill>
                  <a:prstClr val="black"/>
                </a:solidFill>
                <a:latin typeface="微软雅黑" panose="020B0503020204020204" pitchFamily="34" charset="-122"/>
                <a:cs typeface="+mn-cs"/>
                <a:sym typeface="Symbol" panose="05050102010706020507" pitchFamily="18" charset="2"/>
              </a:endParaRPr>
            </a:p>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SP </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p>
          </p:txBody>
        </p:sp>
        <p:sp>
          <p:nvSpPr>
            <p:cNvPr id="34" name="Rectangle 27"/>
            <p:cNvSpPr>
              <a:spLocks noChangeArrowheads="1"/>
            </p:cNvSpPr>
            <p:nvPr/>
          </p:nvSpPr>
          <p:spPr bwMode="auto">
            <a:xfrm>
              <a:off x="4377" y="4020"/>
              <a:ext cx="1383" cy="300"/>
            </a:xfrm>
            <a:prstGeom prst="rect">
              <a:avLst/>
            </a:prstGeom>
            <a:solidFill>
              <a:schemeClr val="accent1"/>
            </a:solidFill>
            <a:ln w="12700">
              <a:solidFill>
                <a:schemeClr val="tx1"/>
              </a:solidFill>
              <a:miter lim="800000"/>
              <a:headEnd/>
              <a:tailEnd type="none" w="lg" len="lg"/>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调用过程的</a:t>
              </a:r>
              <a:endParaRPr kumimoji="1" lang="en-US" altLang="zh-CN" sz="2646" dirty="0">
                <a:solidFill>
                  <a:prstClr val="white"/>
                </a:solidFill>
                <a:latin typeface="微软雅黑" panose="020B0503020204020204" pitchFamily="34" charset="-122"/>
                <a:cs typeface="+mn-cs"/>
              </a:endParaRP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活动记录</a:t>
              </a:r>
              <a:endParaRPr kumimoji="1" lang="en-GB" altLang="zh-CN" sz="2646" dirty="0">
                <a:solidFill>
                  <a:prstClr val="white"/>
                </a:solidFill>
                <a:latin typeface="微软雅黑" panose="020B0503020204020204" pitchFamily="34" charset="-122"/>
                <a:cs typeface="+mn-cs"/>
              </a:endParaRPr>
            </a:p>
          </p:txBody>
        </p:sp>
      </p:grpSp>
      <p:sp>
        <p:nvSpPr>
          <p:cNvPr id="35" name="Rectangle 29"/>
          <p:cNvSpPr>
            <a:spLocks noChangeArrowheads="1"/>
          </p:cNvSpPr>
          <p:nvPr/>
        </p:nvSpPr>
        <p:spPr bwMode="auto">
          <a:xfrm>
            <a:off x="8021638" y="4065588"/>
            <a:ext cx="18415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形式单元</a:t>
            </a:r>
          </a:p>
        </p:txBody>
      </p:sp>
      <p:sp>
        <p:nvSpPr>
          <p:cNvPr id="36" name="Rectangle 30"/>
          <p:cNvSpPr>
            <a:spLocks noChangeArrowheads="1"/>
          </p:cNvSpPr>
          <p:nvPr/>
        </p:nvSpPr>
        <p:spPr bwMode="auto">
          <a:xfrm>
            <a:off x="8021638" y="5624513"/>
            <a:ext cx="18415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老</a:t>
            </a:r>
            <a:r>
              <a:rPr kumimoji="1" lang="en-US" altLang="zh-CN" sz="2646">
                <a:solidFill>
                  <a:srgbClr val="6600CC"/>
                </a:solidFill>
                <a:latin typeface="微软雅黑" panose="020B0503020204020204" pitchFamily="34" charset="-122"/>
                <a:cs typeface="+mn-cs"/>
              </a:rPr>
              <a:t>SP</a:t>
            </a:r>
            <a:endParaRPr kumimoji="1" lang="zh-CN" altLang="en-US" sz="2646">
              <a:solidFill>
                <a:srgbClr val="6600CC"/>
              </a:solidFill>
              <a:latin typeface="微软雅黑" panose="020B0503020204020204" pitchFamily="34" charset="-122"/>
              <a:cs typeface="+mn-cs"/>
            </a:endParaRPr>
          </a:p>
        </p:txBody>
      </p:sp>
      <p:sp>
        <p:nvSpPr>
          <p:cNvPr id="37" name="Rectangle 31"/>
          <p:cNvSpPr>
            <a:spLocks noChangeArrowheads="1"/>
          </p:cNvSpPr>
          <p:nvPr/>
        </p:nvSpPr>
        <p:spPr bwMode="auto">
          <a:xfrm>
            <a:off x="8021638" y="4586288"/>
            <a:ext cx="18415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参数个数</a:t>
            </a:r>
          </a:p>
        </p:txBody>
      </p:sp>
      <p:sp>
        <p:nvSpPr>
          <p:cNvPr id="3" name="灯片编号占位符 2">
            <a:extLst>
              <a:ext uri="{FF2B5EF4-FFF2-40B4-BE49-F238E27FC236}">
                <a16:creationId xmlns:a16="http://schemas.microsoft.com/office/drawing/2014/main" id="{43EBF45B-95EF-FEFC-4677-532DCD56C3A1}"/>
              </a:ext>
            </a:extLst>
          </p:cNvPr>
          <p:cNvSpPr>
            <a:spLocks noGrp="1"/>
          </p:cNvSpPr>
          <p:nvPr>
            <p:ph type="sldNum" sz="quarter" idx="12"/>
          </p:nvPr>
        </p:nvSpPr>
        <p:spPr/>
        <p:txBody>
          <a:bodyPr/>
          <a:lstStyle/>
          <a:p>
            <a:pPr>
              <a:defRPr/>
            </a:pPr>
            <a:fld id="{648864A3-7802-4631-BE0D-FF357BC6A1A9}" type="slidenum">
              <a:rPr lang="en-US" smtClean="0"/>
              <a:pPr>
                <a:defRPr/>
              </a:pPr>
              <a:t>34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wipe(left)">
                                      <p:cBhvr>
                                        <p:cTn id="17" dur="500"/>
                                        <p:tgtEl>
                                          <p:spTgt spid="2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xEl>
                                              <p:pRg st="1" end="1"/>
                                            </p:txEl>
                                          </p:spTgt>
                                        </p:tgtEl>
                                        <p:attrNameLst>
                                          <p:attrName>style.visibility</p:attrName>
                                        </p:attrNameLst>
                                      </p:cBhvr>
                                      <p:to>
                                        <p:strVal val="visible"/>
                                      </p:to>
                                    </p:set>
                                    <p:animEffect transition="in" filter="wipe(left)">
                                      <p:cBhvr>
                                        <p:cTn id="22" dur="500"/>
                                        <p:tgtEl>
                                          <p:spTgt spid="22">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
                                            <p:txEl>
                                              <p:pRg st="2" end="2"/>
                                            </p:txEl>
                                          </p:spTgt>
                                        </p:tgtEl>
                                        <p:attrNameLst>
                                          <p:attrName>style.visibility</p:attrName>
                                        </p:attrNameLst>
                                      </p:cBhvr>
                                      <p:to>
                                        <p:strVal val="visible"/>
                                      </p:to>
                                    </p:set>
                                    <p:animEffect transition="in" filter="wipe(left)">
                                      <p:cBhvr>
                                        <p:cTn id="27" dur="500"/>
                                        <p:tgtEl>
                                          <p:spTgt spid="22">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35" presetClass="emph" presetSubtype="0" repeatCount="indefinite" fill="hold" grpId="0" nodeType="clickEffect">
                                  <p:stCondLst>
                                    <p:cond delay="0"/>
                                  </p:stCondLst>
                                  <p:endCondLst>
                                    <p:cond evt="onNext" delay="0">
                                      <p:tgtEl>
                                        <p:sldTgt/>
                                      </p:tgtEl>
                                    </p:cond>
                                  </p:endCondLst>
                                  <p:childTnLst>
                                    <p:anim calcmode="discrete" valueType="str">
                                      <p:cBhvr>
                                        <p:cTn id="35"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2">
                                            <p:txEl>
                                              <p:pRg st="4" end="4"/>
                                            </p:txEl>
                                          </p:spTgt>
                                        </p:tgtEl>
                                        <p:attrNameLst>
                                          <p:attrName>style.visibility</p:attrName>
                                        </p:attrNameLst>
                                      </p:cBhvr>
                                      <p:to>
                                        <p:strVal val="visible"/>
                                      </p:to>
                                    </p:set>
                                    <p:animEffect transition="in" filter="wipe(left)">
                                      <p:cBhvr>
                                        <p:cTn id="40" dur="500"/>
                                        <p:tgtEl>
                                          <p:spTgt spid="22">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2">
                                            <p:txEl>
                                              <p:pRg st="5" end="5"/>
                                            </p:txEl>
                                          </p:spTgt>
                                        </p:tgtEl>
                                        <p:attrNameLst>
                                          <p:attrName>style.visibility</p:attrName>
                                        </p:attrNameLst>
                                      </p:cBhvr>
                                      <p:to>
                                        <p:strVal val="visible"/>
                                      </p:to>
                                    </p:set>
                                    <p:animEffect transition="in" filter="wipe(left)">
                                      <p:cBhvr>
                                        <p:cTn id="45" dur="500"/>
                                        <p:tgtEl>
                                          <p:spTgt spid="22">
                                            <p:txEl>
                                              <p:pRg st="5" end="5"/>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6"/>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35" presetClass="emph" presetSubtype="0" repeatCount="indefinite" fill="hold" grpId="1" nodeType="clickEffect">
                                  <p:stCondLst>
                                    <p:cond delay="0"/>
                                  </p:stCondLst>
                                  <p:endCondLst>
                                    <p:cond evt="onNext" delay="0">
                                      <p:tgtEl>
                                        <p:sldTgt/>
                                      </p:tgtEl>
                                    </p:cond>
                                  </p:endCondLst>
                                  <p:childTnLst>
                                    <p:anim calcmode="discrete" valueType="str">
                                      <p:cBhvr>
                                        <p:cTn id="53"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
                                            <p:txEl>
                                              <p:pRg st="6" end="6"/>
                                            </p:txEl>
                                          </p:spTgt>
                                        </p:tgtEl>
                                        <p:attrNameLst>
                                          <p:attrName>style.visibility</p:attrName>
                                        </p:attrNameLst>
                                      </p:cBhvr>
                                      <p:to>
                                        <p:strVal val="visible"/>
                                      </p:to>
                                    </p:set>
                                    <p:animEffect transition="in" filter="wipe(left)">
                                      <p:cBhvr>
                                        <p:cTn id="58" dur="500"/>
                                        <p:tgtEl>
                                          <p:spTgt spid="22">
                                            <p:txEl>
                                              <p:pRg st="6" end="6"/>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35" presetClass="emph" presetSubtype="0" repeatCount="indefinite" fill="hold" grpId="0" nodeType="clickEffect">
                                  <p:stCondLst>
                                    <p:cond delay="0"/>
                                  </p:stCondLst>
                                  <p:endCondLst>
                                    <p:cond evt="onNext" delay="0">
                                      <p:tgtEl>
                                        <p:sldTgt/>
                                      </p:tgtEl>
                                    </p:cond>
                                  </p:endCondLst>
                                  <p:childTnLst>
                                    <p:anim calcmode="discrete" valueType="str">
                                      <p:cBhvr>
                                        <p:cTn id="66"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2">
                                            <p:txEl>
                                              <p:pRg st="7" end="7"/>
                                            </p:txEl>
                                          </p:spTgt>
                                        </p:tgtEl>
                                        <p:attrNameLst>
                                          <p:attrName>style.visibility</p:attrName>
                                        </p:attrNameLst>
                                      </p:cBhvr>
                                      <p:to>
                                        <p:strVal val="visible"/>
                                      </p:to>
                                    </p:set>
                                    <p:animEffect transition="in" filter="wipe(left)">
                                      <p:cBhvr>
                                        <p:cTn id="71" dur="500"/>
                                        <p:tgtEl>
                                          <p:spTgt spid="2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P spid="35" grpId="0"/>
      <p:bldP spid="35" grpId="1"/>
      <p:bldP spid="36" grpId="0"/>
      <p:bldP spid="36" grpId="1"/>
      <p:bldP spid="37" grpId="0"/>
      <p:bldP spid="37"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noProof="1"/>
              <a:t>进入过程体后执行的指令</a:t>
            </a:r>
            <a:endParaRPr lang="zh-CN" altLang="en-US" dirty="0"/>
          </a:p>
        </p:txBody>
      </p:sp>
      <p:sp>
        <p:nvSpPr>
          <p:cNvPr id="3" name="Rectangle 2"/>
          <p:cNvSpPr>
            <a:spLocks noGrp="1" noChangeArrowheads="1"/>
          </p:cNvSpPr>
          <p:nvPr>
            <p:ph idx="1"/>
          </p:nvPr>
        </p:nvSpPr>
        <p:spPr>
          <a:xfrm>
            <a:off x="149225" y="2143125"/>
            <a:ext cx="6403975" cy="4797425"/>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rPr>
              <a:t>转进过程</a:t>
            </a:r>
            <a:r>
              <a:rPr lang="en-US" altLang="zh-CN" sz="3086" noProof="1">
                <a:solidFill>
                  <a:schemeClr val="tx1">
                    <a:lumMod val="75000"/>
                    <a:lumOff val="25000"/>
                  </a:schemeClr>
                </a:solidFill>
              </a:rPr>
              <a:t>P</a:t>
            </a:r>
            <a:r>
              <a:rPr lang="zh-CN" altLang="en-US" sz="3086" noProof="1">
                <a:solidFill>
                  <a:schemeClr val="tx1">
                    <a:lumMod val="75000"/>
                    <a:lumOff val="25000"/>
                  </a:schemeClr>
                </a:solidFill>
              </a:rPr>
              <a:t>后，首先执行下述指令</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SP:=TOP+1        </a:t>
            </a:r>
            <a:r>
              <a:rPr lang="en-US" altLang="zh-CN" sz="3086" noProof="1">
                <a:solidFill>
                  <a:srgbClr val="008E40"/>
                </a:solidFill>
              </a:rPr>
              <a:t>	(</a:t>
            </a:r>
            <a:r>
              <a:rPr lang="zh-CN" altLang="en-US" sz="3086" noProof="1">
                <a:solidFill>
                  <a:srgbClr val="008E40"/>
                </a:solidFill>
              </a:rPr>
              <a:t>定义新的</a:t>
            </a:r>
            <a:r>
              <a:rPr lang="en-US" altLang="zh-CN" sz="3086" noProof="1">
                <a:solidFill>
                  <a:srgbClr val="008E40"/>
                </a:solidFill>
              </a:rPr>
              <a:t>SP)</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1[SP]:=</a:t>
            </a:r>
            <a:r>
              <a:rPr lang="zh-CN" altLang="en-US" sz="3086" noProof="1">
                <a:solidFill>
                  <a:schemeClr val="tx1">
                    <a:lumMod val="75000"/>
                    <a:lumOff val="25000"/>
                  </a:schemeClr>
                </a:solidFill>
              </a:rPr>
              <a:t>返回地址 	</a:t>
            </a:r>
            <a:r>
              <a:rPr lang="zh-CN" altLang="en-US" sz="3086" noProof="1">
                <a:solidFill>
                  <a:srgbClr val="008E40"/>
                </a:solidFill>
              </a:rPr>
              <a:t>(保护返回地址)</a:t>
            </a:r>
          </a:p>
          <a:p>
            <a:pPr marL="377979" indent="-377979" defTabSz="503972" eaLnBrk="1" fontAlgn="auto" hangingPunct="1">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TOP:=TOP+L       </a:t>
            </a:r>
            <a:r>
              <a:rPr lang="en-US" altLang="zh-CN" sz="3086" noProof="1">
                <a:solidFill>
                  <a:srgbClr val="008E40"/>
                </a:solidFill>
              </a:rPr>
              <a:t>(</a:t>
            </a:r>
            <a:r>
              <a:rPr lang="zh-CN" altLang="en-US" sz="3086" noProof="1">
                <a:solidFill>
                  <a:srgbClr val="008E40"/>
                </a:solidFill>
              </a:rPr>
              <a:t>设置新</a:t>
            </a:r>
            <a:r>
              <a:rPr lang="en-US" altLang="zh-CN" sz="3086" noProof="1">
                <a:solidFill>
                  <a:srgbClr val="008E40"/>
                </a:solidFill>
              </a:rPr>
              <a:t>TOP)</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L：</a:t>
            </a:r>
            <a:r>
              <a:rPr lang="zh-CN" altLang="en-US" sz="3086" noProof="1">
                <a:solidFill>
                  <a:schemeClr val="tx1">
                    <a:lumMod val="75000"/>
                    <a:lumOff val="25000"/>
                  </a:schemeClr>
                </a:solidFill>
              </a:rPr>
              <a:t>过程</a:t>
            </a:r>
            <a:r>
              <a:rPr lang="en-US" altLang="zh-CN" sz="3086" noProof="1">
                <a:solidFill>
                  <a:schemeClr val="tx1">
                    <a:lumMod val="75000"/>
                    <a:lumOff val="25000"/>
                  </a:schemeClr>
                </a:solidFill>
              </a:rPr>
              <a:t>P</a:t>
            </a:r>
            <a:r>
              <a:rPr lang="zh-CN" altLang="en-US" sz="3086" noProof="1">
                <a:solidFill>
                  <a:schemeClr val="tx1">
                    <a:lumMod val="75000"/>
                    <a:lumOff val="25000"/>
                  </a:schemeClr>
                </a:solidFill>
              </a:rPr>
              <a:t>的活动记录所需单元数，在编译时可确定。</a:t>
            </a:r>
            <a:endParaRPr lang="zh-CN" altLang="en-US" sz="3086" dirty="0">
              <a:solidFill>
                <a:schemeClr val="tx1">
                  <a:lumMod val="75000"/>
                  <a:lumOff val="25000"/>
                </a:schemeClr>
              </a:solidFill>
            </a:endParaRPr>
          </a:p>
        </p:txBody>
      </p:sp>
      <p:grpSp>
        <p:nvGrpSpPr>
          <p:cNvPr id="510980" name="Group 12"/>
          <p:cNvGrpSpPr>
            <a:grpSpLocks/>
          </p:cNvGrpSpPr>
          <p:nvPr/>
        </p:nvGrpSpPr>
        <p:grpSpPr bwMode="auto">
          <a:xfrm>
            <a:off x="7897813" y="2576513"/>
            <a:ext cx="2071687" cy="3608387"/>
            <a:chOff x="-1776" y="1200"/>
            <a:chExt cx="1378" cy="2400"/>
          </a:xfrm>
        </p:grpSpPr>
        <p:sp>
          <p:nvSpPr>
            <p:cNvPr id="6" name="Rectangle 13"/>
            <p:cNvSpPr>
              <a:spLocks noChangeArrowheads="1"/>
            </p:cNvSpPr>
            <p:nvPr/>
          </p:nvSpPr>
          <p:spPr bwMode="auto">
            <a:xfrm>
              <a:off x="-1776" y="1200"/>
              <a:ext cx="1378" cy="2400"/>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7" name="Rectangle 14"/>
            <p:cNvSpPr>
              <a:spLocks noChangeArrowheads="1"/>
            </p:cNvSpPr>
            <p:nvPr/>
          </p:nvSpPr>
          <p:spPr bwMode="auto">
            <a:xfrm>
              <a:off x="-1776" y="2571"/>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参数个数</a:t>
              </a:r>
            </a:p>
          </p:txBody>
        </p:sp>
        <p:sp>
          <p:nvSpPr>
            <p:cNvPr id="8" name="Rectangle 15"/>
            <p:cNvSpPr>
              <a:spLocks noChangeArrowheads="1"/>
            </p:cNvSpPr>
            <p:nvPr/>
          </p:nvSpPr>
          <p:spPr bwMode="auto">
            <a:xfrm>
              <a:off x="-1776" y="2914"/>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9" name="Rectangle 16"/>
            <p:cNvSpPr>
              <a:spLocks noChangeArrowheads="1"/>
            </p:cNvSpPr>
            <p:nvPr/>
          </p:nvSpPr>
          <p:spPr bwMode="auto">
            <a:xfrm>
              <a:off x="-1776" y="2229"/>
              <a:ext cx="1378" cy="341"/>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形式单元</a:t>
              </a:r>
              <a:endParaRPr kumimoji="1" lang="zh-CN" altLang="zh-CN" sz="2646">
                <a:solidFill>
                  <a:srgbClr val="6600CC"/>
                </a:solidFill>
                <a:latin typeface="微软雅黑" panose="020B0503020204020204" pitchFamily="34" charset="-122"/>
                <a:cs typeface="+mn-cs"/>
              </a:endParaRPr>
            </a:p>
          </p:txBody>
        </p:sp>
        <p:sp>
          <p:nvSpPr>
            <p:cNvPr id="10" name="Rectangle 17"/>
            <p:cNvSpPr>
              <a:spLocks noChangeArrowheads="1"/>
            </p:cNvSpPr>
            <p:nvPr/>
          </p:nvSpPr>
          <p:spPr bwMode="auto">
            <a:xfrm>
              <a:off x="-1776" y="1543"/>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11" name="Rectangle 18"/>
            <p:cNvSpPr>
              <a:spLocks noChangeArrowheads="1"/>
            </p:cNvSpPr>
            <p:nvPr/>
          </p:nvSpPr>
          <p:spPr bwMode="auto">
            <a:xfrm>
              <a:off x="-1776" y="1886"/>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sp>
          <p:nvSpPr>
            <p:cNvPr id="12" name="Rectangle 19"/>
            <p:cNvSpPr>
              <a:spLocks noChangeArrowheads="1"/>
            </p:cNvSpPr>
            <p:nvPr/>
          </p:nvSpPr>
          <p:spPr bwMode="auto">
            <a:xfrm>
              <a:off x="-1776" y="3257"/>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老</a:t>
              </a:r>
              <a:r>
                <a:rPr kumimoji="1" lang="en-US" altLang="en-US" sz="2646">
                  <a:solidFill>
                    <a:srgbClr val="6600CC"/>
                  </a:solidFill>
                  <a:latin typeface="微软雅黑" panose="020B0503020204020204" pitchFamily="34" charset="-122"/>
                  <a:cs typeface="+mn-cs"/>
                </a:rPr>
                <a:t>SP</a:t>
              </a:r>
              <a:endParaRPr kumimoji="1" lang="en-US" altLang="zh-CN" sz="2646">
                <a:solidFill>
                  <a:srgbClr val="6600CC"/>
                </a:solidFill>
                <a:latin typeface="微软雅黑" panose="020B0503020204020204" pitchFamily="34" charset="-122"/>
                <a:cs typeface="+mn-cs"/>
              </a:endParaRPr>
            </a:p>
          </p:txBody>
        </p:sp>
        <p:sp>
          <p:nvSpPr>
            <p:cNvPr id="13" name="Rectangle 20"/>
            <p:cNvSpPr>
              <a:spLocks noChangeArrowheads="1"/>
            </p:cNvSpPr>
            <p:nvPr/>
          </p:nvSpPr>
          <p:spPr bwMode="auto">
            <a:xfrm>
              <a:off x="-1776" y="1200"/>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grpSp>
      <p:sp>
        <p:nvSpPr>
          <p:cNvPr id="14" name="Rectangle 23"/>
          <p:cNvSpPr>
            <a:spLocks noChangeArrowheads="1"/>
          </p:cNvSpPr>
          <p:nvPr/>
        </p:nvSpPr>
        <p:spPr bwMode="auto">
          <a:xfrm>
            <a:off x="7889875" y="6167438"/>
            <a:ext cx="2079625" cy="1020762"/>
          </a:xfrm>
          <a:prstGeom prst="rect">
            <a:avLst/>
          </a:prstGeom>
          <a:solidFill>
            <a:schemeClr val="accent1"/>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调用过程的活动记录</a:t>
            </a:r>
            <a:endParaRPr kumimoji="1" lang="en-GB" altLang="zh-CN" sz="2646" dirty="0">
              <a:solidFill>
                <a:prstClr val="white"/>
              </a:solidFill>
              <a:latin typeface="微软雅黑" panose="020B0503020204020204" pitchFamily="34" charset="-122"/>
              <a:cs typeface="+mn-cs"/>
            </a:endParaRPr>
          </a:p>
        </p:txBody>
      </p:sp>
      <p:sp>
        <p:nvSpPr>
          <p:cNvPr id="15" name="Rectangle 24"/>
          <p:cNvSpPr>
            <a:spLocks noChangeArrowheads="1"/>
          </p:cNvSpPr>
          <p:nvPr/>
        </p:nvSpPr>
        <p:spPr bwMode="auto">
          <a:xfrm>
            <a:off x="8020050" y="5102225"/>
            <a:ext cx="18415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返回地址</a:t>
            </a:r>
          </a:p>
        </p:txBody>
      </p:sp>
      <p:sp>
        <p:nvSpPr>
          <p:cNvPr id="16" name="Rectangle 25"/>
          <p:cNvSpPr>
            <a:spLocks noChangeArrowheads="1"/>
          </p:cNvSpPr>
          <p:nvPr/>
        </p:nvSpPr>
        <p:spPr bwMode="auto">
          <a:xfrm>
            <a:off x="6661150" y="2439988"/>
            <a:ext cx="143351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17" name="Rectangle 26"/>
          <p:cNvSpPr>
            <a:spLocks noChangeArrowheads="1"/>
          </p:cNvSpPr>
          <p:nvPr/>
        </p:nvSpPr>
        <p:spPr bwMode="auto">
          <a:xfrm>
            <a:off x="6729413" y="5645150"/>
            <a:ext cx="1433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18" name="Rectangle 29"/>
          <p:cNvSpPr>
            <a:spLocks noChangeArrowheads="1"/>
          </p:cNvSpPr>
          <p:nvPr/>
        </p:nvSpPr>
        <p:spPr bwMode="auto">
          <a:xfrm>
            <a:off x="6594475" y="5935663"/>
            <a:ext cx="14319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zh-CN" altLang="en-US" sz="2646" dirty="0">
              <a:solidFill>
                <a:prstClr val="black"/>
              </a:solidFill>
              <a:latin typeface="微软雅黑" panose="020B0503020204020204" pitchFamily="34" charset="-122"/>
              <a:cs typeface="+mn-cs"/>
              <a:sym typeface="Symbol" panose="05050102010706020507" pitchFamily="18" charset="2"/>
            </a:endParaRPr>
          </a:p>
        </p:txBody>
      </p:sp>
      <p:sp>
        <p:nvSpPr>
          <p:cNvPr id="19" name="Rectangle 30"/>
          <p:cNvSpPr>
            <a:spLocks noChangeArrowheads="1"/>
          </p:cNvSpPr>
          <p:nvPr/>
        </p:nvSpPr>
        <p:spPr bwMode="auto">
          <a:xfrm>
            <a:off x="6729413" y="6667500"/>
            <a:ext cx="1433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5" name="灯片编号占位符 4">
            <a:extLst>
              <a:ext uri="{FF2B5EF4-FFF2-40B4-BE49-F238E27FC236}">
                <a16:creationId xmlns:a16="http://schemas.microsoft.com/office/drawing/2014/main" id="{E6458E6D-DB22-D1FE-87DB-BE1B63872EFC}"/>
              </a:ext>
            </a:extLst>
          </p:cNvPr>
          <p:cNvSpPr>
            <a:spLocks noGrp="1"/>
          </p:cNvSpPr>
          <p:nvPr>
            <p:ph type="sldNum" sz="quarter" idx="12"/>
          </p:nvPr>
        </p:nvSpPr>
        <p:spPr/>
        <p:txBody>
          <a:bodyPr/>
          <a:lstStyle/>
          <a:p>
            <a:pPr>
              <a:defRPr/>
            </a:pPr>
            <a:fld id="{648864A3-7802-4631-BE0D-FF357BC6A1A9}" type="slidenum">
              <a:rPr lang="en-US" smtClean="0"/>
              <a:pPr>
                <a:defRPr/>
              </a:pPr>
              <a:t>35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4" fill="hold" grpId="0" nodeType="clickEffect">
                                  <p:stCondLst>
                                    <p:cond delay="0"/>
                                  </p:stCondLst>
                                  <p:childTnLst>
                                    <p:animEffect transition="out" filter="wipe(down)">
                                      <p:cBhvr>
                                        <p:cTn id="16" dur="500"/>
                                        <p:tgtEl>
                                          <p:spTgt spid="19"/>
                                        </p:tgtEl>
                                      </p:cBhvr>
                                    </p:animEffect>
                                    <p:set>
                                      <p:cBhvr>
                                        <p:cTn id="17" dur="1" fill="hold">
                                          <p:stCondLst>
                                            <p:cond delay="499"/>
                                          </p:stCondLst>
                                        </p:cTn>
                                        <p:tgtEl>
                                          <p:spTgt spid="19"/>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wipe(left)">
                                      <p:cBhvr>
                                        <p:cTn id="26" dur="500"/>
                                        <p:tgtEl>
                                          <p:spTgt spid="3">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5" presetClass="emph" presetSubtype="0" repeatCount="indefinite" fill="hold" grpId="1" nodeType="clickEffect">
                                  <p:stCondLst>
                                    <p:cond delay="0"/>
                                  </p:stCondLst>
                                  <p:endCondLst>
                                    <p:cond evt="onNext" delay="0">
                                      <p:tgtEl>
                                        <p:sldTgt/>
                                      </p:tgtEl>
                                    </p:cond>
                                  </p:endCondLst>
                                  <p:childTnLst>
                                    <p:anim calcmode="discrete" valueType="str">
                                      <p:cBhvr>
                                        <p:cTn id="34" dur="1000" fill="hold"/>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Effect transition="in" filter="wipe(left)">
                                      <p:cBhvr>
                                        <p:cTn id="39" dur="500"/>
                                        <p:tgtEl>
                                          <p:spTgt spid="3">
                                            <p:txEl>
                                              <p:pRg st="3" end="3"/>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xit" presetSubtype="4" fill="hold" grpId="0" nodeType="clickEffect">
                                  <p:stCondLst>
                                    <p:cond delay="0"/>
                                  </p:stCondLst>
                                  <p:childTnLst>
                                    <p:animEffect transition="out" filter="wipe(down)">
                                      <p:cBhvr>
                                        <p:cTn id="43" dur="500"/>
                                        <p:tgtEl>
                                          <p:spTgt spid="18"/>
                                        </p:tgtEl>
                                      </p:cBhvr>
                                    </p:animEffect>
                                    <p:set>
                                      <p:cBhvr>
                                        <p:cTn id="44" dur="1" fill="hold">
                                          <p:stCondLst>
                                            <p:cond delay="499"/>
                                          </p:stCondLst>
                                        </p:cTn>
                                        <p:tgtEl>
                                          <p:spTgt spid="18"/>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wipe(left)">
                                      <p:cBhvr>
                                        <p:cTn id="5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p:bldP spid="15" grpId="1"/>
      <p:bldP spid="16" grpId="0"/>
      <p:bldP spid="17" grpId="0"/>
      <p:bldP spid="18" grpId="0"/>
      <p:bldP spid="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2"/>
          <p:cNvSpPr>
            <a:spLocks noGrp="1"/>
          </p:cNvSpPr>
          <p:nvPr>
            <p:ph type="title"/>
          </p:nvPr>
        </p:nvSpPr>
        <p:spPr/>
        <p:txBody>
          <a:bodyPr rtlCol="0">
            <a:normAutofit/>
          </a:bodyPr>
          <a:lstStyle/>
          <a:p>
            <a:pPr defTabSz="503972" eaLnBrk="1" fontAlgn="auto" hangingPunct="1">
              <a:spcAft>
                <a:spcPts val="0"/>
              </a:spcAft>
              <a:defRPr/>
            </a:pPr>
            <a:r>
              <a:rPr lang="zh-CN" altLang="en-US" noProof="1"/>
              <a:t>过程返回执行的指令</a:t>
            </a:r>
            <a:endParaRPr lang="zh-CN" altLang="en-US" dirty="0"/>
          </a:p>
        </p:txBody>
      </p:sp>
      <p:sp>
        <p:nvSpPr>
          <p:cNvPr id="3" name="Rectangle 2"/>
          <p:cNvSpPr>
            <a:spLocks noGrp="1" noChangeArrowheads="1"/>
          </p:cNvSpPr>
          <p:nvPr>
            <p:ph idx="1"/>
          </p:nvPr>
        </p:nvSpPr>
        <p:spPr/>
        <p:txBody>
          <a:bodyPr rtlCol="0">
            <a:normAutofit/>
          </a:bodyPr>
          <a:lstStyle/>
          <a:p>
            <a:pPr marL="377979" indent="-377979" defTabSz="503972" eaLnBrk="1" fontAlgn="auto" hangingPunct="1">
              <a:spcBef>
                <a:spcPct val="40000"/>
              </a:spcBef>
              <a:spcAft>
                <a:spcPts val="0"/>
              </a:spcAft>
              <a:buFont typeface="Wingdings 3" charset="2"/>
              <a:buChar char=""/>
              <a:defRPr/>
            </a:pPr>
            <a:r>
              <a:rPr lang="zh-CN" altLang="en-US" sz="3086" noProof="1">
                <a:solidFill>
                  <a:schemeClr val="tx1">
                    <a:lumMod val="75000"/>
                    <a:lumOff val="25000"/>
                  </a:schemeClr>
                </a:solidFill>
              </a:rPr>
              <a:t>过程返回时，应执行下列指令:</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TOP:=SP-1  </a:t>
            </a:r>
            <a:r>
              <a:rPr lang="en-US" altLang="zh-CN" sz="3086" noProof="1">
                <a:solidFill>
                  <a:srgbClr val="008E40"/>
                </a:solidFill>
              </a:rPr>
              <a:t>(</a:t>
            </a:r>
            <a:r>
              <a:rPr lang="zh-CN" altLang="en-US" sz="3086" noProof="1">
                <a:solidFill>
                  <a:srgbClr val="008E40"/>
                </a:solidFill>
              </a:rPr>
              <a:t>恢复调用前</a:t>
            </a:r>
            <a:r>
              <a:rPr lang="en-US" altLang="zh-CN" sz="3086" noProof="1">
                <a:solidFill>
                  <a:srgbClr val="008E40"/>
                </a:solidFill>
              </a:rPr>
              <a:t>TOP)</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SP:=0[SP]  </a:t>
            </a:r>
            <a:r>
              <a:rPr lang="en-US" altLang="zh-CN" sz="3086" noProof="1">
                <a:solidFill>
                  <a:srgbClr val="008E40"/>
                </a:solidFill>
              </a:rPr>
              <a:t>	(</a:t>
            </a:r>
            <a:r>
              <a:rPr lang="zh-CN" altLang="en-US" sz="3086" noProof="1">
                <a:solidFill>
                  <a:srgbClr val="008E40"/>
                </a:solidFill>
              </a:rPr>
              <a:t>恢复调用前</a:t>
            </a:r>
            <a:r>
              <a:rPr lang="en-US" altLang="zh-CN" sz="3086" noProof="1">
                <a:solidFill>
                  <a:srgbClr val="008E40"/>
                </a:solidFill>
              </a:rPr>
              <a:t>SP)</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X:=2[TOP]  </a:t>
            </a:r>
            <a:r>
              <a:rPr lang="en-US" altLang="zh-CN" sz="3086" noProof="1">
                <a:solidFill>
                  <a:srgbClr val="008E40"/>
                </a:solidFill>
              </a:rPr>
              <a:t>	(</a:t>
            </a:r>
            <a:r>
              <a:rPr lang="zh-CN" altLang="en-US" sz="3086" noProof="1">
                <a:solidFill>
                  <a:srgbClr val="008E40"/>
                </a:solidFill>
              </a:rPr>
              <a:t>把返回地址</a:t>
            </a:r>
            <a:r>
              <a:rPr lang="zh-CN" altLang="en-US" sz="3086" dirty="0">
                <a:solidFill>
                  <a:srgbClr val="008E40"/>
                </a:solidFill>
              </a:rPr>
              <a:t>取到</a:t>
            </a:r>
            <a:r>
              <a:rPr lang="en-US" altLang="zh-CN" sz="3086" noProof="1">
                <a:solidFill>
                  <a:srgbClr val="008E40"/>
                </a:solidFill>
              </a:rPr>
              <a:t>X</a:t>
            </a:r>
            <a:r>
              <a:rPr lang="zh-CN" altLang="en-US" sz="3086" noProof="1">
                <a:solidFill>
                  <a:srgbClr val="008E40"/>
                </a:solidFill>
              </a:rPr>
              <a:t>中)</a:t>
            </a:r>
          </a:p>
          <a:p>
            <a:pPr marL="377979" indent="-377979" defTabSz="503972" eaLnBrk="1" fontAlgn="auto" hangingPunct="1">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UJ 0[X]   	</a:t>
            </a:r>
            <a:r>
              <a:rPr lang="en-US" altLang="zh-CN" sz="3086" noProof="1">
                <a:solidFill>
                  <a:srgbClr val="008E40"/>
                </a:solidFill>
              </a:rPr>
              <a:t>(</a:t>
            </a:r>
            <a:r>
              <a:rPr lang="zh-CN" altLang="en-US" sz="3086" noProof="1">
                <a:solidFill>
                  <a:srgbClr val="008E40"/>
                </a:solidFill>
              </a:rPr>
              <a:t>按</a:t>
            </a:r>
            <a:r>
              <a:rPr lang="en-US" altLang="zh-CN" sz="3086" noProof="1">
                <a:solidFill>
                  <a:srgbClr val="008E40"/>
                </a:solidFill>
              </a:rPr>
              <a:t>X</a:t>
            </a:r>
            <a:r>
              <a:rPr lang="zh-CN" altLang="en-US" sz="3086" noProof="1">
                <a:solidFill>
                  <a:srgbClr val="008E40"/>
                </a:solidFill>
              </a:rPr>
              <a:t>返回)</a:t>
            </a:r>
          </a:p>
          <a:p>
            <a:pPr marL="377979" indent="-377979" defTabSz="503972" eaLnBrk="1" fontAlgn="auto" hangingPunct="1">
              <a:spcBef>
                <a:spcPts val="1102"/>
              </a:spcBef>
              <a:spcAft>
                <a:spcPts val="0"/>
              </a:spcAft>
              <a:buFont typeface="Wingdings" panose="05000000000000000000" pitchFamily="2" charset="2"/>
              <a:buNone/>
              <a:defRPr/>
            </a:pPr>
            <a:endParaRPr lang="zh-CN" altLang="en-US" sz="3086" dirty="0">
              <a:solidFill>
                <a:schemeClr val="tx1">
                  <a:lumMod val="75000"/>
                  <a:lumOff val="25000"/>
                </a:schemeClr>
              </a:solidFill>
            </a:endParaRPr>
          </a:p>
        </p:txBody>
      </p:sp>
      <p:grpSp>
        <p:nvGrpSpPr>
          <p:cNvPr id="4" name="Group 3"/>
          <p:cNvGrpSpPr>
            <a:grpSpLocks/>
          </p:cNvGrpSpPr>
          <p:nvPr/>
        </p:nvGrpSpPr>
        <p:grpSpPr bwMode="auto">
          <a:xfrm>
            <a:off x="7893050" y="2584450"/>
            <a:ext cx="2071688" cy="3608388"/>
            <a:chOff x="-1776" y="1200"/>
            <a:chExt cx="1378" cy="2400"/>
          </a:xfrm>
        </p:grpSpPr>
        <p:sp>
          <p:nvSpPr>
            <p:cNvPr id="5" name="Rectangle 4"/>
            <p:cNvSpPr>
              <a:spLocks noChangeArrowheads="1"/>
            </p:cNvSpPr>
            <p:nvPr/>
          </p:nvSpPr>
          <p:spPr bwMode="auto">
            <a:xfrm>
              <a:off x="-1776" y="1200"/>
              <a:ext cx="1378" cy="2400"/>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6" name="Rectangle 5"/>
            <p:cNvSpPr>
              <a:spLocks noChangeArrowheads="1"/>
            </p:cNvSpPr>
            <p:nvPr/>
          </p:nvSpPr>
          <p:spPr bwMode="auto">
            <a:xfrm>
              <a:off x="-1776" y="2571"/>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参数个数</a:t>
              </a:r>
            </a:p>
          </p:txBody>
        </p:sp>
        <p:sp>
          <p:nvSpPr>
            <p:cNvPr id="7" name="Rectangle 6"/>
            <p:cNvSpPr>
              <a:spLocks noChangeArrowheads="1"/>
            </p:cNvSpPr>
            <p:nvPr/>
          </p:nvSpPr>
          <p:spPr bwMode="auto">
            <a:xfrm>
              <a:off x="-1776" y="2914"/>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返回地址</a:t>
              </a:r>
            </a:p>
          </p:txBody>
        </p:sp>
        <p:sp>
          <p:nvSpPr>
            <p:cNvPr id="8" name="Rectangle 7"/>
            <p:cNvSpPr>
              <a:spLocks noChangeArrowheads="1"/>
            </p:cNvSpPr>
            <p:nvPr/>
          </p:nvSpPr>
          <p:spPr bwMode="auto">
            <a:xfrm>
              <a:off x="-1776" y="2229"/>
              <a:ext cx="1378" cy="341"/>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形式单元</a:t>
              </a:r>
              <a:endParaRPr kumimoji="1" lang="zh-CN" altLang="zh-CN" sz="2646">
                <a:solidFill>
                  <a:srgbClr val="6600CC"/>
                </a:solidFill>
                <a:latin typeface="微软雅黑" panose="020B0503020204020204" pitchFamily="34" charset="-122"/>
                <a:cs typeface="+mn-cs"/>
              </a:endParaRPr>
            </a:p>
          </p:txBody>
        </p:sp>
        <p:sp>
          <p:nvSpPr>
            <p:cNvPr id="9" name="Rectangle 8"/>
            <p:cNvSpPr>
              <a:spLocks noChangeArrowheads="1"/>
            </p:cNvSpPr>
            <p:nvPr/>
          </p:nvSpPr>
          <p:spPr bwMode="auto">
            <a:xfrm>
              <a:off x="-1776" y="1543"/>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内情向量</a:t>
              </a:r>
            </a:p>
          </p:txBody>
        </p:sp>
        <p:sp>
          <p:nvSpPr>
            <p:cNvPr id="10" name="Rectangle 9"/>
            <p:cNvSpPr>
              <a:spLocks noChangeArrowheads="1"/>
            </p:cNvSpPr>
            <p:nvPr/>
          </p:nvSpPr>
          <p:spPr bwMode="auto">
            <a:xfrm>
              <a:off x="-1776" y="1886"/>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局部变量</a:t>
              </a:r>
            </a:p>
          </p:txBody>
        </p:sp>
        <p:sp>
          <p:nvSpPr>
            <p:cNvPr id="11" name="Rectangle 10"/>
            <p:cNvSpPr>
              <a:spLocks noChangeArrowheads="1"/>
            </p:cNvSpPr>
            <p:nvPr/>
          </p:nvSpPr>
          <p:spPr bwMode="auto">
            <a:xfrm>
              <a:off x="-1776" y="3257"/>
              <a:ext cx="1378"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老</a:t>
              </a:r>
              <a:r>
                <a:rPr kumimoji="1" lang="en-US" altLang="en-US" sz="2646">
                  <a:solidFill>
                    <a:srgbClr val="6600CC"/>
                  </a:solidFill>
                  <a:latin typeface="微软雅黑" panose="020B0503020204020204" pitchFamily="34" charset="-122"/>
                  <a:cs typeface="+mn-cs"/>
                </a:rPr>
                <a:t>SP</a:t>
              </a:r>
              <a:endParaRPr kumimoji="1" lang="en-US" altLang="zh-CN" sz="2646">
                <a:solidFill>
                  <a:srgbClr val="6600CC"/>
                </a:solidFill>
                <a:latin typeface="微软雅黑" panose="020B0503020204020204" pitchFamily="34" charset="-122"/>
                <a:cs typeface="+mn-cs"/>
              </a:endParaRPr>
            </a:p>
          </p:txBody>
        </p:sp>
        <p:sp>
          <p:nvSpPr>
            <p:cNvPr id="12" name="Rectangle 11"/>
            <p:cNvSpPr>
              <a:spLocks noChangeArrowheads="1"/>
            </p:cNvSpPr>
            <p:nvPr/>
          </p:nvSpPr>
          <p:spPr bwMode="auto">
            <a:xfrm>
              <a:off x="-1776" y="1200"/>
              <a:ext cx="1378"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临时单元</a:t>
              </a:r>
            </a:p>
          </p:txBody>
        </p:sp>
      </p:grpSp>
      <p:grpSp>
        <p:nvGrpSpPr>
          <p:cNvPr id="513029" name="Group 12"/>
          <p:cNvGrpSpPr>
            <a:grpSpLocks/>
          </p:cNvGrpSpPr>
          <p:nvPr/>
        </p:nvGrpSpPr>
        <p:grpSpPr bwMode="auto">
          <a:xfrm>
            <a:off x="7202488" y="6192838"/>
            <a:ext cx="2762250" cy="1017587"/>
            <a:chOff x="3923" y="4020"/>
            <a:chExt cx="1837" cy="300"/>
          </a:xfrm>
        </p:grpSpPr>
        <p:sp>
          <p:nvSpPr>
            <p:cNvPr id="14" name="Rectangle 13"/>
            <p:cNvSpPr>
              <a:spLocks noChangeArrowheads="1"/>
            </p:cNvSpPr>
            <p:nvPr/>
          </p:nvSpPr>
          <p:spPr bwMode="auto">
            <a:xfrm>
              <a:off x="3923" y="4020"/>
              <a:ext cx="44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endParaRPr kumimoji="1" lang="en-US" altLang="zh-CN" sz="2646">
                <a:solidFill>
                  <a:prstClr val="black"/>
                </a:solidFill>
                <a:latin typeface="微软雅黑" panose="020B0503020204020204" pitchFamily="34" charset="-122"/>
                <a:cs typeface="+mn-cs"/>
                <a:sym typeface="Symbol" panose="05050102010706020507" pitchFamily="18" charset="2"/>
              </a:endParaRPr>
            </a:p>
          </p:txBody>
        </p:sp>
        <p:sp>
          <p:nvSpPr>
            <p:cNvPr id="15" name="Rectangle 14"/>
            <p:cNvSpPr>
              <a:spLocks noChangeArrowheads="1"/>
            </p:cNvSpPr>
            <p:nvPr/>
          </p:nvSpPr>
          <p:spPr bwMode="auto">
            <a:xfrm>
              <a:off x="4377" y="4020"/>
              <a:ext cx="1383" cy="300"/>
            </a:xfrm>
            <a:prstGeom prst="rect">
              <a:avLst/>
            </a:prstGeom>
            <a:solidFill>
              <a:schemeClr val="accent1"/>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调用过程的活动记录</a:t>
              </a:r>
              <a:endParaRPr kumimoji="1" lang="en-GB" altLang="zh-CN" sz="2646" dirty="0">
                <a:solidFill>
                  <a:prstClr val="white"/>
                </a:solidFill>
                <a:latin typeface="微软雅黑" panose="020B0503020204020204" pitchFamily="34" charset="-122"/>
                <a:cs typeface="+mn-cs"/>
              </a:endParaRPr>
            </a:p>
          </p:txBody>
        </p:sp>
      </p:grpSp>
      <p:sp>
        <p:nvSpPr>
          <p:cNvPr id="16" name="Rectangle 20"/>
          <p:cNvSpPr>
            <a:spLocks noChangeArrowheads="1"/>
          </p:cNvSpPr>
          <p:nvPr/>
        </p:nvSpPr>
        <p:spPr bwMode="auto">
          <a:xfrm>
            <a:off x="6548438" y="2527300"/>
            <a:ext cx="1433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zh-CN" altLang="en-US" sz="2646" dirty="0">
              <a:solidFill>
                <a:prstClr val="black"/>
              </a:solidFill>
              <a:latin typeface="微软雅黑" panose="020B0503020204020204" pitchFamily="34" charset="-122"/>
              <a:cs typeface="+mn-cs"/>
              <a:sym typeface="Symbol" panose="05050102010706020507" pitchFamily="18" charset="2"/>
            </a:endParaRPr>
          </a:p>
        </p:txBody>
      </p:sp>
      <p:sp>
        <p:nvSpPr>
          <p:cNvPr id="17" name="Rectangle 21"/>
          <p:cNvSpPr>
            <a:spLocks noChangeArrowheads="1"/>
          </p:cNvSpPr>
          <p:nvPr/>
        </p:nvSpPr>
        <p:spPr bwMode="auto">
          <a:xfrm>
            <a:off x="6708775" y="5629275"/>
            <a:ext cx="143351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18" name="Rectangle 24"/>
          <p:cNvSpPr>
            <a:spLocks noChangeArrowheads="1"/>
          </p:cNvSpPr>
          <p:nvPr/>
        </p:nvSpPr>
        <p:spPr bwMode="auto">
          <a:xfrm>
            <a:off x="6724650" y="6802438"/>
            <a:ext cx="1431925"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19" name="Rectangle 25"/>
          <p:cNvSpPr>
            <a:spLocks noChangeArrowheads="1"/>
          </p:cNvSpPr>
          <p:nvPr/>
        </p:nvSpPr>
        <p:spPr bwMode="auto">
          <a:xfrm>
            <a:off x="6521450" y="6056313"/>
            <a:ext cx="14319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zh-CN" altLang="en-US" sz="2646">
              <a:solidFill>
                <a:prstClr val="black"/>
              </a:solidFill>
              <a:latin typeface="微软雅黑" panose="020B0503020204020204" pitchFamily="34" charset="-122"/>
              <a:cs typeface="+mn-cs"/>
              <a:sym typeface="Symbol" panose="05050102010706020507" pitchFamily="18" charset="2"/>
            </a:endParaRPr>
          </a:p>
        </p:txBody>
      </p:sp>
      <p:sp>
        <p:nvSpPr>
          <p:cNvPr id="20" name="灯片编号占位符 19">
            <a:extLst>
              <a:ext uri="{FF2B5EF4-FFF2-40B4-BE49-F238E27FC236}">
                <a16:creationId xmlns:a16="http://schemas.microsoft.com/office/drawing/2014/main" id="{411F4266-3867-4901-EB58-21F62FF714BE}"/>
              </a:ext>
            </a:extLst>
          </p:cNvPr>
          <p:cNvSpPr>
            <a:spLocks noGrp="1"/>
          </p:cNvSpPr>
          <p:nvPr>
            <p:ph type="sldNum" sz="quarter" idx="12"/>
          </p:nvPr>
        </p:nvSpPr>
        <p:spPr/>
        <p:txBody>
          <a:bodyPr/>
          <a:lstStyle/>
          <a:p>
            <a:pPr>
              <a:defRPr/>
            </a:pPr>
            <a:fld id="{648864A3-7802-4631-BE0D-FF357BC6A1A9}" type="slidenum">
              <a:rPr lang="en-US" smtClean="0"/>
              <a:pPr>
                <a:defRPr/>
              </a:pPr>
              <a:t>36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1" fill="hold" grpId="0" nodeType="clickEffect">
                                  <p:stCondLst>
                                    <p:cond delay="0"/>
                                  </p:stCondLst>
                                  <p:childTnLst>
                                    <p:animEffect transition="out" filter="wipe(up)">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500"/>
                                        <p:tgtEl>
                                          <p:spTgt spid="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xit" presetSubtype="1" fill="hold" grpId="0" nodeType="clickEffect">
                                  <p:stCondLst>
                                    <p:cond delay="0"/>
                                  </p:stCondLst>
                                  <p:childTnLst>
                                    <p:animEffect transition="out" filter="wipe(up)">
                                      <p:cBhvr>
                                        <p:cTn id="31" dur="500"/>
                                        <p:tgtEl>
                                          <p:spTgt spid="17"/>
                                        </p:tgtEl>
                                      </p:cBhvr>
                                    </p:animEffect>
                                    <p:set>
                                      <p:cBhvr>
                                        <p:cTn id="32" dur="1" fill="hold">
                                          <p:stCondLst>
                                            <p:cond delay="499"/>
                                          </p:stCondLst>
                                        </p:cTn>
                                        <p:tgtEl>
                                          <p:spTgt spid="17"/>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wipe(left)">
                                      <p:cBhvr>
                                        <p:cTn id="42" dur="500"/>
                                        <p:tgtEl>
                                          <p:spTgt spid="3">
                                            <p:txEl>
                                              <p:pRg st="3" end="3"/>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wipe(left)">
                                      <p:cBhvr>
                                        <p:cTn id="47" dur="500"/>
                                        <p:tgtEl>
                                          <p:spTgt spid="3">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xit" presetSubtype="1" fill="hold" nodeType="clickEffect">
                                  <p:stCondLst>
                                    <p:cond delay="0"/>
                                  </p:stCondLst>
                                  <p:childTnLst>
                                    <p:animEffect transition="out" filter="wipe(up)">
                                      <p:cBhvr>
                                        <p:cTn id="51" dur="500"/>
                                        <p:tgtEl>
                                          <p:spTgt spid="4"/>
                                        </p:tgtEl>
                                      </p:cBhvr>
                                    </p:animEffect>
                                    <p:set>
                                      <p:cBhvr>
                                        <p:cTn id="52" dur="1" fill="hold">
                                          <p:stCondLst>
                                            <p:cond delay="499"/>
                                          </p:stCondLst>
                                        </p:cTn>
                                        <p:tgtEl>
                                          <p:spTgt spid="4"/>
                                        </p:tgtEl>
                                        <p:attrNameLst>
                                          <p:attrName>style.visibility</p:attrName>
                                        </p:attrNameLst>
                                      </p:cBhvr>
                                      <p:to>
                                        <p:strVal val="hidden"/>
                                      </p:to>
                                    </p:set>
                                  </p:childTnLst>
                                </p:cTn>
                              </p:par>
                              <p:par>
                                <p:cTn id="53" presetID="22" presetClass="exit" presetSubtype="1" fill="hold" grpId="1" nodeType="withEffect">
                                  <p:stCondLst>
                                    <p:cond delay="0"/>
                                  </p:stCondLst>
                                  <p:childTnLst>
                                    <p:animEffect transition="out" filter="wipe(up)">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par>
                                <p:cTn id="56" presetID="22" presetClass="exit" presetSubtype="1" fill="hold" grpId="1" nodeType="withEffect">
                                  <p:stCondLst>
                                    <p:cond delay="0"/>
                                  </p:stCondLst>
                                  <p:childTnLst>
                                    <p:animEffect transition="out" filter="wipe(up)">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P spid="16" grpId="1"/>
      <p:bldP spid="17" grpId="0"/>
      <p:bldP spid="17" grpId="1"/>
      <p:bldP spid="18" grpId="0"/>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45039" y="494618"/>
            <a:ext cx="8694738" cy="1460500"/>
          </a:xfrm>
        </p:spPr>
        <p:txBody>
          <a:bodyPr rtlCol="0">
            <a:normAutofit/>
          </a:bodyPr>
          <a:lstStyle/>
          <a:p>
            <a:pPr defTabSz="503972" eaLnBrk="1" fontAlgn="auto" hangingPunct="1">
              <a:spcAft>
                <a:spcPts val="0"/>
              </a:spcAft>
              <a:defRPr/>
            </a:pPr>
            <a:r>
              <a:rPr lang="zh-CN" altLang="en-US" dirty="0"/>
              <a:t>嵌套过程语言</a:t>
            </a:r>
            <a:r>
              <a:rPr lang="en-US" altLang="zh-CN" dirty="0"/>
              <a:t>(Pascal)</a:t>
            </a:r>
            <a:r>
              <a:rPr lang="zh-CN" altLang="en-US" dirty="0"/>
              <a:t>的动态存储管理</a:t>
            </a:r>
            <a:br>
              <a:rPr lang="zh-CN" altLang="en-US" dirty="0"/>
            </a:br>
            <a:r>
              <a:rPr lang="zh-CN" altLang="en-US" dirty="0"/>
              <a:t>（嵌套过程语言的栈式实现）</a:t>
            </a:r>
          </a:p>
        </p:txBody>
      </p:sp>
      <p:pic>
        <p:nvPicPr>
          <p:cNvPr id="3" name="图片 2"/>
          <p:cNvPicPr>
            <a:picLocks noChangeAspect="1"/>
          </p:cNvPicPr>
          <p:nvPr/>
        </p:nvPicPr>
        <p:blipFill>
          <a:blip r:embed="rId3"/>
          <a:stretch>
            <a:fillRect/>
          </a:stretch>
        </p:blipFill>
        <p:spPr>
          <a:xfrm>
            <a:off x="4488635" y="2310765"/>
            <a:ext cx="5591990" cy="4876001"/>
          </a:xfrm>
          <a:prstGeom prst="rect">
            <a:avLst/>
          </a:prstGeom>
        </p:spPr>
      </p:pic>
      <p:sp>
        <p:nvSpPr>
          <p:cNvPr id="4" name="文本框 3"/>
          <p:cNvSpPr txBox="1"/>
          <p:nvPr/>
        </p:nvSpPr>
        <p:spPr>
          <a:xfrm>
            <a:off x="0" y="2310765"/>
            <a:ext cx="4680288" cy="4708981"/>
          </a:xfrm>
          <a:prstGeom prst="rect">
            <a:avLst/>
          </a:prstGeom>
          <a:noFill/>
        </p:spPr>
        <p:txBody>
          <a:bodyPr wrap="square" rtlCol="0">
            <a:spAutoFit/>
          </a:bodyPr>
          <a:lstStyle/>
          <a:p>
            <a:r>
              <a:rPr lang="zh-CN" altLang="en-US" sz="3000" b="1" dirty="0">
                <a:solidFill>
                  <a:schemeClr val="accent1"/>
                </a:solidFill>
                <a:latin typeface="微软雅黑" panose="020B0503020204020204" pitchFamily="34" charset="-122"/>
                <a:ea typeface="微软雅黑" panose="020B0503020204020204" pitchFamily="34" charset="-122"/>
                <a:cs typeface="+mj-cs"/>
              </a:rPr>
              <a:t>过程头：</a:t>
            </a:r>
            <a:endParaRPr lang="en-US" altLang="zh-CN" sz="3000" b="1" dirty="0">
              <a:solidFill>
                <a:schemeClr val="accent1"/>
              </a:solidFill>
              <a:latin typeface="微软雅黑" panose="020B0503020204020204" pitchFamily="34" charset="-122"/>
              <a:ea typeface="微软雅黑" panose="020B0503020204020204" pitchFamily="34" charset="-122"/>
              <a:cs typeface="+mj-cs"/>
            </a:endParaRPr>
          </a:p>
          <a:p>
            <a:r>
              <a:rPr lang="en-US" altLang="zh-CN" sz="3000" b="1" dirty="0">
                <a:solidFill>
                  <a:schemeClr val="accent1"/>
                </a:solidFill>
                <a:latin typeface="微软雅黑" panose="020B0503020204020204" pitchFamily="34" charset="-122"/>
                <a:ea typeface="微软雅黑" panose="020B0503020204020204" pitchFamily="34" charset="-122"/>
                <a:cs typeface="+mj-cs"/>
              </a:rPr>
              <a:t>	</a:t>
            </a:r>
            <a:r>
              <a:rPr lang="zh-CN" altLang="en-US" sz="3000" b="1" dirty="0">
                <a:solidFill>
                  <a:schemeClr val="accent1"/>
                </a:solidFill>
                <a:latin typeface="微软雅黑" panose="020B0503020204020204" pitchFamily="34" charset="-122"/>
                <a:ea typeface="微软雅黑" panose="020B0503020204020204" pitchFamily="34" charset="-122"/>
                <a:cs typeface="+mj-cs"/>
              </a:rPr>
              <a:t>说明段</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r>
              <a:rPr lang="zh-CN" altLang="en-US" sz="3000" b="1" dirty="0">
                <a:solidFill>
                  <a:schemeClr val="accent1"/>
                </a:solidFill>
                <a:latin typeface="微软雅黑" panose="020B0503020204020204" pitchFamily="34" charset="-122"/>
                <a:ea typeface="微软雅黑" panose="020B0503020204020204" pitchFamily="34" charset="-122"/>
                <a:cs typeface="+mj-cs"/>
              </a:rPr>
              <a:t>由说明语句构</a:t>
            </a:r>
            <a:r>
              <a:rPr lang="en-US" altLang="zh-CN" sz="3000" b="1" dirty="0">
                <a:solidFill>
                  <a:schemeClr val="accent1"/>
                </a:solidFill>
                <a:latin typeface="微软雅黑" panose="020B0503020204020204" pitchFamily="34" charset="-122"/>
                <a:ea typeface="微软雅黑" panose="020B0503020204020204" pitchFamily="34" charset="-122"/>
                <a:cs typeface="+mj-cs"/>
              </a:rPr>
              <a:t>	</a:t>
            </a:r>
            <a:r>
              <a:rPr lang="zh-CN" altLang="en-US" sz="3000" b="1" dirty="0">
                <a:solidFill>
                  <a:schemeClr val="accent1"/>
                </a:solidFill>
                <a:latin typeface="微软雅黑" panose="020B0503020204020204" pitchFamily="34" charset="-122"/>
                <a:ea typeface="微软雅黑" panose="020B0503020204020204" pitchFamily="34" charset="-122"/>
                <a:cs typeface="+mj-cs"/>
              </a:rPr>
              <a:t>成，可再定义函数或过</a:t>
            </a:r>
            <a:r>
              <a:rPr lang="en-US" altLang="zh-CN" sz="3000" b="1" dirty="0">
                <a:solidFill>
                  <a:schemeClr val="accent1"/>
                </a:solidFill>
                <a:latin typeface="微软雅黑" panose="020B0503020204020204" pitchFamily="34" charset="-122"/>
                <a:ea typeface="微软雅黑" panose="020B0503020204020204" pitchFamily="34" charset="-122"/>
                <a:cs typeface="+mj-cs"/>
              </a:rPr>
              <a:t>	</a:t>
            </a:r>
            <a:r>
              <a:rPr lang="zh-CN" altLang="en-US" sz="3000" b="1" dirty="0">
                <a:solidFill>
                  <a:schemeClr val="accent1"/>
                </a:solidFill>
                <a:latin typeface="微软雅黑" panose="020B0503020204020204" pitchFamily="34" charset="-122"/>
                <a:ea typeface="微软雅黑" panose="020B0503020204020204" pitchFamily="34" charset="-122"/>
                <a:cs typeface="+mj-cs"/>
              </a:rPr>
              <a:t>程</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p>
          <a:p>
            <a:r>
              <a:rPr lang="en-US" altLang="zh-CN" sz="3000" b="1" dirty="0">
                <a:solidFill>
                  <a:schemeClr val="accent1"/>
                </a:solidFill>
                <a:latin typeface="微软雅黑" panose="020B0503020204020204" pitchFamily="34" charset="-122"/>
                <a:ea typeface="微软雅黑" panose="020B0503020204020204" pitchFamily="34" charset="-122"/>
                <a:cs typeface="+mj-cs"/>
              </a:rPr>
              <a:t>begin</a:t>
            </a:r>
          </a:p>
          <a:p>
            <a:r>
              <a:rPr lang="en-US" altLang="zh-CN" sz="3000" b="1" dirty="0">
                <a:solidFill>
                  <a:schemeClr val="accent1"/>
                </a:solidFill>
                <a:latin typeface="微软雅黑" panose="020B0503020204020204" pitchFamily="34" charset="-122"/>
                <a:ea typeface="微软雅黑" panose="020B0503020204020204" pitchFamily="34" charset="-122"/>
                <a:cs typeface="+mj-cs"/>
              </a:rPr>
              <a:t>	</a:t>
            </a:r>
            <a:r>
              <a:rPr lang="zh-CN" altLang="en-US" sz="3000" b="1" dirty="0">
                <a:solidFill>
                  <a:schemeClr val="accent1"/>
                </a:solidFill>
                <a:latin typeface="微软雅黑" panose="020B0503020204020204" pitchFamily="34" charset="-122"/>
                <a:ea typeface="微软雅黑" panose="020B0503020204020204" pitchFamily="34" charset="-122"/>
                <a:cs typeface="+mj-cs"/>
              </a:rPr>
              <a:t>执行体</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r>
              <a:rPr lang="zh-CN" altLang="en-US" sz="3000" b="1" dirty="0">
                <a:solidFill>
                  <a:schemeClr val="accent1"/>
                </a:solidFill>
                <a:latin typeface="微软雅黑" panose="020B0503020204020204" pitchFamily="34" charset="-122"/>
                <a:ea typeface="微软雅黑" panose="020B0503020204020204" pitchFamily="34" charset="-122"/>
                <a:cs typeface="+mj-cs"/>
              </a:rPr>
              <a:t>由执行语句构成</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p>
          <a:p>
            <a:r>
              <a:rPr lang="en-US" altLang="zh-CN" sz="3000" b="1" dirty="0">
                <a:solidFill>
                  <a:schemeClr val="accent1"/>
                </a:solidFill>
                <a:latin typeface="微软雅黑" panose="020B0503020204020204" pitchFamily="34" charset="-122"/>
                <a:ea typeface="微软雅黑" panose="020B0503020204020204" pitchFamily="34" charset="-122"/>
                <a:cs typeface="+mj-cs"/>
              </a:rPr>
              <a:t>end</a:t>
            </a:r>
          </a:p>
          <a:p>
            <a:endParaRPr lang="en-US" altLang="zh-CN" sz="3000" b="1" dirty="0">
              <a:solidFill>
                <a:schemeClr val="accent1"/>
              </a:solidFill>
              <a:latin typeface="微软雅黑" panose="020B0503020204020204" pitchFamily="34" charset="-122"/>
              <a:ea typeface="微软雅黑" panose="020B0503020204020204" pitchFamily="34" charset="-122"/>
              <a:cs typeface="+mj-cs"/>
            </a:endParaRPr>
          </a:p>
          <a:p>
            <a:r>
              <a:rPr lang="zh-CN" altLang="en-US" sz="3000" b="1" dirty="0">
                <a:solidFill>
                  <a:srgbClr val="C00000"/>
                </a:solidFill>
                <a:latin typeface="微软雅黑" panose="020B0503020204020204" pitchFamily="34" charset="-122"/>
                <a:ea typeface="微软雅黑" panose="020B0503020204020204" pitchFamily="34" charset="-122"/>
                <a:cs typeface="+mj-cs"/>
              </a:rPr>
              <a:t>作用域：</a:t>
            </a:r>
            <a:r>
              <a:rPr lang="zh-CN" altLang="en-US" sz="3000" b="1" dirty="0">
                <a:solidFill>
                  <a:schemeClr val="accent1"/>
                </a:solidFill>
                <a:latin typeface="微软雅黑" panose="020B0503020204020204" pitchFamily="34" charset="-122"/>
                <a:ea typeface="微软雅黑" panose="020B0503020204020204" pitchFamily="34" charset="-122"/>
                <a:cs typeface="+mj-cs"/>
              </a:rPr>
              <a:t>一个名字</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r>
              <a:rPr lang="zh-CN" altLang="en-US" sz="3000" b="1" dirty="0">
                <a:solidFill>
                  <a:schemeClr val="accent1"/>
                </a:solidFill>
                <a:latin typeface="微软雅黑" panose="020B0503020204020204" pitchFamily="34" charset="-122"/>
                <a:ea typeface="微软雅黑" panose="020B0503020204020204" pitchFamily="34" charset="-122"/>
                <a:cs typeface="+mj-cs"/>
              </a:rPr>
              <a:t>变量</a:t>
            </a:r>
            <a:r>
              <a:rPr lang="en-US" altLang="zh-CN" sz="3000" b="1" dirty="0">
                <a:solidFill>
                  <a:schemeClr val="accent1"/>
                </a:solidFill>
                <a:latin typeface="微软雅黑" panose="020B0503020204020204" pitchFamily="34" charset="-122"/>
                <a:ea typeface="微软雅黑" panose="020B0503020204020204" pitchFamily="34" charset="-122"/>
                <a:cs typeface="+mj-cs"/>
              </a:rPr>
              <a:t>)</a:t>
            </a:r>
            <a:r>
              <a:rPr lang="zh-CN" altLang="en-US" sz="3000" b="1" dirty="0">
                <a:solidFill>
                  <a:schemeClr val="accent1"/>
                </a:solidFill>
                <a:latin typeface="微软雅黑" panose="020B0503020204020204" pitchFamily="34" charset="-122"/>
                <a:ea typeface="微软雅黑" panose="020B0503020204020204" pitchFamily="34" charset="-122"/>
                <a:cs typeface="+mj-cs"/>
              </a:rPr>
              <a:t>能被使用的范围成为作用域</a:t>
            </a:r>
          </a:p>
        </p:txBody>
      </p:sp>
      <p:sp>
        <p:nvSpPr>
          <p:cNvPr id="6" name="灯片编号占位符 5">
            <a:extLst>
              <a:ext uri="{FF2B5EF4-FFF2-40B4-BE49-F238E27FC236}">
                <a16:creationId xmlns:a16="http://schemas.microsoft.com/office/drawing/2014/main" id="{C4364066-59C8-E683-B19C-1FB5F2647134}"/>
              </a:ext>
            </a:extLst>
          </p:cNvPr>
          <p:cNvSpPr>
            <a:spLocks noGrp="1"/>
          </p:cNvSpPr>
          <p:nvPr>
            <p:ph type="sldNum" sz="quarter" idx="12"/>
          </p:nvPr>
        </p:nvSpPr>
        <p:spPr/>
        <p:txBody>
          <a:bodyPr/>
          <a:lstStyle/>
          <a:p>
            <a:pPr>
              <a:defRPr/>
            </a:pPr>
            <a:fld id="{648864A3-7802-4631-BE0D-FF357BC6A1A9}"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9" name="Rectangle 6"/>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嵌套过程语言</a:t>
            </a:r>
          </a:p>
        </p:txBody>
      </p:sp>
      <p:sp>
        <p:nvSpPr>
          <p:cNvPr id="142340" name="Rectangle 7"/>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rPr>
              <a:t>特点</a:t>
            </a:r>
            <a:endParaRPr lang="en-US" altLang="zh-CN" sz="3086" noProof="1">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rPr>
              <a:t>允许过程递归调用、也可以允许可变数组</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noProof="1">
                <a:solidFill>
                  <a:schemeClr val="tx1">
                    <a:lumMod val="75000"/>
                    <a:lumOff val="25000"/>
                  </a:schemeClr>
                </a:solidFill>
              </a:rPr>
              <a:t>过程定义允许嵌套</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如</a:t>
            </a:r>
            <a:r>
              <a:rPr lang="en-US" altLang="zh-CN" sz="2646" noProof="1">
                <a:solidFill>
                  <a:schemeClr val="tx1">
                    <a:lumMod val="75000"/>
                    <a:lumOff val="25000"/>
                  </a:schemeClr>
                </a:solidFill>
              </a:rPr>
              <a:t>PASCAL</a:t>
            </a:r>
            <a:r>
              <a:rPr lang="zh-CN" altLang="en-US" sz="2646" dirty="0">
                <a:solidFill>
                  <a:schemeClr val="tx1">
                    <a:lumMod val="75000"/>
                    <a:lumOff val="25000"/>
                  </a:schemeClr>
                </a:solidFill>
              </a:rPr>
              <a:t>语言</a:t>
            </a:r>
            <a:endParaRPr lang="en-US" altLang="zh-CN" sz="2646" dirty="0">
              <a:solidFill>
                <a:schemeClr val="tx1">
                  <a:lumMod val="75000"/>
                  <a:lumOff val="25000"/>
                </a:schemeClr>
              </a:solidFill>
            </a:endParaRPr>
          </a:p>
        </p:txBody>
      </p:sp>
      <p:grpSp>
        <p:nvGrpSpPr>
          <p:cNvPr id="15" name="组合 14"/>
          <p:cNvGrpSpPr>
            <a:grpSpLocks/>
          </p:cNvGrpSpPr>
          <p:nvPr/>
        </p:nvGrpSpPr>
        <p:grpSpPr bwMode="auto">
          <a:xfrm>
            <a:off x="6265863" y="3648075"/>
            <a:ext cx="3100387" cy="3667125"/>
            <a:chOff x="4397985" y="3308788"/>
            <a:chExt cx="2812291" cy="3327756"/>
          </a:xfrm>
        </p:grpSpPr>
        <p:sp>
          <p:nvSpPr>
            <p:cNvPr id="16" name="Freeform 5"/>
            <p:cNvSpPr>
              <a:spLocks/>
            </p:cNvSpPr>
            <p:nvPr/>
          </p:nvSpPr>
          <p:spPr bwMode="auto">
            <a:xfrm>
              <a:off x="4562143" y="3500387"/>
              <a:ext cx="1943980" cy="3136157"/>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17" name="Rectangle 8"/>
            <p:cNvSpPr>
              <a:spLocks noChangeArrowheads="1"/>
            </p:cNvSpPr>
            <p:nvPr/>
          </p:nvSpPr>
          <p:spPr bwMode="auto">
            <a:xfrm>
              <a:off x="6376525" y="3308788"/>
              <a:ext cx="833751" cy="31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prstClr val="black"/>
                  </a:solidFill>
                  <a:latin typeface="微软雅黑" panose="020B0503020204020204" pitchFamily="34" charset="-122"/>
                  <a:ea typeface="微软雅黑" panose="020B0503020204020204" pitchFamily="34" charset="-122"/>
                  <a:cs typeface="+mn-cs"/>
                </a:rPr>
                <a:t>B1</a:t>
              </a:r>
            </a:p>
          </p:txBody>
        </p:sp>
        <p:sp>
          <p:nvSpPr>
            <p:cNvPr id="18" name="Rectangle 10"/>
            <p:cNvSpPr>
              <a:spLocks noChangeArrowheads="1"/>
            </p:cNvSpPr>
            <p:nvPr/>
          </p:nvSpPr>
          <p:spPr bwMode="auto">
            <a:xfrm>
              <a:off x="4397985" y="3622836"/>
              <a:ext cx="832312"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srgbClr val="0000D0"/>
                  </a:solidFill>
                  <a:latin typeface="微软雅黑" panose="020B0503020204020204" pitchFamily="34" charset="-122"/>
                  <a:ea typeface="微软雅黑" panose="020B0503020204020204" pitchFamily="34" charset="-122"/>
                  <a:cs typeface="+mn-cs"/>
                </a:rPr>
                <a:t>Y</a:t>
              </a:r>
            </a:p>
          </p:txBody>
        </p:sp>
        <p:sp>
          <p:nvSpPr>
            <p:cNvPr id="19" name="Freeform 17"/>
            <p:cNvSpPr>
              <a:spLocks/>
            </p:cNvSpPr>
            <p:nvPr/>
          </p:nvSpPr>
          <p:spPr bwMode="auto">
            <a:xfrm>
              <a:off x="4943739" y="4490069"/>
              <a:ext cx="1202388" cy="1339746"/>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20" name="Rectangle 18"/>
            <p:cNvSpPr>
              <a:spLocks noChangeArrowheads="1"/>
            </p:cNvSpPr>
            <p:nvPr/>
          </p:nvSpPr>
          <p:spPr bwMode="auto">
            <a:xfrm>
              <a:off x="5960369" y="4330165"/>
              <a:ext cx="833752" cy="31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a:solidFill>
                    <a:prstClr val="black"/>
                  </a:solidFill>
                  <a:latin typeface="微软雅黑" panose="020B0503020204020204" pitchFamily="34" charset="-122"/>
                  <a:ea typeface="微软雅黑" panose="020B0503020204020204" pitchFamily="34" charset="-122"/>
                  <a:cs typeface="+mn-cs"/>
                </a:rPr>
                <a:t>B2</a:t>
              </a:r>
            </a:p>
          </p:txBody>
        </p:sp>
        <p:sp>
          <p:nvSpPr>
            <p:cNvPr id="21" name="Rectangle 19"/>
            <p:cNvSpPr>
              <a:spLocks noChangeArrowheads="1"/>
            </p:cNvSpPr>
            <p:nvPr/>
          </p:nvSpPr>
          <p:spPr bwMode="auto">
            <a:xfrm>
              <a:off x="4778141" y="4634128"/>
              <a:ext cx="830871"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lang="en-US" altLang="zh-CN" sz="2646">
                  <a:solidFill>
                    <a:srgbClr val="CC0000"/>
                  </a:solidFill>
                  <a:ea typeface="微软雅黑" panose="020B0503020204020204" pitchFamily="34" charset="-122"/>
                  <a:cs typeface="+mn-cs"/>
                </a:rPr>
                <a:t>X</a:t>
              </a:r>
            </a:p>
          </p:txBody>
        </p:sp>
        <p:sp>
          <p:nvSpPr>
            <p:cNvPr id="22" name="Rectangle 20"/>
            <p:cNvSpPr>
              <a:spLocks noChangeArrowheads="1"/>
            </p:cNvSpPr>
            <p:nvPr/>
          </p:nvSpPr>
          <p:spPr bwMode="auto">
            <a:xfrm>
              <a:off x="5014299" y="3788504"/>
              <a:ext cx="830871" cy="54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sp>
          <p:nvSpPr>
            <p:cNvPr id="23" name="Rectangle 21"/>
            <p:cNvSpPr>
              <a:spLocks noChangeArrowheads="1"/>
            </p:cNvSpPr>
            <p:nvPr/>
          </p:nvSpPr>
          <p:spPr bwMode="auto">
            <a:xfrm>
              <a:off x="5230297" y="4495832"/>
              <a:ext cx="830871" cy="14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p:txBody>
        </p:sp>
        <p:sp>
          <p:nvSpPr>
            <p:cNvPr id="24" name="Rectangle 23"/>
            <p:cNvSpPr>
              <a:spLocks noChangeArrowheads="1"/>
            </p:cNvSpPr>
            <p:nvPr/>
          </p:nvSpPr>
          <p:spPr bwMode="auto">
            <a:xfrm>
              <a:off x="5014299" y="5983959"/>
              <a:ext cx="830871" cy="52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grpSp>
      <p:sp>
        <p:nvSpPr>
          <p:cNvPr id="25" name="Rectangle 4"/>
          <p:cNvSpPr>
            <a:spLocks noChangeArrowheads="1"/>
          </p:cNvSpPr>
          <p:nvPr/>
        </p:nvSpPr>
        <p:spPr bwMode="auto">
          <a:xfrm>
            <a:off x="1479550" y="6503988"/>
            <a:ext cx="3108325" cy="674687"/>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white"/>
                </a:solidFill>
                <a:latin typeface="微软雅黑" panose="020B0503020204020204" pitchFamily="34" charset="-122"/>
              </a:rPr>
              <a:t>…</a:t>
            </a:r>
            <a:endParaRPr kumimoji="1" lang="zh-CN" altLang="en-US" sz="3086" dirty="0">
              <a:solidFill>
                <a:prstClr val="white"/>
              </a:solidFill>
              <a:latin typeface="微软雅黑" panose="020B0503020204020204" pitchFamily="34" charset="-122"/>
            </a:endParaRPr>
          </a:p>
        </p:txBody>
      </p:sp>
      <p:sp>
        <p:nvSpPr>
          <p:cNvPr id="26" name="Rectangle 8"/>
          <p:cNvSpPr>
            <a:spLocks noChangeArrowheads="1"/>
          </p:cNvSpPr>
          <p:nvPr/>
        </p:nvSpPr>
        <p:spPr bwMode="auto">
          <a:xfrm>
            <a:off x="1479550" y="5778500"/>
            <a:ext cx="3108325" cy="735013"/>
          </a:xfrm>
          <a:prstGeom prst="rect">
            <a:avLst/>
          </a:prstGeom>
          <a:solidFill>
            <a:srgbClr val="0080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white"/>
                </a:solidFill>
                <a:latin typeface="微软雅黑" panose="020B0503020204020204" pitchFamily="34" charset="-122"/>
                <a:cs typeface="+mn-cs"/>
              </a:rPr>
              <a:t>B1</a:t>
            </a:r>
            <a:r>
              <a:rPr kumimoji="1" lang="zh-CN" altLang="zh-CN" sz="3086" dirty="0">
                <a:solidFill>
                  <a:prstClr val="white"/>
                </a:solidFill>
                <a:latin typeface="微软雅黑" panose="020B0503020204020204" pitchFamily="34" charset="-122"/>
                <a:cs typeface="+mn-cs"/>
              </a:rPr>
              <a:t>的活动记录</a:t>
            </a:r>
            <a:endParaRPr kumimoji="1" lang="zh-CN" altLang="en-US" sz="3086" dirty="0">
              <a:solidFill>
                <a:prstClr val="white"/>
              </a:solidFill>
              <a:latin typeface="微软雅黑" panose="020B0503020204020204" pitchFamily="34" charset="-122"/>
              <a:cs typeface="+mn-cs"/>
            </a:endParaRPr>
          </a:p>
        </p:txBody>
      </p:sp>
      <p:sp>
        <p:nvSpPr>
          <p:cNvPr id="27" name="Rectangle 4"/>
          <p:cNvSpPr>
            <a:spLocks noChangeArrowheads="1"/>
          </p:cNvSpPr>
          <p:nvPr/>
        </p:nvSpPr>
        <p:spPr bwMode="auto">
          <a:xfrm>
            <a:off x="1479550" y="5095875"/>
            <a:ext cx="3108325" cy="676275"/>
          </a:xfrm>
          <a:prstGeom prst="rect">
            <a:avLst/>
          </a:prstGeom>
          <a:solidFill>
            <a:srgbClr val="CC6600"/>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white"/>
                </a:solidFill>
                <a:latin typeface="微软雅黑" panose="020B0503020204020204" pitchFamily="34" charset="-122"/>
                <a:cs typeface="+mn-cs"/>
              </a:rPr>
              <a:t>B2</a:t>
            </a:r>
            <a:r>
              <a:rPr kumimoji="1" lang="zh-CN" altLang="zh-CN" sz="3086" dirty="0">
                <a:solidFill>
                  <a:prstClr val="white"/>
                </a:solidFill>
                <a:latin typeface="微软雅黑" panose="020B0503020204020204" pitchFamily="34" charset="-122"/>
                <a:cs typeface="+mn-cs"/>
              </a:rPr>
              <a:t>的活动记录</a:t>
            </a:r>
            <a:endParaRPr kumimoji="1" lang="zh-CN" altLang="en-US" sz="3086" dirty="0">
              <a:solidFill>
                <a:prstClr val="white"/>
              </a:solidFill>
              <a:latin typeface="微软雅黑" panose="020B0503020204020204" pitchFamily="34" charset="-122"/>
              <a:cs typeface="+mn-cs"/>
            </a:endParaRPr>
          </a:p>
        </p:txBody>
      </p:sp>
      <p:sp>
        <p:nvSpPr>
          <p:cNvPr id="28" name="Rectangle 27"/>
          <p:cNvSpPr>
            <a:spLocks noChangeArrowheads="1"/>
          </p:cNvSpPr>
          <p:nvPr/>
        </p:nvSpPr>
        <p:spPr bwMode="auto">
          <a:xfrm>
            <a:off x="436563" y="4854575"/>
            <a:ext cx="8159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black"/>
                </a:solidFill>
                <a:latin typeface="微软雅黑" panose="020B0503020204020204" pitchFamily="34" charset="-122"/>
                <a:cs typeface="+mn-cs"/>
              </a:rPr>
              <a:t>TOP</a:t>
            </a:r>
            <a:r>
              <a:rPr kumimoji="1" lang="en-US" altLang="zh-CN" sz="3086" dirty="0">
                <a:solidFill>
                  <a:prstClr val="black"/>
                </a:solidFill>
                <a:latin typeface="微软雅黑" panose="020B0503020204020204" pitchFamily="34" charset="-122"/>
                <a:cs typeface="+mn-cs"/>
                <a:sym typeface="Symbol" panose="05050102010706020507" pitchFamily="18" charset="2"/>
              </a:rPr>
              <a:t></a:t>
            </a:r>
            <a:endParaRPr kumimoji="1" lang="en-US" altLang="zh-CN" sz="3086" dirty="0">
              <a:solidFill>
                <a:prstClr val="black"/>
              </a:solidFill>
              <a:latin typeface="微软雅黑" panose="020B0503020204020204" pitchFamily="34" charset="-122"/>
              <a:cs typeface="+mn-cs"/>
            </a:endParaRPr>
          </a:p>
        </p:txBody>
      </p:sp>
      <p:sp>
        <p:nvSpPr>
          <p:cNvPr id="29" name="Rectangle 28"/>
          <p:cNvSpPr>
            <a:spLocks noChangeArrowheads="1"/>
          </p:cNvSpPr>
          <p:nvPr/>
        </p:nvSpPr>
        <p:spPr bwMode="auto">
          <a:xfrm>
            <a:off x="520700" y="5356225"/>
            <a:ext cx="8159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3086" dirty="0">
                <a:solidFill>
                  <a:prstClr val="black"/>
                </a:solidFill>
                <a:latin typeface="微软雅黑" panose="020B0503020204020204" pitchFamily="34" charset="-122"/>
                <a:cs typeface="+mn-cs"/>
              </a:rPr>
              <a:t>SP</a:t>
            </a:r>
            <a:r>
              <a:rPr kumimoji="1" lang="en-US" altLang="zh-CN" sz="3086" dirty="0">
                <a:solidFill>
                  <a:prstClr val="black"/>
                </a:solidFill>
                <a:latin typeface="微软雅黑" panose="020B0503020204020204" pitchFamily="34" charset="-122"/>
                <a:cs typeface="+mn-cs"/>
                <a:sym typeface="Symbol" panose="05050102010706020507" pitchFamily="18" charset="2"/>
              </a:rPr>
              <a:t></a:t>
            </a:r>
            <a:endParaRPr kumimoji="1" lang="en-US" altLang="zh-CN" sz="3086" dirty="0">
              <a:solidFill>
                <a:prstClr val="black"/>
              </a:solidFill>
              <a:latin typeface="微软雅黑" panose="020B0503020204020204" pitchFamily="34" charset="-122"/>
              <a:cs typeface="+mn-cs"/>
            </a:endParaRPr>
          </a:p>
        </p:txBody>
      </p:sp>
      <p:sp>
        <p:nvSpPr>
          <p:cNvPr id="30" name="文本框 29"/>
          <p:cNvSpPr txBox="1"/>
          <p:nvPr/>
        </p:nvSpPr>
        <p:spPr>
          <a:xfrm>
            <a:off x="1971675" y="4300538"/>
            <a:ext cx="1982788" cy="635000"/>
          </a:xfrm>
          <a:prstGeom prst="rect">
            <a:avLst/>
          </a:prstGeom>
          <a:noFill/>
        </p:spPr>
        <p:txBody>
          <a:bodyPr wrap="none">
            <a:spAutoFit/>
          </a:bodyPr>
          <a:lstStyle/>
          <a:p>
            <a:pPr marL="0" lvl="1" indent="0" defTabSz="503972" eaLnBrk="1" fontAlgn="auto" hangingPunct="1">
              <a:spcBef>
                <a:spcPts val="0"/>
              </a:spcBef>
              <a:spcAft>
                <a:spcPts val="0"/>
              </a:spcAft>
              <a:defRPr/>
            </a:pPr>
            <a:r>
              <a:rPr lang="en-US" altLang="zh-CN" sz="3526" dirty="0">
                <a:solidFill>
                  <a:srgbClr val="0070C0"/>
                </a:solidFill>
                <a:latin typeface="微软雅黑" panose="020B0503020204020204" pitchFamily="34" charset="-122"/>
                <a:ea typeface="微软雅黑" panose="020B0503020204020204" pitchFamily="34" charset="-122"/>
                <a:cs typeface="+mn-cs"/>
              </a:rPr>
              <a:t>B1</a:t>
            </a:r>
            <a:r>
              <a:rPr lang="en-US" altLang="zh-CN" sz="3526" noProof="1">
                <a:solidFill>
                  <a:srgbClr val="0070C0"/>
                </a:solidFill>
                <a:latin typeface="Arial" panose="020B0604020202020204"/>
                <a:ea typeface="黑体" panose="02010609060101010101" pitchFamily="49" charset="-122"/>
                <a:cs typeface="+mn-cs"/>
              </a:rPr>
              <a:t> → </a:t>
            </a:r>
            <a:r>
              <a:rPr lang="en-US" altLang="zh-CN" sz="3526" dirty="0">
                <a:solidFill>
                  <a:srgbClr val="0070C0"/>
                </a:solidFill>
                <a:latin typeface="微软雅黑" panose="020B0503020204020204" pitchFamily="34" charset="-122"/>
                <a:ea typeface="微软雅黑" panose="020B0503020204020204" pitchFamily="34" charset="-122"/>
                <a:cs typeface="+mn-cs"/>
              </a:rPr>
              <a:t>B2</a:t>
            </a:r>
          </a:p>
        </p:txBody>
      </p:sp>
      <p:sp>
        <p:nvSpPr>
          <p:cNvPr id="3" name="灯片编号占位符 2">
            <a:extLst>
              <a:ext uri="{FF2B5EF4-FFF2-40B4-BE49-F238E27FC236}">
                <a16:creationId xmlns:a16="http://schemas.microsoft.com/office/drawing/2014/main" id="{A88935BD-95E5-1ED0-BA4D-8B0B8A914258}"/>
              </a:ext>
            </a:extLst>
          </p:cNvPr>
          <p:cNvSpPr>
            <a:spLocks noGrp="1"/>
          </p:cNvSpPr>
          <p:nvPr>
            <p:ph type="sldNum" sz="quarter" idx="12"/>
          </p:nvPr>
        </p:nvSpPr>
        <p:spPr/>
        <p:txBody>
          <a:bodyPr/>
          <a:lstStyle/>
          <a:p>
            <a:pPr>
              <a:defRPr/>
            </a:pPr>
            <a:fld id="{648864A3-7802-4631-BE0D-FF357BC6A1A9}" type="slidenum">
              <a:rPr lang="en-US" smtClean="0"/>
              <a:pPr>
                <a:defRPr/>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40">
                                            <p:txEl>
                                              <p:pRg st="0" end="0"/>
                                            </p:txEl>
                                          </p:spTgt>
                                        </p:tgtEl>
                                        <p:attrNameLst>
                                          <p:attrName>style.visibility</p:attrName>
                                        </p:attrNameLst>
                                      </p:cBhvr>
                                      <p:to>
                                        <p:strVal val="visible"/>
                                      </p:to>
                                    </p:set>
                                    <p:animEffect transition="in" filter="wipe(left)">
                                      <p:cBhvr>
                                        <p:cTn id="7" dur="500"/>
                                        <p:tgtEl>
                                          <p:spTgt spid="14234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40">
                                            <p:txEl>
                                              <p:pRg st="1" end="1"/>
                                            </p:txEl>
                                          </p:spTgt>
                                        </p:tgtEl>
                                        <p:attrNameLst>
                                          <p:attrName>style.visibility</p:attrName>
                                        </p:attrNameLst>
                                      </p:cBhvr>
                                      <p:to>
                                        <p:strVal val="visible"/>
                                      </p:to>
                                    </p:set>
                                    <p:animEffect transition="in" filter="wipe(left)">
                                      <p:cBhvr>
                                        <p:cTn id="12" dur="500"/>
                                        <p:tgtEl>
                                          <p:spTgt spid="14234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40">
                                            <p:txEl>
                                              <p:pRg st="2" end="2"/>
                                            </p:txEl>
                                          </p:spTgt>
                                        </p:tgtEl>
                                        <p:attrNameLst>
                                          <p:attrName>style.visibility</p:attrName>
                                        </p:attrNameLst>
                                      </p:cBhvr>
                                      <p:to>
                                        <p:strVal val="visible"/>
                                      </p:to>
                                    </p:set>
                                    <p:animEffect transition="in" filter="wipe(left)">
                                      <p:cBhvr>
                                        <p:cTn id="17" dur="500"/>
                                        <p:tgtEl>
                                          <p:spTgt spid="14234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2340">
                                            <p:txEl>
                                              <p:pRg st="3" end="3"/>
                                            </p:txEl>
                                          </p:spTgt>
                                        </p:tgtEl>
                                        <p:attrNameLst>
                                          <p:attrName>style.visibility</p:attrName>
                                        </p:attrNameLst>
                                      </p:cBhvr>
                                      <p:to>
                                        <p:strVal val="visible"/>
                                      </p:to>
                                    </p:set>
                                    <p:animEffect transition="in" filter="wipe(left)">
                                      <p:cBhvr>
                                        <p:cTn id="22" dur="500"/>
                                        <p:tgtEl>
                                          <p:spTgt spid="14234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wipe(left)">
                                      <p:cBhvr>
                                        <p:cTn id="32" dur="500"/>
                                        <p:tgtEl>
                                          <p:spTgt spid="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down)">
                                      <p:cBhvr>
                                        <p:cTn id="37" dur="500"/>
                                        <p:tgtEl>
                                          <p:spTgt spid="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down)">
                                      <p:cBhvr>
                                        <p:cTn id="42" dur="500"/>
                                        <p:tgtEl>
                                          <p:spTgt spid="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down)">
                                      <p:cBhvr>
                                        <p:cTn id="47" dur="500"/>
                                        <p:tgtEl>
                                          <p:spTgt spid="2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down)">
                                      <p:cBhvr>
                                        <p:cTn id="52" dur="500"/>
                                        <p:tgtEl>
                                          <p:spTgt spid="2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down)">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build="p"/>
      <p:bldP spid="25" grpId="0" animBg="1" autoUpdateAnimBg="0"/>
      <p:bldP spid="26" grpId="0" animBg="1" autoUpdateAnimBg="0"/>
      <p:bldP spid="27" grpId="0" animBg="1" autoUpdateAnimBg="0"/>
      <p:bldP spid="28" grpId="0" autoUpdateAnimBg="0"/>
      <p:bldP spid="29" grpId="0" autoUpdateAnimBg="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9" name="Rectangle 6"/>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最近嵌套原则</a:t>
            </a:r>
          </a:p>
        </p:txBody>
      </p:sp>
      <p:sp>
        <p:nvSpPr>
          <p:cNvPr id="142340" name="Rectangle 7"/>
          <p:cNvSpPr>
            <a:spLocks noGrp="1" noChangeArrowheads="1"/>
          </p:cNvSpPr>
          <p:nvPr>
            <p:ph idx="1"/>
          </p:nvPr>
        </p:nvSpPr>
        <p:spPr>
          <a:xfrm>
            <a:off x="693739" y="2009775"/>
            <a:ext cx="5334000" cy="4797425"/>
          </a:xfrm>
        </p:spPr>
        <p:txBody>
          <a:bodyPr rtlCol="0">
            <a:normAutofit lnSpcReduction="10000"/>
          </a:bodyPr>
          <a:lstStyle/>
          <a:p>
            <a:pPr marL="377979" indent="-377979" defTabSz="503972" eaLnBrk="1" fontAlgn="auto" hangingPunct="1">
              <a:spcBef>
                <a:spcPts val="1102"/>
              </a:spcBef>
              <a:spcAft>
                <a:spcPts val="0"/>
              </a:spcAft>
              <a:buFont typeface="Wingdings 3" charset="2"/>
              <a:buChar char=""/>
              <a:defRPr/>
            </a:pPr>
            <a:r>
              <a:rPr lang="zh-CN" altLang="en-US" sz="2800" dirty="0">
                <a:solidFill>
                  <a:schemeClr val="tx1">
                    <a:lumMod val="75000"/>
                    <a:lumOff val="25000"/>
                  </a:schemeClr>
                </a:solidFill>
              </a:rPr>
              <a:t>一个在子程序</a:t>
            </a:r>
            <a:r>
              <a:rPr lang="en-US" altLang="zh-CN" sz="2800" dirty="0">
                <a:solidFill>
                  <a:schemeClr val="tx1">
                    <a:lumMod val="75000"/>
                    <a:lumOff val="25000"/>
                  </a:schemeClr>
                </a:solidFill>
              </a:rPr>
              <a:t>B1</a:t>
            </a:r>
            <a:r>
              <a:rPr lang="zh-CN" altLang="en-US" sz="2800" dirty="0">
                <a:solidFill>
                  <a:schemeClr val="tx1">
                    <a:lumMod val="75000"/>
                    <a:lumOff val="25000"/>
                  </a:schemeClr>
                </a:solidFill>
              </a:rPr>
              <a:t>中定义的名字</a:t>
            </a:r>
            <a:r>
              <a:rPr lang="en-US" altLang="zh-CN" sz="2800" dirty="0">
                <a:solidFill>
                  <a:srgbClr val="0000D0"/>
                </a:solidFill>
              </a:rPr>
              <a:t>Y</a:t>
            </a:r>
            <a:r>
              <a:rPr lang="zh-CN" altLang="en-US" sz="2800" dirty="0">
                <a:solidFill>
                  <a:schemeClr val="tx1">
                    <a:lumMod val="75000"/>
                    <a:lumOff val="25000"/>
                  </a:schemeClr>
                </a:solidFill>
              </a:rPr>
              <a:t>只在</a:t>
            </a:r>
            <a:r>
              <a:rPr lang="en-US" altLang="zh-CN" sz="2800" dirty="0">
                <a:solidFill>
                  <a:schemeClr val="tx1">
                    <a:lumMod val="75000"/>
                    <a:lumOff val="25000"/>
                  </a:schemeClr>
                </a:solidFill>
              </a:rPr>
              <a:t>B1</a:t>
            </a:r>
            <a:r>
              <a:rPr lang="zh-CN" altLang="en-US" sz="2800" dirty="0">
                <a:solidFill>
                  <a:schemeClr val="tx1">
                    <a:lumMod val="75000"/>
                    <a:lumOff val="25000"/>
                  </a:schemeClr>
                </a:solidFill>
              </a:rPr>
              <a:t>中有效</a:t>
            </a:r>
            <a:r>
              <a:rPr lang="en-US" altLang="zh-CN" sz="2800" dirty="0">
                <a:solidFill>
                  <a:schemeClr val="tx1">
                    <a:lumMod val="75000"/>
                    <a:lumOff val="25000"/>
                  </a:schemeClr>
                </a:solidFill>
              </a:rPr>
              <a:t>(</a:t>
            </a:r>
            <a:r>
              <a:rPr lang="zh-CN" altLang="en-US" sz="2800" dirty="0">
                <a:solidFill>
                  <a:schemeClr val="tx1">
                    <a:lumMod val="75000"/>
                    <a:lumOff val="25000"/>
                  </a:schemeClr>
                </a:solidFill>
              </a:rPr>
              <a:t>作用域为</a:t>
            </a:r>
            <a:r>
              <a:rPr lang="en-US" altLang="zh-CN" sz="2800" dirty="0">
                <a:solidFill>
                  <a:schemeClr val="tx1">
                    <a:lumMod val="75000"/>
                    <a:lumOff val="25000"/>
                  </a:schemeClr>
                </a:solidFill>
              </a:rPr>
              <a:t>B1)</a:t>
            </a:r>
          </a:p>
          <a:p>
            <a:pPr marL="377979" indent="-377979" defTabSz="503972" eaLnBrk="1" fontAlgn="auto" hangingPunct="1">
              <a:spcBef>
                <a:spcPts val="1102"/>
              </a:spcBef>
              <a:spcAft>
                <a:spcPts val="0"/>
              </a:spcAft>
              <a:buFont typeface="Wingdings 3" charset="2"/>
              <a:buChar char=""/>
              <a:defRPr/>
            </a:pPr>
            <a:endParaRPr lang="en-US" altLang="zh-CN" sz="2800" dirty="0">
              <a:solidFill>
                <a:schemeClr val="tx1">
                  <a:lumMod val="75000"/>
                  <a:lumOff val="25000"/>
                </a:schemeClr>
              </a:solidFill>
            </a:endParaRPr>
          </a:p>
          <a:p>
            <a:pPr marL="0" indent="0" defTabSz="503972" eaLnBrk="1" fontAlgn="auto" hangingPunct="1">
              <a:spcBef>
                <a:spcPts val="1102"/>
              </a:spcBef>
              <a:spcAft>
                <a:spcPts val="0"/>
              </a:spcAft>
              <a:buNone/>
              <a:defRPr/>
            </a:pPr>
            <a:r>
              <a:rPr lang="zh-CN" altLang="en-US" sz="2800" dirty="0">
                <a:solidFill>
                  <a:schemeClr val="tx1">
                    <a:lumMod val="75000"/>
                    <a:lumOff val="25000"/>
                  </a:schemeClr>
                </a:solidFill>
              </a:rPr>
              <a:t>如果</a:t>
            </a:r>
            <a:r>
              <a:rPr lang="en-US" altLang="zh-CN" sz="2800" dirty="0">
                <a:solidFill>
                  <a:schemeClr val="tx1">
                    <a:lumMod val="75000"/>
                    <a:lumOff val="25000"/>
                  </a:schemeClr>
                </a:solidFill>
              </a:rPr>
              <a:t>B2</a:t>
            </a:r>
            <a:r>
              <a:rPr lang="zh-CN" altLang="en-US" sz="2800" dirty="0">
                <a:solidFill>
                  <a:schemeClr val="tx1">
                    <a:lumMod val="75000"/>
                    <a:lumOff val="25000"/>
                  </a:schemeClr>
                </a:solidFill>
              </a:rPr>
              <a:t>是</a:t>
            </a:r>
            <a:r>
              <a:rPr lang="en-US" altLang="zh-CN" sz="2800" dirty="0">
                <a:solidFill>
                  <a:schemeClr val="tx1">
                    <a:lumMod val="75000"/>
                    <a:lumOff val="25000"/>
                  </a:schemeClr>
                </a:solidFill>
              </a:rPr>
              <a:t>B1</a:t>
            </a:r>
            <a:r>
              <a:rPr lang="zh-CN" altLang="en-US" sz="2800" dirty="0">
                <a:solidFill>
                  <a:schemeClr val="tx1">
                    <a:lumMod val="75000"/>
                    <a:lumOff val="25000"/>
                  </a:schemeClr>
                </a:solidFill>
              </a:rPr>
              <a:t>的一个内层子程序，且</a:t>
            </a:r>
            <a:r>
              <a:rPr lang="en-US" altLang="zh-CN" sz="2800" dirty="0">
                <a:solidFill>
                  <a:schemeClr val="tx1">
                    <a:lumMod val="75000"/>
                    <a:lumOff val="25000"/>
                  </a:schemeClr>
                </a:solidFill>
              </a:rPr>
              <a:t>B2</a:t>
            </a:r>
            <a:r>
              <a:rPr lang="zh-CN" altLang="en-US" sz="2800" dirty="0">
                <a:solidFill>
                  <a:schemeClr val="tx1">
                    <a:lumMod val="75000"/>
                    <a:lumOff val="25000"/>
                  </a:schemeClr>
                </a:solidFill>
              </a:rPr>
              <a:t>中</a:t>
            </a:r>
            <a:r>
              <a:rPr lang="zh-CN" altLang="en-US" sz="2800" dirty="0">
                <a:solidFill>
                  <a:srgbClr val="C00000"/>
                </a:solidFill>
              </a:rPr>
              <a:t>对名字</a:t>
            </a:r>
            <a:r>
              <a:rPr lang="en-US" altLang="zh-CN" sz="2800" dirty="0">
                <a:solidFill>
                  <a:srgbClr val="0000D0"/>
                </a:solidFill>
              </a:rPr>
              <a:t>Y</a:t>
            </a:r>
            <a:r>
              <a:rPr lang="zh-CN" altLang="en-US" sz="2800" dirty="0">
                <a:solidFill>
                  <a:srgbClr val="C00000"/>
                </a:solidFill>
              </a:rPr>
              <a:t>没有新的定义</a:t>
            </a:r>
            <a:r>
              <a:rPr lang="zh-CN" altLang="en-US" sz="2800" dirty="0">
                <a:solidFill>
                  <a:schemeClr val="tx1">
                    <a:lumMod val="75000"/>
                    <a:lumOff val="25000"/>
                  </a:schemeClr>
                </a:solidFill>
              </a:rPr>
              <a:t>，则原来的名字</a:t>
            </a:r>
            <a:r>
              <a:rPr lang="en-US" altLang="zh-CN" sz="2800" dirty="0">
                <a:solidFill>
                  <a:srgbClr val="0000D0"/>
                </a:solidFill>
              </a:rPr>
              <a:t>Y</a:t>
            </a:r>
            <a:r>
              <a:rPr lang="zh-CN" altLang="en-US" sz="2800" dirty="0">
                <a:solidFill>
                  <a:schemeClr val="tx1">
                    <a:lumMod val="75000"/>
                    <a:lumOff val="25000"/>
                  </a:schemeClr>
                </a:solidFill>
              </a:rPr>
              <a:t>在</a:t>
            </a:r>
            <a:r>
              <a:rPr lang="en-US" altLang="zh-CN" sz="2800" dirty="0">
                <a:solidFill>
                  <a:schemeClr val="tx1">
                    <a:lumMod val="75000"/>
                    <a:lumOff val="25000"/>
                  </a:schemeClr>
                </a:solidFill>
              </a:rPr>
              <a:t>B2</a:t>
            </a:r>
            <a:r>
              <a:rPr lang="zh-CN" altLang="en-US" sz="2800" dirty="0">
                <a:solidFill>
                  <a:schemeClr val="tx1">
                    <a:lumMod val="75000"/>
                    <a:lumOff val="25000"/>
                  </a:schemeClr>
                </a:solidFill>
              </a:rPr>
              <a:t>中仍然有效</a:t>
            </a:r>
            <a:endParaRPr lang="en-US" altLang="zh-CN" sz="2800" dirty="0">
              <a:solidFill>
                <a:schemeClr val="tx1">
                  <a:lumMod val="75000"/>
                  <a:lumOff val="25000"/>
                </a:schemeClr>
              </a:solidFill>
            </a:endParaRPr>
          </a:p>
          <a:p>
            <a:pPr marL="0" indent="0" defTabSz="503972" eaLnBrk="1" fontAlgn="auto" hangingPunct="1">
              <a:spcBef>
                <a:spcPts val="1102"/>
              </a:spcBef>
              <a:spcAft>
                <a:spcPts val="0"/>
              </a:spcAft>
              <a:buNone/>
              <a:defRPr/>
            </a:pPr>
            <a:endParaRPr lang="en-US" altLang="zh-CN" sz="2800" dirty="0">
              <a:solidFill>
                <a:schemeClr val="tx1">
                  <a:lumMod val="75000"/>
                  <a:lumOff val="25000"/>
                </a:schemeClr>
              </a:solidFill>
            </a:endParaRPr>
          </a:p>
          <a:p>
            <a:pPr marL="0" indent="0" defTabSz="503972" eaLnBrk="1" fontAlgn="auto" hangingPunct="1">
              <a:spcBef>
                <a:spcPts val="1102"/>
              </a:spcBef>
              <a:spcAft>
                <a:spcPts val="0"/>
              </a:spcAft>
              <a:buNone/>
              <a:defRPr/>
            </a:pPr>
            <a:r>
              <a:rPr lang="zh-CN" altLang="en-US" sz="2800" dirty="0">
                <a:solidFill>
                  <a:schemeClr val="tx1">
                    <a:lumMod val="75000"/>
                    <a:lumOff val="25000"/>
                  </a:schemeClr>
                </a:solidFill>
              </a:rPr>
              <a:t>如果</a:t>
            </a:r>
            <a:r>
              <a:rPr lang="en-US" altLang="zh-CN" sz="2800" dirty="0">
                <a:solidFill>
                  <a:schemeClr val="tx1">
                    <a:lumMod val="75000"/>
                    <a:lumOff val="25000"/>
                  </a:schemeClr>
                </a:solidFill>
              </a:rPr>
              <a:t>B2</a:t>
            </a:r>
            <a:r>
              <a:rPr lang="zh-CN" altLang="en-US" sz="2800" dirty="0">
                <a:solidFill>
                  <a:schemeClr val="tx1">
                    <a:lumMod val="75000"/>
                    <a:lumOff val="25000"/>
                  </a:schemeClr>
                </a:solidFill>
              </a:rPr>
              <a:t>对名字</a:t>
            </a:r>
            <a:r>
              <a:rPr lang="en-US" altLang="zh-CN" sz="2800" dirty="0">
                <a:solidFill>
                  <a:schemeClr val="tx1">
                    <a:lumMod val="75000"/>
                    <a:lumOff val="25000"/>
                  </a:schemeClr>
                </a:solidFill>
              </a:rPr>
              <a:t>Y</a:t>
            </a:r>
            <a:r>
              <a:rPr lang="zh-CN" altLang="en-US" sz="2800" dirty="0">
                <a:solidFill>
                  <a:schemeClr val="tx1">
                    <a:lumMod val="75000"/>
                    <a:lumOff val="25000"/>
                  </a:schemeClr>
                </a:solidFill>
              </a:rPr>
              <a:t>进行重新定义，则</a:t>
            </a:r>
            <a:r>
              <a:rPr lang="en-US" altLang="zh-CN" sz="2800" dirty="0">
                <a:solidFill>
                  <a:schemeClr val="tx1">
                    <a:lumMod val="75000"/>
                    <a:lumOff val="25000"/>
                  </a:schemeClr>
                </a:solidFill>
              </a:rPr>
              <a:t>B2</a:t>
            </a:r>
            <a:r>
              <a:rPr lang="zh-CN" altLang="en-US" sz="2800" dirty="0">
                <a:solidFill>
                  <a:schemeClr val="tx1">
                    <a:lumMod val="75000"/>
                    <a:lumOff val="25000"/>
                  </a:schemeClr>
                </a:solidFill>
              </a:rPr>
              <a:t>对</a:t>
            </a:r>
            <a:r>
              <a:rPr lang="en-US" altLang="zh-CN" sz="2800" dirty="0">
                <a:solidFill>
                  <a:schemeClr val="tx1">
                    <a:lumMod val="75000"/>
                    <a:lumOff val="25000"/>
                  </a:schemeClr>
                </a:solidFill>
              </a:rPr>
              <a:t>Y</a:t>
            </a:r>
            <a:r>
              <a:rPr lang="zh-CN" altLang="en-US" sz="2800" dirty="0">
                <a:solidFill>
                  <a:schemeClr val="tx1">
                    <a:lumMod val="75000"/>
                    <a:lumOff val="25000"/>
                  </a:schemeClr>
                </a:solidFill>
              </a:rPr>
              <a:t>的任何引用都是指向重新定义的这个</a:t>
            </a:r>
            <a:r>
              <a:rPr lang="en-US" altLang="zh-CN" sz="2800" dirty="0">
                <a:solidFill>
                  <a:schemeClr val="tx1">
                    <a:lumMod val="75000"/>
                    <a:lumOff val="25000"/>
                  </a:schemeClr>
                </a:solidFill>
              </a:rPr>
              <a:t>Y</a:t>
            </a:r>
          </a:p>
        </p:txBody>
      </p:sp>
      <p:grpSp>
        <p:nvGrpSpPr>
          <p:cNvPr id="15" name="组合 14"/>
          <p:cNvGrpSpPr>
            <a:grpSpLocks/>
          </p:cNvGrpSpPr>
          <p:nvPr/>
        </p:nvGrpSpPr>
        <p:grpSpPr bwMode="auto">
          <a:xfrm>
            <a:off x="6660419" y="2204732"/>
            <a:ext cx="3100388" cy="3667125"/>
            <a:chOff x="4397984" y="3308788"/>
            <a:chExt cx="2812292" cy="3327756"/>
          </a:xfrm>
        </p:grpSpPr>
        <p:sp>
          <p:nvSpPr>
            <p:cNvPr id="16" name="Freeform 5"/>
            <p:cNvSpPr>
              <a:spLocks/>
            </p:cNvSpPr>
            <p:nvPr/>
          </p:nvSpPr>
          <p:spPr bwMode="auto">
            <a:xfrm>
              <a:off x="4562143" y="3500387"/>
              <a:ext cx="1943980" cy="3136157"/>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17" name="Rectangle 8"/>
            <p:cNvSpPr>
              <a:spLocks noChangeArrowheads="1"/>
            </p:cNvSpPr>
            <p:nvPr/>
          </p:nvSpPr>
          <p:spPr bwMode="auto">
            <a:xfrm>
              <a:off x="6376525" y="3308788"/>
              <a:ext cx="833751" cy="31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prstClr val="black"/>
                  </a:solidFill>
                  <a:latin typeface="微软雅黑" panose="020B0503020204020204" pitchFamily="34" charset="-122"/>
                  <a:ea typeface="微软雅黑" panose="020B0503020204020204" pitchFamily="34" charset="-122"/>
                  <a:cs typeface="+mn-cs"/>
                </a:rPr>
                <a:t>B1</a:t>
              </a:r>
            </a:p>
          </p:txBody>
        </p:sp>
        <p:sp>
          <p:nvSpPr>
            <p:cNvPr id="18" name="Rectangle 10"/>
            <p:cNvSpPr>
              <a:spLocks noChangeArrowheads="1"/>
            </p:cNvSpPr>
            <p:nvPr/>
          </p:nvSpPr>
          <p:spPr bwMode="auto">
            <a:xfrm>
              <a:off x="4397984" y="3622836"/>
              <a:ext cx="832311"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srgbClr val="0000D0"/>
                  </a:solidFill>
                  <a:latin typeface="微软雅黑" panose="020B0503020204020204" pitchFamily="34" charset="-122"/>
                  <a:ea typeface="微软雅黑" panose="020B0503020204020204" pitchFamily="34" charset="-122"/>
                  <a:cs typeface="+mn-cs"/>
                </a:rPr>
                <a:t>Y</a:t>
              </a:r>
            </a:p>
          </p:txBody>
        </p:sp>
        <p:sp>
          <p:nvSpPr>
            <p:cNvPr id="19" name="Freeform 17"/>
            <p:cNvSpPr>
              <a:spLocks/>
            </p:cNvSpPr>
            <p:nvPr/>
          </p:nvSpPr>
          <p:spPr bwMode="auto">
            <a:xfrm>
              <a:off x="4943739" y="4490069"/>
              <a:ext cx="1202388" cy="1339746"/>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20" name="Rectangle 18"/>
            <p:cNvSpPr>
              <a:spLocks noChangeArrowheads="1"/>
            </p:cNvSpPr>
            <p:nvPr/>
          </p:nvSpPr>
          <p:spPr bwMode="auto">
            <a:xfrm>
              <a:off x="5960369" y="4330165"/>
              <a:ext cx="833752" cy="31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a:solidFill>
                    <a:prstClr val="black"/>
                  </a:solidFill>
                  <a:latin typeface="微软雅黑" panose="020B0503020204020204" pitchFamily="34" charset="-122"/>
                  <a:ea typeface="微软雅黑" panose="020B0503020204020204" pitchFamily="34" charset="-122"/>
                  <a:cs typeface="+mn-cs"/>
                </a:rPr>
                <a:t>B2</a:t>
              </a:r>
            </a:p>
          </p:txBody>
        </p:sp>
        <p:sp>
          <p:nvSpPr>
            <p:cNvPr id="21" name="Rectangle 19"/>
            <p:cNvSpPr>
              <a:spLocks noChangeArrowheads="1"/>
            </p:cNvSpPr>
            <p:nvPr/>
          </p:nvSpPr>
          <p:spPr bwMode="auto">
            <a:xfrm>
              <a:off x="4778141" y="4634128"/>
              <a:ext cx="830871"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lang="en-US" altLang="zh-CN" sz="2646" dirty="0">
                  <a:solidFill>
                    <a:srgbClr val="CC0000"/>
                  </a:solidFill>
                  <a:ea typeface="微软雅黑" panose="020B0503020204020204" pitchFamily="34" charset="-122"/>
                  <a:cs typeface="+mn-cs"/>
                </a:rPr>
                <a:t>X</a:t>
              </a:r>
            </a:p>
          </p:txBody>
        </p:sp>
        <p:sp>
          <p:nvSpPr>
            <p:cNvPr id="22" name="Rectangle 20"/>
            <p:cNvSpPr>
              <a:spLocks noChangeArrowheads="1"/>
            </p:cNvSpPr>
            <p:nvPr/>
          </p:nvSpPr>
          <p:spPr bwMode="auto">
            <a:xfrm>
              <a:off x="5014299" y="3788504"/>
              <a:ext cx="830871" cy="54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sp>
          <p:nvSpPr>
            <p:cNvPr id="23" name="Rectangle 21"/>
            <p:cNvSpPr>
              <a:spLocks noChangeArrowheads="1"/>
            </p:cNvSpPr>
            <p:nvPr/>
          </p:nvSpPr>
          <p:spPr bwMode="auto">
            <a:xfrm>
              <a:off x="5230297" y="4495832"/>
              <a:ext cx="830871" cy="14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p:txBody>
        </p:sp>
        <p:sp>
          <p:nvSpPr>
            <p:cNvPr id="24" name="Rectangle 23"/>
            <p:cNvSpPr>
              <a:spLocks noChangeArrowheads="1"/>
            </p:cNvSpPr>
            <p:nvPr/>
          </p:nvSpPr>
          <p:spPr bwMode="auto">
            <a:xfrm>
              <a:off x="5014299" y="5983959"/>
              <a:ext cx="830871" cy="52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grpSp>
      <p:sp>
        <p:nvSpPr>
          <p:cNvPr id="3" name="灯片编号占位符 2">
            <a:extLst>
              <a:ext uri="{FF2B5EF4-FFF2-40B4-BE49-F238E27FC236}">
                <a16:creationId xmlns:a16="http://schemas.microsoft.com/office/drawing/2014/main" id="{5730F6D4-BDE1-F473-67EE-F788CCAF82D8}"/>
              </a:ext>
            </a:extLst>
          </p:cNvPr>
          <p:cNvSpPr>
            <a:spLocks noGrp="1"/>
          </p:cNvSpPr>
          <p:nvPr>
            <p:ph type="sldNum" sz="quarter" idx="12"/>
          </p:nvPr>
        </p:nvSpPr>
        <p:spPr/>
        <p:txBody>
          <a:bodyPr/>
          <a:lstStyle/>
          <a:p>
            <a:pPr>
              <a:defRPr/>
            </a:pPr>
            <a:fld id="{648864A3-7802-4631-BE0D-FF357BC6A1A9}" type="slidenum">
              <a:rPr lang="en-US" smtClean="0"/>
              <a:pPr>
                <a:defRPr/>
              </a:pPr>
              <a:t>39</a:t>
            </a:fld>
            <a:endParaRPr lang="en-US" dirty="0"/>
          </a:p>
        </p:txBody>
      </p:sp>
    </p:spTree>
    <p:extLst>
      <p:ext uri="{BB962C8B-B14F-4D97-AF65-F5344CB8AC3E}">
        <p14:creationId xmlns:p14="http://schemas.microsoft.com/office/powerpoint/2010/main" val="3182142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40">
                                            <p:txEl>
                                              <p:pRg st="0" end="0"/>
                                            </p:txEl>
                                          </p:spTgt>
                                        </p:tgtEl>
                                        <p:attrNameLst>
                                          <p:attrName>style.visibility</p:attrName>
                                        </p:attrNameLst>
                                      </p:cBhvr>
                                      <p:to>
                                        <p:strVal val="visible"/>
                                      </p:to>
                                    </p:set>
                                    <p:animEffect transition="in" filter="wipe(left)">
                                      <p:cBhvr>
                                        <p:cTn id="7" dur="500"/>
                                        <p:tgtEl>
                                          <p:spTgt spid="142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2340">
                                            <p:txEl>
                                              <p:pRg st="2" end="2"/>
                                            </p:txEl>
                                          </p:spTgt>
                                        </p:tgtEl>
                                        <p:attrNameLst>
                                          <p:attrName>style.visibility</p:attrName>
                                        </p:attrNameLst>
                                      </p:cBhvr>
                                      <p:to>
                                        <p:strVal val="visible"/>
                                      </p:to>
                                    </p:set>
                                    <p:animEffect transition="in" filter="wipe(left)">
                                      <p:cBhvr>
                                        <p:cTn id="12" dur="500"/>
                                        <p:tgtEl>
                                          <p:spTgt spid="14234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2340">
                                            <p:txEl>
                                              <p:pRg st="4" end="4"/>
                                            </p:txEl>
                                          </p:spTgt>
                                        </p:tgtEl>
                                        <p:attrNameLst>
                                          <p:attrName>style.visibility</p:attrName>
                                        </p:attrNameLst>
                                      </p:cBhvr>
                                      <p:to>
                                        <p:strVal val="visible"/>
                                      </p:to>
                                    </p:set>
                                    <p:animEffect transition="in" filter="wipe(left)">
                                      <p:cBhvr>
                                        <p:cTn id="17" dur="500"/>
                                        <p:tgtEl>
                                          <p:spTgt spid="142340">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9" name="Rectangle 6"/>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嵌套过程语言</a:t>
            </a:r>
          </a:p>
        </p:txBody>
      </p:sp>
      <p:sp>
        <p:nvSpPr>
          <p:cNvPr id="142340" name="Rectangle 7"/>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chemeClr val="tx1">
                    <a:lumMod val="75000"/>
                    <a:lumOff val="25000"/>
                  </a:schemeClr>
                </a:solidFill>
              </a:rPr>
              <a:t>特点</a:t>
            </a:r>
            <a:endParaRPr lang="en-US" altLang="zh-CN"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rPr>
              <a:t>允许过程递归调用、也可以允许可变数组</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noProof="1">
                <a:solidFill>
                  <a:schemeClr val="tx1">
                    <a:lumMod val="75000"/>
                    <a:lumOff val="25000"/>
                  </a:schemeClr>
                </a:solidFill>
              </a:rPr>
              <a:t>过程定义允许嵌套</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如</a:t>
            </a:r>
            <a:r>
              <a:rPr lang="en-US" altLang="zh-CN" sz="2646" noProof="1">
                <a:solidFill>
                  <a:schemeClr val="tx1">
                    <a:lumMod val="75000"/>
                    <a:lumOff val="25000"/>
                  </a:schemeClr>
                </a:solidFill>
              </a:rPr>
              <a:t>PASCAL</a:t>
            </a:r>
            <a:r>
              <a:rPr lang="zh-CN" altLang="en-US" sz="2646" dirty="0">
                <a:solidFill>
                  <a:schemeClr val="tx1">
                    <a:lumMod val="75000"/>
                    <a:lumOff val="25000"/>
                  </a:schemeClr>
                </a:solidFill>
              </a:rPr>
              <a:t>语言</a:t>
            </a:r>
            <a:endParaRPr lang="en-US" altLang="zh-CN" sz="264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非局部名字的访问的实现</a:t>
            </a:r>
          </a:p>
          <a:p>
            <a:pPr marL="818954" lvl="1" indent="-314982" defTabSz="503972" eaLnBrk="1" fontAlgn="auto" hangingPunct="1">
              <a:spcBef>
                <a:spcPts val="1102"/>
              </a:spcBef>
              <a:spcAft>
                <a:spcPts val="0"/>
              </a:spcAft>
              <a:buFont typeface="Wingdings 3" charset="2"/>
              <a:buChar char=""/>
              <a:defRPr/>
            </a:pPr>
            <a:r>
              <a:rPr lang="zh-CN" altLang="en-US" sz="2646" dirty="0">
                <a:solidFill>
                  <a:srgbClr val="FF0000"/>
                </a:solidFill>
              </a:rPr>
              <a:t>静态链和活动记录</a:t>
            </a: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嵌套层次显示表</a:t>
            </a:r>
            <a:r>
              <a:rPr lang="en-US" altLang="zh-CN" sz="2646" noProof="1">
                <a:solidFill>
                  <a:schemeClr val="tx1">
                    <a:lumMod val="75000"/>
                    <a:lumOff val="25000"/>
                  </a:schemeClr>
                </a:solidFill>
              </a:rPr>
              <a:t>Display</a:t>
            </a:r>
          </a:p>
          <a:p>
            <a:pPr marL="379216" indent="-314982" defTabSz="503972" eaLnBrk="1" fontAlgn="auto" hangingPunct="1">
              <a:spcBef>
                <a:spcPts val="1102"/>
              </a:spcBef>
              <a:spcAft>
                <a:spcPts val="0"/>
              </a:spcAft>
              <a:buFont typeface="Wingdings 3" charset="2"/>
              <a:buChar char=""/>
              <a:defRPr/>
            </a:pPr>
            <a:r>
              <a:rPr lang="zh-CN" altLang="en-US" sz="3046" noProof="1">
                <a:solidFill>
                  <a:schemeClr val="tx1">
                    <a:lumMod val="75000"/>
                    <a:lumOff val="25000"/>
                  </a:schemeClr>
                </a:solidFill>
              </a:rPr>
              <a:t>过程调用、过程进入、过程返回</a:t>
            </a:r>
            <a:endParaRPr lang="zh-CN" altLang="zh-CN" sz="3046" noProof="1">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endParaRPr lang="zh-CN" altLang="en-US" sz="3086" dirty="0">
              <a:solidFill>
                <a:schemeClr val="tx1">
                  <a:lumMod val="75000"/>
                  <a:lumOff val="25000"/>
                </a:schemeClr>
              </a:solidFill>
            </a:endParaRPr>
          </a:p>
        </p:txBody>
      </p:sp>
      <p:sp>
        <p:nvSpPr>
          <p:cNvPr id="13" name="文本框 12"/>
          <p:cNvSpPr txBox="1"/>
          <p:nvPr/>
        </p:nvSpPr>
        <p:spPr>
          <a:xfrm>
            <a:off x="7056438" y="944563"/>
            <a:ext cx="3024187" cy="5670550"/>
          </a:xfrm>
          <a:prstGeom prst="rect">
            <a:avLst/>
          </a:prstGeom>
          <a:noFill/>
        </p:spPr>
        <p:txBody>
          <a:bodyPr/>
          <a:lstStyle/>
          <a:p>
            <a:pPr defTabSz="503972" eaLnBrk="1" fontAlgn="auto" hangingPunct="1">
              <a:lnSpc>
                <a:spcPct val="90000"/>
              </a:lnSpc>
              <a:spcBef>
                <a:spcPts val="0"/>
              </a:spcBef>
              <a:spcAft>
                <a:spcPts val="0"/>
              </a:spcAft>
              <a:defRPr/>
            </a:pPr>
            <a:endParaRPr lang="zh-CN" altLang="en-US" sz="2646" dirty="0">
              <a:solidFill>
                <a:srgbClr val="0070C0"/>
              </a:solidFill>
              <a:latin typeface="微软雅黑" panose="020B0503020204020204" pitchFamily="34" charset="-122"/>
              <a:ea typeface="微软雅黑" panose="020B0503020204020204" pitchFamily="34" charset="-122"/>
              <a:cs typeface="+mn-cs"/>
            </a:endParaRPr>
          </a:p>
        </p:txBody>
      </p:sp>
      <p:sp>
        <p:nvSpPr>
          <p:cNvPr id="3" name="灯片编号占位符 2">
            <a:extLst>
              <a:ext uri="{FF2B5EF4-FFF2-40B4-BE49-F238E27FC236}">
                <a16:creationId xmlns:a16="http://schemas.microsoft.com/office/drawing/2014/main" id="{D5D04983-9869-D5CA-640F-A8D13CE9583A}"/>
              </a:ext>
            </a:extLst>
          </p:cNvPr>
          <p:cNvSpPr>
            <a:spLocks noGrp="1"/>
          </p:cNvSpPr>
          <p:nvPr>
            <p:ph type="sldNum" sz="quarter" idx="12"/>
          </p:nvPr>
        </p:nvSpPr>
        <p:spPr/>
        <p:txBody>
          <a:bodyPr/>
          <a:lstStyle/>
          <a:p>
            <a:pPr>
              <a:defRPr/>
            </a:pPr>
            <a:fld id="{648864A3-7802-4631-BE0D-FF357BC6A1A9}" type="slidenum">
              <a:rPr lang="en-US" smtClean="0"/>
              <a:pPr>
                <a:defRPr/>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40">
                                            <p:txEl>
                                              <p:pRg st="4" end="4"/>
                                            </p:txEl>
                                          </p:spTgt>
                                        </p:tgtEl>
                                        <p:attrNameLst>
                                          <p:attrName>style.visibility</p:attrName>
                                        </p:attrNameLst>
                                      </p:cBhvr>
                                      <p:to>
                                        <p:strVal val="visible"/>
                                      </p:to>
                                    </p:set>
                                    <p:animEffect transition="in" filter="wipe(left)">
                                      <p:cBhvr>
                                        <p:cTn id="7" dur="500"/>
                                        <p:tgtEl>
                                          <p:spTgt spid="142340">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42340">
                                            <p:txEl>
                                              <p:pRg st="5" end="5"/>
                                            </p:txEl>
                                          </p:spTgt>
                                        </p:tgtEl>
                                        <p:attrNameLst>
                                          <p:attrName>style.visibility</p:attrName>
                                        </p:attrNameLst>
                                      </p:cBhvr>
                                      <p:to>
                                        <p:strVal val="visible"/>
                                      </p:to>
                                    </p:set>
                                    <p:animEffect transition="in" filter="wipe(left)">
                                      <p:cBhvr>
                                        <p:cTn id="10" dur="500"/>
                                        <p:tgtEl>
                                          <p:spTgt spid="142340">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42340">
                                            <p:txEl>
                                              <p:pRg st="6" end="6"/>
                                            </p:txEl>
                                          </p:spTgt>
                                        </p:tgtEl>
                                        <p:attrNameLst>
                                          <p:attrName>style.visibility</p:attrName>
                                        </p:attrNameLst>
                                      </p:cBhvr>
                                      <p:to>
                                        <p:strVal val="visible"/>
                                      </p:to>
                                    </p:set>
                                    <p:animEffect transition="in" filter="wipe(left)">
                                      <p:cBhvr>
                                        <p:cTn id="13" dur="500"/>
                                        <p:tgtEl>
                                          <p:spTgt spid="142340">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2340">
                                            <p:txEl>
                                              <p:pRg st="7" end="7"/>
                                            </p:txEl>
                                          </p:spTgt>
                                        </p:tgtEl>
                                        <p:attrNameLst>
                                          <p:attrName>style.visibility</p:attrName>
                                        </p:attrNameLst>
                                      </p:cBhvr>
                                      <p:to>
                                        <p:strVal val="visible"/>
                                      </p:to>
                                    </p:set>
                                    <p:animEffect transition="in" filter="wipe(left)">
                                      <p:cBhvr>
                                        <p:cTn id="18" dur="500"/>
                                        <p:tgtEl>
                                          <p:spTgt spid="14234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5027" y="539621"/>
            <a:ext cx="8694738" cy="1460500"/>
          </a:xfrm>
        </p:spPr>
        <p:txBody>
          <a:bodyPr rtlCol="0">
            <a:normAutofit/>
          </a:bodyPr>
          <a:lstStyle/>
          <a:p>
            <a:pPr defTabSz="503972" eaLnBrk="1" fontAlgn="auto" hangingPunct="1">
              <a:spcAft>
                <a:spcPts val="0"/>
              </a:spcAft>
              <a:defRPr/>
            </a:pPr>
            <a:r>
              <a:rPr lang="zh-CN" altLang="en-US" dirty="0"/>
              <a:t>嵌套过程语言</a:t>
            </a:r>
            <a:r>
              <a:rPr lang="en-US" altLang="zh-CN" dirty="0"/>
              <a:t>(Pascal)</a:t>
            </a:r>
            <a:r>
              <a:rPr lang="zh-CN" altLang="en-US" dirty="0"/>
              <a:t>的动态存储管理</a:t>
            </a:r>
            <a:br>
              <a:rPr lang="zh-CN" altLang="en-US" dirty="0"/>
            </a:br>
            <a:r>
              <a:rPr lang="en-US" altLang="zh-CN" dirty="0"/>
              <a:t>——</a:t>
            </a:r>
            <a:r>
              <a:rPr lang="zh-CN" altLang="en-US" dirty="0"/>
              <a:t>静态链方法</a:t>
            </a:r>
          </a:p>
        </p:txBody>
      </p:sp>
      <p:pic>
        <p:nvPicPr>
          <p:cNvPr id="3" name="图片 2"/>
          <p:cNvPicPr>
            <a:picLocks noChangeAspect="1"/>
          </p:cNvPicPr>
          <p:nvPr/>
        </p:nvPicPr>
        <p:blipFill>
          <a:blip r:embed="rId3"/>
          <a:stretch>
            <a:fillRect/>
          </a:stretch>
        </p:blipFill>
        <p:spPr>
          <a:xfrm>
            <a:off x="1485075" y="2000121"/>
            <a:ext cx="6132026" cy="5443187"/>
          </a:xfrm>
          <a:prstGeom prst="rect">
            <a:avLst/>
          </a:prstGeom>
        </p:spPr>
      </p:pic>
      <p:sp>
        <p:nvSpPr>
          <p:cNvPr id="5" name="灯片编号占位符 4">
            <a:extLst>
              <a:ext uri="{FF2B5EF4-FFF2-40B4-BE49-F238E27FC236}">
                <a16:creationId xmlns:a16="http://schemas.microsoft.com/office/drawing/2014/main" id="{79D2314E-8DEB-F802-6961-0C73A8C13499}"/>
              </a:ext>
            </a:extLst>
          </p:cNvPr>
          <p:cNvSpPr>
            <a:spLocks noGrp="1"/>
          </p:cNvSpPr>
          <p:nvPr>
            <p:ph type="sldNum" sz="quarter" idx="12"/>
          </p:nvPr>
        </p:nvSpPr>
        <p:spPr/>
        <p:txBody>
          <a:bodyPr/>
          <a:lstStyle/>
          <a:p>
            <a:pPr>
              <a:defRPr/>
            </a:pPr>
            <a:fld id="{648864A3-7802-4631-BE0D-FF357BC6A1A9}"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嵌套层次与地址</a:t>
            </a:r>
          </a:p>
        </p:txBody>
      </p:sp>
      <p:sp>
        <p:nvSpPr>
          <p:cNvPr id="91139" name="Rectangle 3"/>
          <p:cNvSpPr>
            <a:spLocks noGrp="1" noChangeArrowheads="1"/>
          </p:cNvSpPr>
          <p:nvPr>
            <p:ph idx="1"/>
          </p:nvPr>
        </p:nvSpPr>
        <p:spPr>
          <a:xfrm>
            <a:off x="693738" y="2009775"/>
            <a:ext cx="8696325" cy="5325299"/>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嵌套层次</a:t>
            </a:r>
            <a:endParaRPr lang="en-US" altLang="zh-CN" sz="308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rPr>
              <a:t>主程序的层次为</a:t>
            </a:r>
            <a:r>
              <a:rPr lang="zh-CN" altLang="en-US" sz="2646" noProof="1">
                <a:solidFill>
                  <a:srgbClr val="FF3300"/>
                </a:solidFill>
              </a:rPr>
              <a:t>0</a:t>
            </a:r>
            <a:endParaRPr lang="en-US" altLang="zh-CN" sz="2646" noProof="1">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rPr>
              <a:t>在</a:t>
            </a:r>
            <a:r>
              <a:rPr lang="en-US" altLang="zh-CN" sz="2646" noProof="1">
                <a:solidFill>
                  <a:schemeClr val="tx1">
                    <a:lumMod val="75000"/>
                    <a:lumOff val="25000"/>
                  </a:schemeClr>
                </a:solidFill>
              </a:rPr>
              <a:t>i</a:t>
            </a:r>
            <a:r>
              <a:rPr lang="zh-CN" altLang="en-US" sz="2646" noProof="1">
                <a:solidFill>
                  <a:schemeClr val="tx1">
                    <a:lumMod val="75000"/>
                    <a:lumOff val="25000"/>
                  </a:schemeClr>
                </a:solidFill>
              </a:rPr>
              <a:t>层中定义的过程，其层次为</a:t>
            </a:r>
            <a:r>
              <a:rPr lang="en-US" altLang="zh-CN" sz="2646" noProof="1">
                <a:solidFill>
                  <a:schemeClr val="tx1">
                    <a:lumMod val="75000"/>
                    <a:lumOff val="25000"/>
                  </a:schemeClr>
                </a:solidFill>
              </a:rPr>
              <a:t>i+1</a:t>
            </a:r>
          </a:p>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指令中的地址描述为 </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层数， 偏移量</a:t>
            </a:r>
            <a:r>
              <a:rPr lang="en-US" altLang="zh-CN" sz="3086" dirty="0">
                <a:solidFill>
                  <a:schemeClr val="tx1">
                    <a:lumMod val="75000"/>
                    <a:lumOff val="25000"/>
                  </a:schemeClr>
                </a:solidFill>
              </a:rPr>
              <a:t>)</a:t>
            </a:r>
          </a:p>
          <a:p>
            <a:pPr marL="817717" lvl="1" indent="-377979" defTabSz="503972" eaLnBrk="1" fontAlgn="auto" hangingPunct="1">
              <a:spcBef>
                <a:spcPts val="1102"/>
              </a:spcBef>
              <a:spcAft>
                <a:spcPts val="0"/>
              </a:spcAft>
              <a:buFont typeface="Wingdings 3" charset="2"/>
              <a:buChar char=""/>
              <a:defRPr/>
            </a:pPr>
            <a:r>
              <a:rPr lang="zh-CN" altLang="en-US" sz="2686" noProof="1">
                <a:solidFill>
                  <a:schemeClr val="tx1"/>
                </a:solidFill>
              </a:rPr>
              <a:t>层数和偏移量都是编译程序通过静态语义分析能够确定的</a:t>
            </a:r>
            <a:endParaRPr lang="en-US" altLang="zh-CN" sz="2686" noProof="1">
              <a:solidFill>
                <a:schemeClr val="tx1"/>
              </a:solidFill>
            </a:endParaRPr>
          </a:p>
          <a:p>
            <a:pPr marL="817717" lvl="1" indent="-377979" defTabSz="503972" eaLnBrk="1" fontAlgn="auto" hangingPunct="1">
              <a:spcBef>
                <a:spcPts val="1102"/>
              </a:spcBef>
              <a:spcAft>
                <a:spcPts val="0"/>
              </a:spcAft>
              <a:buFont typeface="Wingdings 3" charset="2"/>
              <a:buChar char=""/>
              <a:defRPr/>
            </a:pPr>
            <a:r>
              <a:rPr lang="zh-CN" altLang="en-US" sz="2686" noProof="1">
                <a:solidFill>
                  <a:schemeClr val="tx1"/>
                </a:solidFill>
              </a:rPr>
              <a:t>静态分析：不需要程序运行就能够确定的变量信息</a:t>
            </a:r>
            <a:endParaRPr lang="en-US" altLang="zh-CN" sz="2686" noProof="1">
              <a:solidFill>
                <a:schemeClr val="tx1"/>
              </a:solidFill>
            </a:endParaRPr>
          </a:p>
          <a:p>
            <a:pPr marL="377979" indent="-377979" defTabSz="503972" eaLnBrk="1" fontAlgn="auto" hangingPunct="1">
              <a:spcBef>
                <a:spcPts val="1102"/>
              </a:spcBef>
              <a:spcAft>
                <a:spcPts val="0"/>
              </a:spcAft>
              <a:buFont typeface="Wingdings 3" charset="2"/>
              <a:buChar char=""/>
              <a:defRPr/>
            </a:pPr>
            <a:r>
              <a:rPr lang="zh-CN" altLang="en-US" sz="3086" noProof="1">
                <a:solidFill>
                  <a:srgbClr val="C00000"/>
                </a:solidFill>
              </a:rPr>
              <a:t>运行时如何根据指令中变量（操作数）的层数和相对地址在别的活动记录中找到对应的存储单元？</a:t>
            </a:r>
            <a:endParaRPr lang="zh-CN" altLang="en-US" sz="3086" dirty="0">
              <a:solidFill>
                <a:srgbClr val="C00000"/>
              </a:solidFill>
            </a:endParaRPr>
          </a:p>
        </p:txBody>
      </p:sp>
      <p:sp>
        <p:nvSpPr>
          <p:cNvPr id="4" name="灯片编号占位符 3">
            <a:extLst>
              <a:ext uri="{FF2B5EF4-FFF2-40B4-BE49-F238E27FC236}">
                <a16:creationId xmlns:a16="http://schemas.microsoft.com/office/drawing/2014/main" id="{F555A73B-7984-522D-F0B1-C5BEEDC4EB7B}"/>
              </a:ext>
            </a:extLst>
          </p:cNvPr>
          <p:cNvSpPr>
            <a:spLocks noGrp="1"/>
          </p:cNvSpPr>
          <p:nvPr>
            <p:ph type="sldNum" sz="quarter" idx="12"/>
          </p:nvPr>
        </p:nvSpPr>
        <p:spPr/>
        <p:txBody>
          <a:bodyPr/>
          <a:lstStyle/>
          <a:p>
            <a:pPr>
              <a:defRPr/>
            </a:pPr>
            <a:fld id="{648864A3-7802-4631-BE0D-FF357BC6A1A9}" type="slidenum">
              <a:rPr lang="en-US" smtClean="0"/>
              <a:pPr>
                <a:defRPr/>
              </a:pPr>
              <a:t>42</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1139">
                                            <p:txEl>
                                              <p:pRg st="1" end="1"/>
                                            </p:txEl>
                                          </p:spTgt>
                                        </p:tgtEl>
                                        <p:attrNameLst>
                                          <p:attrName>style.visibility</p:attrName>
                                        </p:attrNameLst>
                                      </p:cBhvr>
                                      <p:to>
                                        <p:strVal val="visible"/>
                                      </p:to>
                                    </p:set>
                                    <p:animEffect transition="in" filter="wipe(left)">
                                      <p:cBhvr>
                                        <p:cTn id="10" dur="500"/>
                                        <p:tgtEl>
                                          <p:spTgt spid="9113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1139">
                                            <p:txEl>
                                              <p:pRg st="2" end="2"/>
                                            </p:txEl>
                                          </p:spTgt>
                                        </p:tgtEl>
                                        <p:attrNameLst>
                                          <p:attrName>style.visibility</p:attrName>
                                        </p:attrNameLst>
                                      </p:cBhvr>
                                      <p:to>
                                        <p:strVal val="visible"/>
                                      </p:to>
                                    </p:set>
                                    <p:animEffect transition="in" filter="wipe(left)">
                                      <p:cBhvr>
                                        <p:cTn id="13" dur="500"/>
                                        <p:tgtEl>
                                          <p:spTgt spid="9113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1139">
                                            <p:txEl>
                                              <p:pRg st="3" end="3"/>
                                            </p:txEl>
                                          </p:spTgt>
                                        </p:tgtEl>
                                        <p:attrNameLst>
                                          <p:attrName>style.visibility</p:attrName>
                                        </p:attrNameLst>
                                      </p:cBhvr>
                                      <p:to>
                                        <p:strVal val="visible"/>
                                      </p:to>
                                    </p:set>
                                    <p:animEffect transition="in" filter="wipe(left)">
                                      <p:cBhvr>
                                        <p:cTn id="18" dur="500"/>
                                        <p:tgtEl>
                                          <p:spTgt spid="91139">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1139">
                                            <p:txEl>
                                              <p:pRg st="4" end="4"/>
                                            </p:txEl>
                                          </p:spTgt>
                                        </p:tgtEl>
                                        <p:attrNameLst>
                                          <p:attrName>style.visibility</p:attrName>
                                        </p:attrNameLst>
                                      </p:cBhvr>
                                      <p:to>
                                        <p:strVal val="visible"/>
                                      </p:to>
                                    </p:set>
                                    <p:animEffect transition="in" filter="wipe(left)">
                                      <p:cBhvr>
                                        <p:cTn id="21" dur="500"/>
                                        <p:tgtEl>
                                          <p:spTgt spid="91139">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91139">
                                            <p:txEl>
                                              <p:pRg st="5" end="5"/>
                                            </p:txEl>
                                          </p:spTgt>
                                        </p:tgtEl>
                                        <p:attrNameLst>
                                          <p:attrName>style.visibility</p:attrName>
                                        </p:attrNameLst>
                                      </p:cBhvr>
                                      <p:to>
                                        <p:strVal val="visible"/>
                                      </p:to>
                                    </p:set>
                                    <p:animEffect transition="in" filter="wipe(left)">
                                      <p:cBhvr>
                                        <p:cTn id="24" dur="500"/>
                                        <p:tgtEl>
                                          <p:spTgt spid="9113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91139">
                                            <p:txEl>
                                              <p:pRg st="6" end="6"/>
                                            </p:txEl>
                                          </p:spTgt>
                                        </p:tgtEl>
                                        <p:attrNameLst>
                                          <p:attrName>style.visibility</p:attrName>
                                        </p:attrNameLst>
                                      </p:cBhvr>
                                      <p:to>
                                        <p:strVal val="visible"/>
                                      </p:to>
                                    </p:set>
                                    <p:animEffect transition="in" filter="wipe(left)">
                                      <p:cBhvr>
                                        <p:cTn id="29" dur="500"/>
                                        <p:tgtEl>
                                          <p:spTgt spid="911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14" name="Rectangle 10"/>
          <p:cNvSpPr>
            <a:spLocks noChangeArrowheads="1"/>
          </p:cNvSpPr>
          <p:nvPr/>
        </p:nvSpPr>
        <p:spPr bwMode="auto">
          <a:xfrm>
            <a:off x="798513" y="4341813"/>
            <a:ext cx="2974975" cy="327025"/>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S</a:t>
            </a:r>
            <a:r>
              <a:rPr kumimoji="1" lang="zh-CN" altLang="zh-CN" sz="1984">
                <a:solidFill>
                  <a:prstClr val="white"/>
                </a:solidFill>
                <a:latin typeface="微软雅黑" panose="020B0503020204020204" pitchFamily="34" charset="-122"/>
              </a:rPr>
              <a:t>的活动记录</a:t>
            </a:r>
            <a:endParaRPr kumimoji="1" lang="zh-CN" altLang="en-US" sz="1984">
              <a:solidFill>
                <a:prstClr val="white"/>
              </a:solidFill>
              <a:latin typeface="微软雅黑" panose="020B0503020204020204" pitchFamily="34" charset="-122"/>
            </a:endParaRPr>
          </a:p>
        </p:txBody>
      </p:sp>
      <p:sp>
        <p:nvSpPr>
          <p:cNvPr id="251915" name="Rectangle 11"/>
          <p:cNvSpPr>
            <a:spLocks noChangeArrowheads="1"/>
          </p:cNvSpPr>
          <p:nvPr/>
        </p:nvSpPr>
        <p:spPr bwMode="auto">
          <a:xfrm>
            <a:off x="798513" y="4648200"/>
            <a:ext cx="2974975" cy="327025"/>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主程序</a:t>
            </a:r>
            <a:r>
              <a:rPr kumimoji="1" lang="en-US" altLang="zh-CN" sz="1984" dirty="0">
                <a:solidFill>
                  <a:prstClr val="white"/>
                </a:solidFill>
                <a:latin typeface="微软雅黑" panose="020B0503020204020204" pitchFamily="34" charset="-122"/>
              </a:rPr>
              <a:t>P</a:t>
            </a:r>
            <a:r>
              <a:rPr kumimoji="1" lang="zh-CN" altLang="zh-CN" sz="1984" dirty="0">
                <a:solidFill>
                  <a:prstClr val="white"/>
                </a:solidFill>
                <a:latin typeface="微软雅黑" panose="020B0503020204020204" pitchFamily="34" charset="-122"/>
              </a:rPr>
              <a:t>活动记录</a:t>
            </a:r>
            <a:endParaRPr kumimoji="1" lang="zh-CN" altLang="en-US" sz="1984" dirty="0">
              <a:solidFill>
                <a:prstClr val="white"/>
              </a:solidFill>
              <a:latin typeface="微软雅黑" panose="020B0503020204020204" pitchFamily="34" charset="-122"/>
            </a:endParaRPr>
          </a:p>
        </p:txBody>
      </p:sp>
      <p:sp>
        <p:nvSpPr>
          <p:cNvPr id="251917" name="Rectangle 13"/>
          <p:cNvSpPr>
            <a:spLocks noChangeArrowheads="1"/>
          </p:cNvSpPr>
          <p:nvPr/>
        </p:nvSpPr>
        <p:spPr bwMode="auto">
          <a:xfrm>
            <a:off x="798513" y="4022725"/>
            <a:ext cx="2974975" cy="3270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Q</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251918" name="Rectangle 14"/>
          <p:cNvSpPr>
            <a:spLocks noChangeArrowheads="1"/>
          </p:cNvSpPr>
          <p:nvPr/>
        </p:nvSpPr>
        <p:spPr bwMode="auto">
          <a:xfrm>
            <a:off x="798513" y="4946650"/>
            <a:ext cx="2974975" cy="31591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全局数据区</a:t>
            </a:r>
          </a:p>
        </p:txBody>
      </p:sp>
      <p:sp>
        <p:nvSpPr>
          <p:cNvPr id="251920" name="Rectangle 16"/>
          <p:cNvSpPr>
            <a:spLocks noChangeArrowheads="1"/>
          </p:cNvSpPr>
          <p:nvPr/>
        </p:nvSpPr>
        <p:spPr bwMode="auto">
          <a:xfrm>
            <a:off x="798513" y="3689350"/>
            <a:ext cx="29749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a:solidFill>
                  <a:prstClr val="white"/>
                </a:solidFill>
                <a:latin typeface="微软雅黑" panose="020B0503020204020204" pitchFamily="34" charset="-122"/>
              </a:rPr>
              <a:t>R</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251921" name="Rectangle 17"/>
          <p:cNvSpPr>
            <a:spLocks noChangeArrowheads="1"/>
          </p:cNvSpPr>
          <p:nvPr/>
        </p:nvSpPr>
        <p:spPr bwMode="auto">
          <a:xfrm>
            <a:off x="798513" y="3371850"/>
            <a:ext cx="29749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a:solidFill>
                  <a:prstClr val="white"/>
                </a:solidFill>
                <a:latin typeface="微软雅黑" panose="020B0503020204020204" pitchFamily="34" charset="-122"/>
              </a:rPr>
              <a:t>R</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156675"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示例程序</a:t>
            </a:r>
          </a:p>
        </p:txBody>
      </p:sp>
      <p:sp>
        <p:nvSpPr>
          <p:cNvPr id="156676" name="Rectangle 3"/>
          <p:cNvSpPr>
            <a:spLocks noGrp="1" noChangeArrowheads="1"/>
          </p:cNvSpPr>
          <p:nvPr>
            <p:ph idx="1"/>
          </p:nvPr>
        </p:nvSpPr>
        <p:spPr>
          <a:xfrm>
            <a:off x="4579938" y="944563"/>
            <a:ext cx="5500687" cy="5670550"/>
          </a:xfrm>
          <a:ln>
            <a:headEnd/>
            <a:tailEnd/>
          </a:ln>
        </p:spPr>
        <p:style>
          <a:lnRef idx="2">
            <a:schemeClr val="accent1"/>
          </a:lnRef>
          <a:fillRef idx="1">
            <a:schemeClr val="lt1"/>
          </a:fillRef>
          <a:effectRef idx="0">
            <a:schemeClr val="accent1"/>
          </a:effectRef>
          <a:fontRef idx="minor">
            <a:schemeClr val="dk1"/>
          </a:fontRef>
        </p:style>
        <p:txBody>
          <a:bodyPr lIns="76121" tIns="38062" rIns="76121" bIns="38062" rtlCol="0">
            <a:noAutofit/>
          </a:bodyPr>
          <a:lstStyle/>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00000"/>
                </a:solidFill>
              </a:rPr>
              <a:t>program P;</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err="1">
                <a:solidFill>
                  <a:srgbClr val="CC6600"/>
                </a:solidFill>
              </a:rPr>
              <a:t>var</a:t>
            </a:r>
            <a:r>
              <a:rPr lang="en-US" altLang="zh-CN" sz="1819" dirty="0">
                <a:solidFill>
                  <a:srgbClr val="CC6600"/>
                </a:solidFill>
              </a:rPr>
              <a:t> a, x :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procedure Q</a:t>
            </a:r>
            <a:r>
              <a:rPr lang="en-US" altLang="zh-CN" sz="1819" dirty="0">
                <a:solidFill>
                  <a:srgbClr val="0070C0"/>
                </a:solidFill>
              </a:rPr>
              <a:t>(b: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r>
              <a:rPr lang="en-US" altLang="zh-CN" sz="1819" dirty="0" err="1">
                <a:solidFill>
                  <a:srgbClr val="0070C0"/>
                </a:solidFill>
              </a:rPr>
              <a:t>var</a:t>
            </a:r>
            <a:r>
              <a:rPr lang="en-US" altLang="zh-CN" sz="1819" dirty="0">
                <a:solidFill>
                  <a:srgbClr val="0070C0"/>
                </a:solidFill>
              </a:rPr>
              <a:t> i: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8080"/>
                </a:solidFill>
              </a:rPr>
              <a:t>	</a:t>
            </a:r>
            <a:r>
              <a:rPr lang="en-US" altLang="zh-CN" sz="1819" dirty="0">
                <a:solidFill>
                  <a:srgbClr val="0070C0"/>
                </a:solidFill>
              </a:rPr>
              <a:t>procedure </a:t>
            </a:r>
            <a:r>
              <a:rPr lang="en-US" altLang="zh-CN" sz="1819" dirty="0">
                <a:solidFill>
                  <a:srgbClr val="00B0F0"/>
                </a:solidFill>
              </a:rPr>
              <a:t>R(u: integer; </a:t>
            </a:r>
            <a:r>
              <a:rPr lang="en-US" altLang="zh-CN" sz="1819" dirty="0" err="1">
                <a:solidFill>
                  <a:srgbClr val="00B0F0"/>
                </a:solidFill>
              </a:rPr>
              <a:t>var</a:t>
            </a:r>
            <a:r>
              <a:rPr lang="en-US" altLang="zh-CN" sz="1819" dirty="0">
                <a:solidFill>
                  <a:srgbClr val="00B0F0"/>
                </a:solidFill>
              </a:rPr>
              <a:t> v: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r>
              <a:rPr lang="en-US" altLang="zh-CN" sz="1819" dirty="0" err="1">
                <a:solidFill>
                  <a:srgbClr val="00B0F0"/>
                </a:solidFill>
              </a:rPr>
              <a:t>var</a:t>
            </a:r>
            <a:r>
              <a:rPr lang="en-US" altLang="zh-CN" sz="1819" dirty="0">
                <a:solidFill>
                  <a:srgbClr val="00B0F0"/>
                </a:solidFill>
              </a:rPr>
              <a:t> c, d: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begin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if u=1 then R(u+1, v)</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v:=(a+c)*(b-d);</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end {R}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begin</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R(1, x);</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end {Q}</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procedure S</a:t>
            </a:r>
            <a:r>
              <a:rPr lang="en-US" altLang="zh-CN" sz="1819" dirty="0">
                <a:solidFill>
                  <a:srgbClr val="006600"/>
                </a:solidFill>
              </a:rPr>
              <a:t>;</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t>
            </a:r>
            <a:r>
              <a:rPr lang="en-US" altLang="zh-CN" sz="1819" dirty="0" err="1">
                <a:solidFill>
                  <a:srgbClr val="006600"/>
                </a:solidFill>
              </a:rPr>
              <a:t>var</a:t>
            </a:r>
            <a:r>
              <a:rPr lang="en-US" altLang="zh-CN" sz="1819" dirty="0">
                <a:solidFill>
                  <a:srgbClr val="006600"/>
                </a:solidFill>
              </a:rPr>
              <a:t> c, i:integer;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begin</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a:=1;</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Q(c);</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end {S}</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begin</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a:=0;</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S;</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end. {P}</a:t>
            </a:r>
            <a:endParaRPr lang="zh-CN" altLang="en-US" sz="1819" dirty="0">
              <a:solidFill>
                <a:srgbClr val="CC6600"/>
              </a:solidFill>
            </a:endParaRPr>
          </a:p>
        </p:txBody>
      </p:sp>
      <p:sp>
        <p:nvSpPr>
          <p:cNvPr id="251909" name="Rectangle 5"/>
          <p:cNvSpPr>
            <a:spLocks noChangeArrowheads="1"/>
          </p:cNvSpPr>
          <p:nvPr/>
        </p:nvSpPr>
        <p:spPr bwMode="auto">
          <a:xfrm>
            <a:off x="549275" y="2413000"/>
            <a:ext cx="125095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6121" tIns="38062" rIns="76121" bIns="38062"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315">
                <a:solidFill>
                  <a:srgbClr val="CC6600"/>
                </a:solidFill>
                <a:latin typeface="微软雅黑" panose="020B0503020204020204" pitchFamily="34" charset="-122"/>
                <a:cs typeface="+mn-cs"/>
                <a:sym typeface="Symbol" panose="05050102010706020507" pitchFamily="18" charset="2"/>
              </a:rPr>
              <a:t>主程序</a:t>
            </a:r>
            <a:r>
              <a:rPr lang="en-US" altLang="zh-CN" sz="2315">
                <a:solidFill>
                  <a:srgbClr val="CC6600"/>
                </a:solidFill>
                <a:latin typeface="微软雅黑" panose="020B0503020204020204" pitchFamily="34" charset="-122"/>
                <a:cs typeface="+mn-cs"/>
                <a:sym typeface="Symbol" panose="05050102010706020507" pitchFamily="18" charset="2"/>
              </a:rPr>
              <a:t>P</a:t>
            </a:r>
            <a:endParaRPr lang="zh-CN" altLang="en-US" sz="2315">
              <a:solidFill>
                <a:srgbClr val="CC6600"/>
              </a:solidFill>
              <a:latin typeface="微软雅黑" panose="020B0503020204020204" pitchFamily="34" charset="-122"/>
              <a:cs typeface="+mn-cs"/>
            </a:endParaRPr>
          </a:p>
        </p:txBody>
      </p:sp>
      <p:sp>
        <p:nvSpPr>
          <p:cNvPr id="251910" name="Rectangle 6"/>
          <p:cNvSpPr>
            <a:spLocks noChangeArrowheads="1"/>
          </p:cNvSpPr>
          <p:nvPr/>
        </p:nvSpPr>
        <p:spPr bwMode="auto">
          <a:xfrm>
            <a:off x="1655763" y="2376488"/>
            <a:ext cx="14192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6600"/>
                </a:solidFill>
                <a:latin typeface="微软雅黑" panose="020B0503020204020204" pitchFamily="34" charset="-122"/>
                <a:cs typeface="+mn-cs"/>
                <a:sym typeface="Symbol" panose="05050102010706020507" pitchFamily="18" charset="2"/>
              </a:rPr>
              <a:t>过程</a:t>
            </a:r>
            <a:r>
              <a:rPr lang="zh-CN" altLang="en-US" sz="2315" dirty="0">
                <a:solidFill>
                  <a:srgbClr val="006600"/>
                </a:solidFill>
                <a:latin typeface="微软雅黑" panose="020B0503020204020204" pitchFamily="34" charset="-122"/>
                <a:cs typeface="+mn-cs"/>
              </a:rPr>
              <a:t> </a:t>
            </a:r>
            <a:r>
              <a:rPr lang="en-US" altLang="zh-CN" sz="2315" dirty="0">
                <a:solidFill>
                  <a:srgbClr val="006600"/>
                </a:solidFill>
                <a:latin typeface="微软雅黑" panose="020B0503020204020204" pitchFamily="34" charset="-122"/>
                <a:cs typeface="+mn-cs"/>
              </a:rPr>
              <a:t>S</a:t>
            </a:r>
            <a:endParaRPr lang="en-GB" altLang="zh-CN" sz="2315" dirty="0">
              <a:solidFill>
                <a:srgbClr val="006600"/>
              </a:solidFill>
              <a:latin typeface="微软雅黑" panose="020B0503020204020204" pitchFamily="34" charset="-122"/>
              <a:cs typeface="+mn-cs"/>
            </a:endParaRPr>
          </a:p>
        </p:txBody>
      </p:sp>
      <p:sp>
        <p:nvSpPr>
          <p:cNvPr id="251911" name="Rectangle 7"/>
          <p:cNvSpPr>
            <a:spLocks noChangeArrowheads="1"/>
          </p:cNvSpPr>
          <p:nvPr/>
        </p:nvSpPr>
        <p:spPr bwMode="auto">
          <a:xfrm>
            <a:off x="2947988" y="2360613"/>
            <a:ext cx="14890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70C0"/>
                </a:solidFill>
                <a:latin typeface="微软雅黑" panose="020B0503020204020204" pitchFamily="34" charset="-122"/>
                <a:cs typeface="+mn-cs"/>
                <a:sym typeface="Symbol" panose="05050102010706020507" pitchFamily="18" charset="2"/>
              </a:rPr>
              <a:t>过程</a:t>
            </a:r>
            <a:r>
              <a:rPr lang="zh-CN" altLang="en-US" sz="2315" dirty="0">
                <a:solidFill>
                  <a:srgbClr val="0070C0"/>
                </a:solidFill>
                <a:latin typeface="微软雅黑" panose="020B0503020204020204" pitchFamily="34" charset="-122"/>
                <a:cs typeface="+mn-cs"/>
              </a:rPr>
              <a:t> </a:t>
            </a:r>
            <a:r>
              <a:rPr lang="en-US" altLang="zh-CN" sz="2315" dirty="0">
                <a:solidFill>
                  <a:srgbClr val="0070C0"/>
                </a:solidFill>
                <a:latin typeface="微软雅黑" panose="020B0503020204020204" pitchFamily="34" charset="-122"/>
                <a:cs typeface="+mn-cs"/>
              </a:rPr>
              <a:t>Q</a:t>
            </a:r>
            <a:endParaRPr lang="en-GB" altLang="zh-CN" sz="2315" dirty="0">
              <a:solidFill>
                <a:srgbClr val="0070C0"/>
              </a:solidFill>
              <a:latin typeface="微软雅黑" panose="020B0503020204020204" pitchFamily="34" charset="-122"/>
              <a:cs typeface="+mn-cs"/>
            </a:endParaRPr>
          </a:p>
        </p:txBody>
      </p:sp>
      <p:sp>
        <p:nvSpPr>
          <p:cNvPr id="251912" name="Rectangle 8"/>
          <p:cNvSpPr>
            <a:spLocks noChangeArrowheads="1"/>
          </p:cNvSpPr>
          <p:nvPr/>
        </p:nvSpPr>
        <p:spPr bwMode="auto">
          <a:xfrm>
            <a:off x="801688" y="2768600"/>
            <a:ext cx="14414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3" name="Rectangle 9"/>
          <p:cNvSpPr>
            <a:spLocks noChangeArrowheads="1"/>
          </p:cNvSpPr>
          <p:nvPr/>
        </p:nvSpPr>
        <p:spPr bwMode="auto">
          <a:xfrm>
            <a:off x="2079625" y="2746375"/>
            <a:ext cx="13541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6" name="Rectangle 12"/>
          <p:cNvSpPr>
            <a:spLocks noChangeArrowheads="1"/>
          </p:cNvSpPr>
          <p:nvPr/>
        </p:nvSpPr>
        <p:spPr bwMode="auto">
          <a:xfrm>
            <a:off x="798513" y="3381375"/>
            <a:ext cx="2974975" cy="18653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488">
              <a:solidFill>
                <a:prstClr val="black"/>
              </a:solidFill>
              <a:ea typeface="宋体" panose="02010600030101010101" pitchFamily="2" charset="-122"/>
              <a:cs typeface="+mn-cs"/>
            </a:endParaRPr>
          </a:p>
        </p:txBody>
      </p:sp>
      <p:graphicFrame>
        <p:nvGraphicFramePr>
          <p:cNvPr id="3" name="图示 2"/>
          <p:cNvGraphicFramePr>
            <a:graphicFrameLocks noChangeAspect="1"/>
          </p:cNvGraphicFramePr>
          <p:nvPr/>
        </p:nvGraphicFramePr>
        <p:xfrm>
          <a:off x="7596250" y="4216182"/>
          <a:ext cx="2446551" cy="2250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线形标注 1 3"/>
          <p:cNvSpPr/>
          <p:nvPr/>
        </p:nvSpPr>
        <p:spPr>
          <a:xfrm>
            <a:off x="7527925" y="2536825"/>
            <a:ext cx="21431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sz="1984" dirty="0">
                <a:solidFill>
                  <a:prstClr val="white"/>
                </a:solidFill>
              </a:rPr>
              <a:t>[a(0, 3)</a:t>
            </a:r>
            <a:r>
              <a:rPr lang="zh-CN" altLang="en-US" sz="1984" dirty="0">
                <a:solidFill>
                  <a:prstClr val="white"/>
                </a:solidFill>
              </a:rPr>
              <a:t>、</a:t>
            </a:r>
            <a:r>
              <a:rPr lang="en-US" altLang="zh-CN" sz="1984" dirty="0">
                <a:solidFill>
                  <a:prstClr val="white"/>
                </a:solidFill>
              </a:rPr>
              <a:t>b(1, 4)]</a:t>
            </a:r>
          </a:p>
        </p:txBody>
      </p:sp>
      <p:sp>
        <p:nvSpPr>
          <p:cNvPr id="21" name="线形标注 1 20"/>
          <p:cNvSpPr/>
          <p:nvPr/>
        </p:nvSpPr>
        <p:spPr>
          <a:xfrm>
            <a:off x="6437313" y="352742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sz="1984" dirty="0">
                <a:solidFill>
                  <a:prstClr val="white"/>
                </a:solidFill>
              </a:rPr>
              <a:t>[x(0, 4)]</a:t>
            </a:r>
          </a:p>
        </p:txBody>
      </p:sp>
      <p:sp>
        <p:nvSpPr>
          <p:cNvPr id="22" name="线形标注 1 21"/>
          <p:cNvSpPr/>
          <p:nvPr/>
        </p:nvSpPr>
        <p:spPr>
          <a:xfrm>
            <a:off x="6238875" y="4633913"/>
            <a:ext cx="1190625" cy="357187"/>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sz="1984" dirty="0">
                <a:solidFill>
                  <a:prstClr val="white"/>
                </a:solidFill>
              </a:rPr>
              <a:t>[a(0, 3) ]</a:t>
            </a:r>
          </a:p>
        </p:txBody>
      </p:sp>
      <p:sp>
        <p:nvSpPr>
          <p:cNvPr id="23" name="线形标注 1 22"/>
          <p:cNvSpPr/>
          <p:nvPr/>
        </p:nvSpPr>
        <p:spPr>
          <a:xfrm>
            <a:off x="5924550" y="561657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sz="1984" dirty="0">
                <a:solidFill>
                  <a:prstClr val="white"/>
                </a:solidFill>
              </a:rPr>
              <a:t>[a(0, 3) ]</a:t>
            </a:r>
          </a:p>
        </p:txBody>
      </p:sp>
      <p:sp>
        <p:nvSpPr>
          <p:cNvPr id="5" name="文本框 4"/>
          <p:cNvSpPr txBox="1"/>
          <p:nvPr/>
        </p:nvSpPr>
        <p:spPr>
          <a:xfrm>
            <a:off x="323850" y="5330376"/>
            <a:ext cx="4067175" cy="2229713"/>
          </a:xfrm>
          <a:prstGeom prst="rect">
            <a:avLst/>
          </a:prstGeom>
          <a:noFill/>
        </p:spPr>
        <p:txBody>
          <a:bodyPr>
            <a:spAutoFit/>
          </a:bodyPr>
          <a:lstStyle/>
          <a:p>
            <a:pPr defTabSz="503972" eaLnBrk="1" fontAlgn="auto" hangingPunct="1">
              <a:spcBef>
                <a:spcPts val="0"/>
              </a:spcBef>
              <a:spcAft>
                <a:spcPts val="0"/>
              </a:spcAft>
              <a:defRPr/>
            </a:pPr>
            <a:r>
              <a:rPr lang="zh-CN" altLang="en-US" sz="1984" dirty="0">
                <a:solidFill>
                  <a:prstClr val="black"/>
                </a:solidFill>
                <a:latin typeface="微软雅黑" panose="020B0503020204020204" pitchFamily="34" charset="-122"/>
                <a:ea typeface="微软雅黑" panose="020B0503020204020204" pitchFamily="34" charset="-122"/>
                <a:cs typeface="+mn-cs"/>
              </a:rPr>
              <a:t>过程运行时</a:t>
            </a:r>
            <a:r>
              <a:rPr lang="en-US" altLang="zh-CN" sz="1984" dirty="0">
                <a:solidFill>
                  <a:prstClr val="black"/>
                </a:solidFill>
                <a:latin typeface="微软雅黑" panose="020B0503020204020204" pitchFamily="34" charset="-122"/>
                <a:ea typeface="微软雅黑" panose="020B0503020204020204" pitchFamily="34" charset="-122"/>
                <a:cs typeface="+mn-cs"/>
              </a:rPr>
              <a:t>,</a:t>
            </a:r>
            <a:r>
              <a:rPr lang="zh-CN" altLang="en-US" sz="1984" dirty="0">
                <a:solidFill>
                  <a:prstClr val="black"/>
                </a:solidFill>
                <a:latin typeface="微软雅黑" panose="020B0503020204020204" pitchFamily="34" charset="-122"/>
                <a:ea typeface="微软雅黑" panose="020B0503020204020204" pitchFamily="34" charset="-122"/>
                <a:cs typeface="+mn-cs"/>
              </a:rPr>
              <a:t>必须能知道它的所有外层过程的当前活动记录的起始地址</a:t>
            </a:r>
            <a:endParaRPr lang="en-US" altLang="zh-CN" sz="1984" dirty="0">
              <a:solidFill>
                <a:prstClr val="black"/>
              </a:solidFill>
              <a:latin typeface="微软雅黑" panose="020B0503020204020204" pitchFamily="34" charset="-122"/>
              <a:ea typeface="微软雅黑" panose="020B0503020204020204" pitchFamily="34" charset="-122"/>
              <a:cs typeface="+mn-cs"/>
            </a:endParaRPr>
          </a:p>
          <a:p>
            <a:pPr defTabSz="503972" eaLnBrk="1" fontAlgn="auto" hangingPunct="1">
              <a:spcBef>
                <a:spcPts val="0"/>
              </a:spcBef>
              <a:spcAft>
                <a:spcPts val="0"/>
              </a:spcAft>
              <a:defRPr/>
            </a:pPr>
            <a:endParaRPr lang="en-US" altLang="zh-CN" sz="1984" noProof="1">
              <a:solidFill>
                <a:prstClr val="black"/>
              </a:solidFill>
              <a:latin typeface="微软雅黑" panose="020B0503020204020204" pitchFamily="34" charset="-122"/>
              <a:ea typeface="微软雅黑" panose="020B0503020204020204" pitchFamily="34" charset="-122"/>
              <a:cs typeface="+mn-cs"/>
            </a:endParaRPr>
          </a:p>
          <a:p>
            <a:pPr defTabSz="503972" eaLnBrk="1" fontAlgn="auto" hangingPunct="1">
              <a:spcBef>
                <a:spcPts val="0"/>
              </a:spcBef>
              <a:spcAft>
                <a:spcPts val="0"/>
              </a:spcAft>
              <a:defRPr/>
            </a:pPr>
            <a:r>
              <a:rPr lang="zh-CN" altLang="en-US" sz="1984" noProof="1">
                <a:solidFill>
                  <a:prstClr val="black"/>
                </a:solidFill>
                <a:latin typeface="微软雅黑" panose="020B0503020204020204" pitchFamily="34" charset="-122"/>
                <a:ea typeface="微软雅黑" panose="020B0503020204020204" pitchFamily="34" charset="-122"/>
                <a:cs typeface="+mn-cs"/>
              </a:rPr>
              <a:t>除了知道当前自己的活动记录在栈顶之外，还需知道在定义上处在外层（直接外层，间接外层）活动记录在栈中的起始地址</a:t>
            </a:r>
            <a:endParaRPr lang="en-US" altLang="zh-CN" sz="1984" noProof="1">
              <a:solidFill>
                <a:prstClr val="black"/>
              </a:solidFill>
              <a:latin typeface="微软雅黑" panose="020B0503020204020204" pitchFamily="34" charset="-122"/>
              <a:ea typeface="微软雅黑" panose="020B0503020204020204" pitchFamily="34" charset="-122"/>
              <a:cs typeface="+mn-cs"/>
            </a:endParaRPr>
          </a:p>
        </p:txBody>
      </p:sp>
      <p:sp>
        <p:nvSpPr>
          <p:cNvPr id="6" name="灯片编号占位符 5">
            <a:extLst>
              <a:ext uri="{FF2B5EF4-FFF2-40B4-BE49-F238E27FC236}">
                <a16:creationId xmlns:a16="http://schemas.microsoft.com/office/drawing/2014/main" id="{B567534B-8FF9-C840-52DA-AD6924F97639}"/>
              </a:ext>
            </a:extLst>
          </p:cNvPr>
          <p:cNvSpPr>
            <a:spLocks noGrp="1"/>
          </p:cNvSpPr>
          <p:nvPr>
            <p:ph type="sldNum" sz="quarter" idx="12"/>
          </p:nvPr>
        </p:nvSpPr>
        <p:spPr/>
        <p:txBody>
          <a:bodyPr/>
          <a:lstStyle/>
          <a:p>
            <a:pPr>
              <a:defRPr/>
            </a:pPr>
            <a:fld id="{648864A3-7802-4631-BE0D-FF357BC6A1A9}" type="slidenum">
              <a:rPr lang="en-US" smtClean="0"/>
              <a:pPr>
                <a:defRPr/>
              </a:pPr>
              <a:t>43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191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51918"/>
                                        </p:tgtEl>
                                        <p:attrNameLst>
                                          <p:attrName>style.visibility</p:attrName>
                                        </p:attrNameLst>
                                      </p:cBhvr>
                                      <p:to>
                                        <p:strVal val="visible"/>
                                      </p:to>
                                    </p:set>
                                    <p:animEffect transition="in" filter="wipe(down)">
                                      <p:cBhvr>
                                        <p:cTn id="16" dur="500"/>
                                        <p:tgtEl>
                                          <p:spTgt spid="2519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1909"/>
                                        </p:tgtEl>
                                        <p:attrNameLst>
                                          <p:attrName>style.visibility</p:attrName>
                                        </p:attrNameLst>
                                      </p:cBhvr>
                                      <p:to>
                                        <p:strVal val="visible"/>
                                      </p:to>
                                    </p:set>
                                    <p:animEffect transition="in" filter="wipe(left)">
                                      <p:cBhvr>
                                        <p:cTn id="21" dur="500"/>
                                        <p:tgtEl>
                                          <p:spTgt spid="2519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51915"/>
                                        </p:tgtEl>
                                        <p:attrNameLst>
                                          <p:attrName>style.visibility</p:attrName>
                                        </p:attrNameLst>
                                      </p:cBhvr>
                                      <p:to>
                                        <p:strVal val="visible"/>
                                      </p:to>
                                    </p:set>
                                    <p:animEffect transition="in" filter="wipe(down)">
                                      <p:cBhvr>
                                        <p:cTn id="26" dur="500"/>
                                        <p:tgtEl>
                                          <p:spTgt spid="2519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1910"/>
                                        </p:tgtEl>
                                        <p:attrNameLst>
                                          <p:attrName>style.visibility</p:attrName>
                                        </p:attrNameLst>
                                      </p:cBhvr>
                                      <p:to>
                                        <p:strVal val="visible"/>
                                      </p:to>
                                    </p:set>
                                    <p:animEffect transition="in" filter="wipe(left)">
                                      <p:cBhvr>
                                        <p:cTn id="31" dur="500"/>
                                        <p:tgtEl>
                                          <p:spTgt spid="2519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51914"/>
                                        </p:tgtEl>
                                        <p:attrNameLst>
                                          <p:attrName>style.visibility</p:attrName>
                                        </p:attrNameLst>
                                      </p:cBhvr>
                                      <p:to>
                                        <p:strVal val="visible"/>
                                      </p:to>
                                    </p:set>
                                    <p:animEffect transition="in" filter="wipe(down)">
                                      <p:cBhvr>
                                        <p:cTn id="36" dur="500"/>
                                        <p:tgtEl>
                                          <p:spTgt spid="25191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51911"/>
                                        </p:tgtEl>
                                        <p:attrNameLst>
                                          <p:attrName>style.visibility</p:attrName>
                                        </p:attrNameLst>
                                      </p:cBhvr>
                                      <p:to>
                                        <p:strVal val="visible"/>
                                      </p:to>
                                    </p:set>
                                    <p:animEffect transition="in" filter="wipe(left)">
                                      <p:cBhvr>
                                        <p:cTn id="41" dur="500"/>
                                        <p:tgtEl>
                                          <p:spTgt spid="25191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1917"/>
                                        </p:tgtEl>
                                        <p:attrNameLst>
                                          <p:attrName>style.visibility</p:attrName>
                                        </p:attrNameLst>
                                      </p:cBhvr>
                                      <p:to>
                                        <p:strVal val="visible"/>
                                      </p:to>
                                    </p:set>
                                    <p:animEffect transition="in" filter="wipe(down)">
                                      <p:cBhvr>
                                        <p:cTn id="46" dur="500"/>
                                        <p:tgtEl>
                                          <p:spTgt spid="25191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1912"/>
                                        </p:tgtEl>
                                        <p:attrNameLst>
                                          <p:attrName>style.visibility</p:attrName>
                                        </p:attrNameLst>
                                      </p:cBhvr>
                                      <p:to>
                                        <p:strVal val="visible"/>
                                      </p:to>
                                    </p:set>
                                    <p:animEffect transition="in" filter="wipe(left)">
                                      <p:cBhvr>
                                        <p:cTn id="51" dur="500"/>
                                        <p:tgtEl>
                                          <p:spTgt spid="25191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51920"/>
                                        </p:tgtEl>
                                        <p:attrNameLst>
                                          <p:attrName>style.visibility</p:attrName>
                                        </p:attrNameLst>
                                      </p:cBhvr>
                                      <p:to>
                                        <p:strVal val="visible"/>
                                      </p:to>
                                    </p:set>
                                    <p:animEffect transition="in" filter="wipe(down)">
                                      <p:cBhvr>
                                        <p:cTn id="56" dur="500"/>
                                        <p:tgtEl>
                                          <p:spTgt spid="25192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51913"/>
                                        </p:tgtEl>
                                        <p:attrNameLst>
                                          <p:attrName>style.visibility</p:attrName>
                                        </p:attrNameLst>
                                      </p:cBhvr>
                                      <p:to>
                                        <p:strVal val="visible"/>
                                      </p:to>
                                    </p:set>
                                    <p:animEffect transition="in" filter="wipe(left)">
                                      <p:cBhvr>
                                        <p:cTn id="61" dur="500"/>
                                        <p:tgtEl>
                                          <p:spTgt spid="25191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251921"/>
                                        </p:tgtEl>
                                        <p:attrNameLst>
                                          <p:attrName>style.visibility</p:attrName>
                                        </p:attrNameLst>
                                      </p:cBhvr>
                                      <p:to>
                                        <p:strVal val="visible"/>
                                      </p:to>
                                    </p:set>
                                    <p:animEffect transition="in" filter="wipe(down)">
                                      <p:cBhvr>
                                        <p:cTn id="66" dur="500"/>
                                        <p:tgtEl>
                                          <p:spTgt spid="25192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left)">
                                      <p:cBhvr>
                                        <p:cTn id="71" dur="500"/>
                                        <p:tgtEl>
                                          <p:spTgt spid="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500"/>
                                        <p:tgtEl>
                                          <p:spTgt spid="2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ipe(left)">
                                      <p:cBhvr>
                                        <p:cTn id="86" dur="500"/>
                                        <p:tgtEl>
                                          <p:spTgt spid="2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wipe(left)">
                                      <p:cBhvr>
                                        <p:cTn id="9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5" grpId="0" animBg="1"/>
      <p:bldP spid="251917" grpId="0" animBg="1"/>
      <p:bldP spid="251918" grpId="0" animBg="1"/>
      <p:bldP spid="251920" grpId="0" animBg="1"/>
      <p:bldP spid="251921" grpId="0" animBg="1"/>
      <p:bldP spid="251909" grpId="0"/>
      <p:bldP spid="251910" grpId="0"/>
      <p:bldP spid="251911" grpId="0"/>
      <p:bldP spid="251912" grpId="0"/>
      <p:bldP spid="251913" grpId="0"/>
      <p:bldP spid="251916" grpId="0" animBg="1"/>
      <p:bldGraphic spid="3" grpId="0">
        <p:bldAsOne/>
      </p:bldGraphic>
      <p:bldP spid="4" grpId="0" animBg="1"/>
      <p:bldP spid="21" grpId="0" animBg="1"/>
      <p:bldP spid="22" grpId="0" animBg="1"/>
      <p:bldP spid="23"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静态链和活动记录</a:t>
            </a:r>
          </a:p>
        </p:txBody>
      </p:sp>
      <p:sp>
        <p:nvSpPr>
          <p:cNvPr id="23555" name="Rectangle 3"/>
          <p:cNvSpPr>
            <a:spLocks noGrp="1" noChangeArrowheads="1"/>
          </p:cNvSpPr>
          <p:nvPr>
            <p:ph idx="1"/>
          </p:nvPr>
        </p:nvSpPr>
        <p:spPr>
          <a:xfrm>
            <a:off x="104775" y="2541588"/>
            <a:ext cx="6646863" cy="3487737"/>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noProof="1">
                <a:solidFill>
                  <a:srgbClr val="C00000"/>
                </a:solidFill>
              </a:rPr>
              <a:t>动态链</a:t>
            </a:r>
            <a:r>
              <a:rPr lang="zh-CN" altLang="en-US" sz="3086" noProof="1">
                <a:solidFill>
                  <a:schemeClr val="tx1">
                    <a:lumMod val="75000"/>
                    <a:lumOff val="25000"/>
                  </a:schemeClr>
                </a:solidFill>
              </a:rPr>
              <a:t>：指向本过程的调用过程的活动记录的起始地址，也称</a:t>
            </a:r>
            <a:r>
              <a:rPr lang="zh-CN" altLang="en-US" sz="3086" noProof="1">
                <a:solidFill>
                  <a:srgbClr val="0070C0"/>
                </a:solidFill>
              </a:rPr>
              <a:t>控制链</a:t>
            </a:r>
            <a:r>
              <a:rPr lang="zh-CN" altLang="en-US" sz="3086" noProof="1">
                <a:solidFill>
                  <a:schemeClr val="tx1">
                    <a:lumMod val="75000"/>
                    <a:lumOff val="25000"/>
                  </a:schemeClr>
                </a:solidFill>
              </a:rPr>
              <a:t>。</a:t>
            </a:r>
            <a:endParaRPr lang="en-US" altLang="en-US" sz="3086" dirty="0">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r>
              <a:rPr lang="zh-CN" altLang="en-US" sz="3086" noProof="1">
                <a:solidFill>
                  <a:srgbClr val="C00000"/>
                </a:solidFill>
              </a:rPr>
              <a:t>静态链</a:t>
            </a:r>
            <a:r>
              <a:rPr lang="zh-CN" altLang="en-US" sz="3086" noProof="1">
                <a:solidFill>
                  <a:schemeClr val="tx1">
                    <a:lumMod val="75000"/>
                    <a:lumOff val="25000"/>
                  </a:schemeClr>
                </a:solidFill>
              </a:rPr>
              <a:t>：指向本过程的直接外层过程的活动记录的起始地址，也称</a:t>
            </a:r>
            <a:r>
              <a:rPr lang="zh-CN" altLang="en-US" sz="3086" noProof="1">
                <a:solidFill>
                  <a:srgbClr val="0070C0"/>
                </a:solidFill>
              </a:rPr>
              <a:t>存取链</a:t>
            </a:r>
            <a:r>
              <a:rPr lang="zh-CN" altLang="en-US" sz="3086" noProof="1">
                <a:solidFill>
                  <a:schemeClr val="tx1">
                    <a:lumMod val="75000"/>
                    <a:lumOff val="25000"/>
                  </a:schemeClr>
                </a:solidFill>
              </a:rPr>
              <a:t>。</a:t>
            </a:r>
          </a:p>
        </p:txBody>
      </p:sp>
      <p:sp>
        <p:nvSpPr>
          <p:cNvPr id="23556" name="Rectangle 4"/>
          <p:cNvSpPr>
            <a:spLocks noChangeArrowheads="1"/>
          </p:cNvSpPr>
          <p:nvPr/>
        </p:nvSpPr>
        <p:spPr bwMode="auto">
          <a:xfrm>
            <a:off x="7548563" y="5307479"/>
            <a:ext cx="1835150" cy="447675"/>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a:solidFill>
                  <a:prstClr val="black"/>
                </a:solidFill>
                <a:latin typeface="微软雅黑" panose="020B0503020204020204" pitchFamily="34" charset="-122"/>
                <a:cs typeface="+mn-cs"/>
              </a:rPr>
              <a:t>参数个数</a:t>
            </a:r>
          </a:p>
        </p:txBody>
      </p:sp>
      <p:sp>
        <p:nvSpPr>
          <p:cNvPr id="23557" name="Rectangle 5"/>
          <p:cNvSpPr>
            <a:spLocks noChangeArrowheads="1"/>
          </p:cNvSpPr>
          <p:nvPr/>
        </p:nvSpPr>
        <p:spPr bwMode="auto">
          <a:xfrm>
            <a:off x="7548563" y="6206004"/>
            <a:ext cx="1841500" cy="449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a:solidFill>
                  <a:prstClr val="black"/>
                </a:solidFill>
                <a:latin typeface="微软雅黑" panose="020B0503020204020204" pitchFamily="34" charset="-122"/>
                <a:cs typeface="+mn-cs"/>
              </a:rPr>
              <a:t>返回地址</a:t>
            </a:r>
          </a:p>
        </p:txBody>
      </p:sp>
      <p:sp>
        <p:nvSpPr>
          <p:cNvPr id="23558" name="Rectangle 6"/>
          <p:cNvSpPr>
            <a:spLocks noChangeArrowheads="1"/>
          </p:cNvSpPr>
          <p:nvPr/>
        </p:nvSpPr>
        <p:spPr bwMode="auto">
          <a:xfrm>
            <a:off x="7548563" y="3459629"/>
            <a:ext cx="1843088" cy="365283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488">
              <a:solidFill>
                <a:prstClr val="black"/>
              </a:solidFill>
              <a:ea typeface="宋体" panose="02010600030101010101" pitchFamily="2" charset="-122"/>
              <a:cs typeface="+mn-cs"/>
            </a:endParaRPr>
          </a:p>
        </p:txBody>
      </p:sp>
      <p:sp>
        <p:nvSpPr>
          <p:cNvPr id="23559" name="Rectangle 7"/>
          <p:cNvSpPr>
            <a:spLocks noChangeArrowheads="1"/>
          </p:cNvSpPr>
          <p:nvPr/>
        </p:nvSpPr>
        <p:spPr bwMode="auto">
          <a:xfrm>
            <a:off x="7548563" y="4858216"/>
            <a:ext cx="1841500" cy="4492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black"/>
                </a:solidFill>
                <a:latin typeface="微软雅黑" panose="020B0503020204020204" pitchFamily="34" charset="-122"/>
                <a:cs typeface="+mn-cs"/>
              </a:rPr>
              <a:t>形式单元</a:t>
            </a:r>
            <a:endParaRPr kumimoji="1" lang="zh-CN" altLang="zh-CN" sz="2315" dirty="0">
              <a:solidFill>
                <a:prstClr val="black"/>
              </a:solidFill>
              <a:latin typeface="微软雅黑" panose="020B0503020204020204" pitchFamily="34" charset="-122"/>
              <a:cs typeface="+mn-cs"/>
            </a:endParaRPr>
          </a:p>
        </p:txBody>
      </p:sp>
      <p:sp>
        <p:nvSpPr>
          <p:cNvPr id="23560" name="Rectangle 8"/>
          <p:cNvSpPr>
            <a:spLocks noChangeArrowheads="1"/>
          </p:cNvSpPr>
          <p:nvPr/>
        </p:nvSpPr>
        <p:spPr bwMode="auto">
          <a:xfrm>
            <a:off x="7581901" y="3459629"/>
            <a:ext cx="18097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black"/>
                </a:solidFill>
                <a:latin typeface="微软雅黑" panose="020B0503020204020204" pitchFamily="34" charset="-122"/>
                <a:cs typeface="+mn-cs"/>
              </a:rPr>
              <a:t>临时单元</a:t>
            </a:r>
          </a:p>
        </p:txBody>
      </p:sp>
      <p:sp>
        <p:nvSpPr>
          <p:cNvPr id="23561" name="Rectangle 9"/>
          <p:cNvSpPr>
            <a:spLocks noChangeArrowheads="1"/>
          </p:cNvSpPr>
          <p:nvPr/>
        </p:nvSpPr>
        <p:spPr bwMode="auto">
          <a:xfrm>
            <a:off x="7581901" y="3908891"/>
            <a:ext cx="18097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black"/>
                </a:solidFill>
                <a:latin typeface="微软雅黑" panose="020B0503020204020204" pitchFamily="34" charset="-122"/>
                <a:cs typeface="+mn-cs"/>
              </a:rPr>
              <a:t>内情向量</a:t>
            </a:r>
          </a:p>
        </p:txBody>
      </p:sp>
      <p:sp>
        <p:nvSpPr>
          <p:cNvPr id="23562" name="Rectangle 10"/>
          <p:cNvSpPr>
            <a:spLocks noChangeArrowheads="1"/>
          </p:cNvSpPr>
          <p:nvPr/>
        </p:nvSpPr>
        <p:spPr bwMode="auto">
          <a:xfrm>
            <a:off x="7581901" y="4359741"/>
            <a:ext cx="180975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black"/>
                </a:solidFill>
                <a:latin typeface="微软雅黑" panose="020B0503020204020204" pitchFamily="34" charset="-122"/>
                <a:cs typeface="+mn-cs"/>
              </a:rPr>
              <a:t>局部变量</a:t>
            </a:r>
          </a:p>
        </p:txBody>
      </p:sp>
      <p:sp>
        <p:nvSpPr>
          <p:cNvPr id="23563" name="Rectangle 11"/>
          <p:cNvSpPr>
            <a:spLocks noChangeArrowheads="1"/>
          </p:cNvSpPr>
          <p:nvPr/>
        </p:nvSpPr>
        <p:spPr bwMode="auto">
          <a:xfrm>
            <a:off x="6891338" y="6663204"/>
            <a:ext cx="4730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315">
                <a:solidFill>
                  <a:prstClr val="black"/>
                </a:solidFill>
                <a:latin typeface="微软雅黑" panose="020B0503020204020204" pitchFamily="34" charset="-122"/>
                <a:cs typeface="+mn-cs"/>
              </a:rPr>
              <a:t>SP</a:t>
            </a:r>
            <a:r>
              <a:rPr kumimoji="1" lang="en-US" altLang="zh-CN" sz="2315">
                <a:solidFill>
                  <a:prstClr val="black"/>
                </a:solidFill>
                <a:latin typeface="微软雅黑" panose="020B0503020204020204" pitchFamily="34" charset="-122"/>
                <a:cs typeface="+mn-cs"/>
                <a:sym typeface="Symbol" panose="05050102010706020507" pitchFamily="18" charset="2"/>
              </a:rPr>
              <a:t></a:t>
            </a:r>
            <a:r>
              <a:rPr kumimoji="1" lang="en-US" altLang="zh-CN" sz="2315">
                <a:solidFill>
                  <a:prstClr val="black"/>
                </a:solidFill>
                <a:latin typeface="微软雅黑" panose="020B0503020204020204" pitchFamily="34" charset="-122"/>
                <a:cs typeface="+mn-cs"/>
              </a:rPr>
              <a:t>0</a:t>
            </a:r>
          </a:p>
        </p:txBody>
      </p:sp>
      <p:sp>
        <p:nvSpPr>
          <p:cNvPr id="23564" name="Rectangle 12"/>
          <p:cNvSpPr>
            <a:spLocks noChangeArrowheads="1"/>
          </p:cNvSpPr>
          <p:nvPr/>
        </p:nvSpPr>
        <p:spPr bwMode="auto">
          <a:xfrm>
            <a:off x="7107238" y="6212354"/>
            <a:ext cx="474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en-US" sz="2315">
                <a:solidFill>
                  <a:prstClr val="black"/>
                </a:solidFill>
                <a:latin typeface="微软雅黑" panose="020B0503020204020204" pitchFamily="34" charset="-122"/>
                <a:cs typeface="+mn-cs"/>
              </a:rPr>
              <a:t>1</a:t>
            </a:r>
          </a:p>
        </p:txBody>
      </p:sp>
      <p:sp>
        <p:nvSpPr>
          <p:cNvPr id="23565" name="Rectangle 13"/>
          <p:cNvSpPr>
            <a:spLocks noChangeArrowheads="1"/>
          </p:cNvSpPr>
          <p:nvPr/>
        </p:nvSpPr>
        <p:spPr bwMode="auto">
          <a:xfrm>
            <a:off x="7107238" y="5790079"/>
            <a:ext cx="474663"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2315">
                <a:solidFill>
                  <a:prstClr val="black"/>
                </a:solidFill>
                <a:latin typeface="微软雅黑" panose="020B0503020204020204" pitchFamily="34" charset="-122"/>
                <a:cs typeface="+mn-cs"/>
              </a:rPr>
              <a:t>2</a:t>
            </a:r>
          </a:p>
        </p:txBody>
      </p:sp>
      <p:sp>
        <p:nvSpPr>
          <p:cNvPr id="23566" name="Line 14"/>
          <p:cNvSpPr>
            <a:spLocks noChangeShapeType="1"/>
          </p:cNvSpPr>
          <p:nvPr/>
        </p:nvSpPr>
        <p:spPr bwMode="auto">
          <a:xfrm flipV="1">
            <a:off x="9626601" y="3512016"/>
            <a:ext cx="0" cy="3600450"/>
          </a:xfrm>
          <a:prstGeom prst="line">
            <a:avLst/>
          </a:prstGeom>
          <a:noFill/>
          <a:ln w="34925">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23567" name="Rectangle 15"/>
          <p:cNvSpPr>
            <a:spLocks noChangeArrowheads="1"/>
          </p:cNvSpPr>
          <p:nvPr/>
        </p:nvSpPr>
        <p:spPr bwMode="auto">
          <a:xfrm>
            <a:off x="7548563" y="6660029"/>
            <a:ext cx="1841500" cy="447675"/>
          </a:xfrm>
          <a:prstGeom prst="rect">
            <a:avLst/>
          </a:prstGeom>
          <a:solidFill>
            <a:schemeClr val="accent2"/>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white"/>
                </a:solidFill>
                <a:latin typeface="微软雅黑" panose="020B0503020204020204" pitchFamily="34" charset="-122"/>
                <a:cs typeface="+mn-cs"/>
              </a:rPr>
              <a:t>动态链(老</a:t>
            </a:r>
            <a:r>
              <a:rPr kumimoji="1" lang="en-US" altLang="en-US" sz="2315" dirty="0">
                <a:solidFill>
                  <a:prstClr val="white"/>
                </a:solidFill>
                <a:latin typeface="微软雅黑" panose="020B0503020204020204" pitchFamily="34" charset="-122"/>
                <a:cs typeface="+mn-cs"/>
              </a:rPr>
              <a:t>SP)</a:t>
            </a:r>
            <a:endParaRPr kumimoji="1" lang="en-US" altLang="zh-CN" sz="2315" dirty="0">
              <a:solidFill>
                <a:prstClr val="white"/>
              </a:solidFill>
              <a:latin typeface="微软雅黑" panose="020B0503020204020204" pitchFamily="34" charset="-122"/>
              <a:cs typeface="+mn-cs"/>
            </a:endParaRPr>
          </a:p>
        </p:txBody>
      </p:sp>
      <p:sp>
        <p:nvSpPr>
          <p:cNvPr id="23568" name="Rectangle 16"/>
          <p:cNvSpPr>
            <a:spLocks noChangeArrowheads="1"/>
          </p:cNvSpPr>
          <p:nvPr/>
        </p:nvSpPr>
        <p:spPr bwMode="auto">
          <a:xfrm>
            <a:off x="6831013" y="3459629"/>
            <a:ext cx="5778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315">
                <a:solidFill>
                  <a:prstClr val="black"/>
                </a:solidFill>
                <a:latin typeface="微软雅黑" panose="020B0503020204020204" pitchFamily="34" charset="-122"/>
                <a:cs typeface="+mn-cs"/>
              </a:rPr>
              <a:t>TOP</a:t>
            </a:r>
            <a:r>
              <a:rPr kumimoji="1" lang="en-US" altLang="zh-CN" sz="2315">
                <a:solidFill>
                  <a:prstClr val="black"/>
                </a:solidFill>
                <a:latin typeface="微软雅黑" panose="020B0503020204020204" pitchFamily="34" charset="-122"/>
                <a:cs typeface="+mn-cs"/>
                <a:sym typeface="Symbol" panose="05050102010706020507" pitchFamily="18" charset="2"/>
              </a:rPr>
              <a:t> </a:t>
            </a:r>
            <a:endParaRPr kumimoji="1" lang="en-US" altLang="zh-CN" sz="2315">
              <a:solidFill>
                <a:prstClr val="black"/>
              </a:solidFill>
              <a:latin typeface="微软雅黑" panose="020B0503020204020204" pitchFamily="34" charset="-122"/>
              <a:cs typeface="+mn-cs"/>
            </a:endParaRPr>
          </a:p>
        </p:txBody>
      </p:sp>
      <p:sp>
        <p:nvSpPr>
          <p:cNvPr id="23569" name="Rectangle 17"/>
          <p:cNvSpPr>
            <a:spLocks noChangeArrowheads="1"/>
          </p:cNvSpPr>
          <p:nvPr/>
        </p:nvSpPr>
        <p:spPr bwMode="auto">
          <a:xfrm>
            <a:off x="7548563" y="5764679"/>
            <a:ext cx="1841500" cy="44608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315" dirty="0">
                <a:solidFill>
                  <a:prstClr val="white"/>
                </a:solidFill>
                <a:latin typeface="微软雅黑" panose="020B0503020204020204" pitchFamily="34" charset="-122"/>
              </a:rPr>
              <a:t>静态链</a:t>
            </a:r>
          </a:p>
        </p:txBody>
      </p:sp>
      <p:grpSp>
        <p:nvGrpSpPr>
          <p:cNvPr id="18" name="组合 17"/>
          <p:cNvGrpSpPr>
            <a:grpSpLocks/>
          </p:cNvGrpSpPr>
          <p:nvPr/>
        </p:nvGrpSpPr>
        <p:grpSpPr bwMode="auto">
          <a:xfrm>
            <a:off x="7245459" y="119113"/>
            <a:ext cx="2562304" cy="3030682"/>
            <a:chOff x="4397985" y="3308788"/>
            <a:chExt cx="2812291" cy="3327756"/>
          </a:xfrm>
        </p:grpSpPr>
        <p:sp>
          <p:nvSpPr>
            <p:cNvPr id="19" name="Freeform 5"/>
            <p:cNvSpPr>
              <a:spLocks/>
            </p:cNvSpPr>
            <p:nvPr/>
          </p:nvSpPr>
          <p:spPr bwMode="auto">
            <a:xfrm>
              <a:off x="4562143" y="3500387"/>
              <a:ext cx="1943980" cy="3136157"/>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20" name="Rectangle 8"/>
            <p:cNvSpPr>
              <a:spLocks noChangeArrowheads="1"/>
            </p:cNvSpPr>
            <p:nvPr/>
          </p:nvSpPr>
          <p:spPr bwMode="auto">
            <a:xfrm>
              <a:off x="6376525" y="3308788"/>
              <a:ext cx="833751" cy="314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prstClr val="black"/>
                  </a:solidFill>
                  <a:latin typeface="微软雅黑" panose="020B0503020204020204" pitchFamily="34" charset="-122"/>
                  <a:ea typeface="微软雅黑" panose="020B0503020204020204" pitchFamily="34" charset="-122"/>
                  <a:cs typeface="+mn-cs"/>
                </a:rPr>
                <a:t>B1</a:t>
              </a:r>
            </a:p>
          </p:txBody>
        </p:sp>
        <p:sp>
          <p:nvSpPr>
            <p:cNvPr id="21" name="Rectangle 10"/>
            <p:cNvSpPr>
              <a:spLocks noChangeArrowheads="1"/>
            </p:cNvSpPr>
            <p:nvPr/>
          </p:nvSpPr>
          <p:spPr bwMode="auto">
            <a:xfrm>
              <a:off x="4397985" y="3622836"/>
              <a:ext cx="832312"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dirty="0">
                  <a:solidFill>
                    <a:srgbClr val="0000D0"/>
                  </a:solidFill>
                  <a:latin typeface="微软雅黑" panose="020B0503020204020204" pitchFamily="34" charset="-122"/>
                  <a:ea typeface="微软雅黑" panose="020B0503020204020204" pitchFamily="34" charset="-122"/>
                  <a:cs typeface="+mn-cs"/>
                </a:rPr>
                <a:t>Y</a:t>
              </a:r>
            </a:p>
          </p:txBody>
        </p:sp>
        <p:sp>
          <p:nvSpPr>
            <p:cNvPr id="22" name="Freeform 17"/>
            <p:cNvSpPr>
              <a:spLocks/>
            </p:cNvSpPr>
            <p:nvPr/>
          </p:nvSpPr>
          <p:spPr bwMode="auto">
            <a:xfrm>
              <a:off x="4943739" y="4490069"/>
              <a:ext cx="1202388" cy="1339746"/>
            </a:xfrm>
            <a:custGeom>
              <a:avLst/>
              <a:gdLst>
                <a:gd name="T0" fmla="*/ 2147483647 w 240"/>
                <a:gd name="T1" fmla="*/ 0 h 1632"/>
                <a:gd name="T2" fmla="*/ 0 w 240"/>
                <a:gd name="T3" fmla="*/ 0 h 1632"/>
                <a:gd name="T4" fmla="*/ 0 w 240"/>
                <a:gd name="T5" fmla="*/ 2147483647 h 1632"/>
                <a:gd name="T6" fmla="*/ 2147483647 w 240"/>
                <a:gd name="T7" fmla="*/ 214748364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2540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984">
                <a:solidFill>
                  <a:prstClr val="black"/>
                </a:solidFill>
                <a:latin typeface="Arial" panose="020B0604020202020204"/>
                <a:ea typeface="黑体" panose="02010609060101010101" pitchFamily="49" charset="-122"/>
                <a:cs typeface="+mn-cs"/>
              </a:endParaRPr>
            </a:p>
          </p:txBody>
        </p:sp>
        <p:sp>
          <p:nvSpPr>
            <p:cNvPr id="23" name="Rectangle 18"/>
            <p:cNvSpPr>
              <a:spLocks noChangeArrowheads="1"/>
            </p:cNvSpPr>
            <p:nvPr/>
          </p:nvSpPr>
          <p:spPr bwMode="auto">
            <a:xfrm>
              <a:off x="5960369" y="4330165"/>
              <a:ext cx="833752" cy="312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kumimoji="1" lang="en-US" altLang="zh-CN" sz="2646">
                  <a:solidFill>
                    <a:prstClr val="black"/>
                  </a:solidFill>
                  <a:latin typeface="微软雅黑" panose="020B0503020204020204" pitchFamily="34" charset="-122"/>
                  <a:ea typeface="微软雅黑" panose="020B0503020204020204" pitchFamily="34" charset="-122"/>
                  <a:cs typeface="+mn-cs"/>
                </a:rPr>
                <a:t>B2</a:t>
              </a:r>
            </a:p>
          </p:txBody>
        </p:sp>
        <p:sp>
          <p:nvSpPr>
            <p:cNvPr id="24" name="Rectangle 19"/>
            <p:cNvSpPr>
              <a:spLocks noChangeArrowheads="1"/>
            </p:cNvSpPr>
            <p:nvPr/>
          </p:nvSpPr>
          <p:spPr bwMode="auto">
            <a:xfrm>
              <a:off x="4778141" y="4634128"/>
              <a:ext cx="830871" cy="31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spcBef>
                  <a:spcPts val="0"/>
                </a:spcBef>
                <a:spcAft>
                  <a:spcPts val="0"/>
                </a:spcAft>
                <a:defRPr/>
              </a:pPr>
              <a:r>
                <a:rPr lang="en-US" altLang="zh-CN" sz="2646">
                  <a:solidFill>
                    <a:srgbClr val="CC0000"/>
                  </a:solidFill>
                  <a:ea typeface="微软雅黑" panose="020B0503020204020204" pitchFamily="34" charset="-122"/>
                  <a:cs typeface="+mn-cs"/>
                </a:rPr>
                <a:t>X</a:t>
              </a:r>
            </a:p>
          </p:txBody>
        </p:sp>
        <p:sp>
          <p:nvSpPr>
            <p:cNvPr id="25" name="Rectangle 20"/>
            <p:cNvSpPr>
              <a:spLocks noChangeArrowheads="1"/>
            </p:cNvSpPr>
            <p:nvPr/>
          </p:nvSpPr>
          <p:spPr bwMode="auto">
            <a:xfrm>
              <a:off x="5014299" y="3788504"/>
              <a:ext cx="830871" cy="54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sp>
          <p:nvSpPr>
            <p:cNvPr id="26" name="Rectangle 21"/>
            <p:cNvSpPr>
              <a:spLocks noChangeArrowheads="1"/>
            </p:cNvSpPr>
            <p:nvPr/>
          </p:nvSpPr>
          <p:spPr bwMode="auto">
            <a:xfrm>
              <a:off x="5230297" y="4495832"/>
              <a:ext cx="830871" cy="1488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C00000"/>
                  </a:solidFill>
                  <a:ea typeface="微软雅黑" panose="020B0503020204020204" pitchFamily="34" charset="-122"/>
                  <a:cs typeface="Arial" panose="020B0604020202020204" pitchFamily="34" charset="0"/>
                </a:rPr>
                <a:t>●</a:t>
              </a:r>
            </a:p>
          </p:txBody>
        </p:sp>
        <p:sp>
          <p:nvSpPr>
            <p:cNvPr id="27" name="Rectangle 23"/>
            <p:cNvSpPr>
              <a:spLocks noChangeArrowheads="1"/>
            </p:cNvSpPr>
            <p:nvPr/>
          </p:nvSpPr>
          <p:spPr bwMode="auto">
            <a:xfrm>
              <a:off x="5014299" y="5983959"/>
              <a:ext cx="830871" cy="52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a:t>
              </a:r>
            </a:p>
            <a:p>
              <a:pPr algn="ctr" defTabSz="503972" eaLnBrk="1" fontAlgn="auto" hangingPunct="1">
                <a:lnSpc>
                  <a:spcPct val="130000"/>
                </a:lnSpc>
                <a:spcBef>
                  <a:spcPts val="0"/>
                </a:spcBef>
                <a:spcAft>
                  <a:spcPts val="0"/>
                </a:spcAft>
                <a:defRPr/>
              </a:pPr>
              <a:r>
                <a:rPr lang="en-US" altLang="zh-CN" sz="1984" dirty="0">
                  <a:solidFill>
                    <a:srgbClr val="0000D0"/>
                  </a:solidFill>
                  <a:ea typeface="微软雅黑" panose="020B0503020204020204" pitchFamily="34" charset="-122"/>
                  <a:cs typeface="Arial" panose="020B0604020202020204" pitchFamily="34" charset="0"/>
                </a:rPr>
                <a:t> ● </a:t>
              </a:r>
            </a:p>
          </p:txBody>
        </p:sp>
      </p:grpSp>
      <p:sp>
        <p:nvSpPr>
          <p:cNvPr id="4" name="灯片编号占位符 3">
            <a:extLst>
              <a:ext uri="{FF2B5EF4-FFF2-40B4-BE49-F238E27FC236}">
                <a16:creationId xmlns:a16="http://schemas.microsoft.com/office/drawing/2014/main" id="{D59E87FF-7DD7-6EC1-D0D4-C37AADC5F53A}"/>
              </a:ext>
            </a:extLst>
          </p:cNvPr>
          <p:cNvSpPr>
            <a:spLocks noGrp="1"/>
          </p:cNvSpPr>
          <p:nvPr>
            <p:ph type="sldNum" sz="quarter" idx="12"/>
          </p:nvPr>
        </p:nvSpPr>
        <p:spPr/>
        <p:txBody>
          <a:bodyPr/>
          <a:lstStyle/>
          <a:p>
            <a:pPr>
              <a:defRPr/>
            </a:pPr>
            <a:fld id="{AD973C42-6F47-403C-AB58-85D3F479677F}" type="slidenum">
              <a:rPr lang="en-US" smtClean="0"/>
              <a:pPr>
                <a:defRPr/>
              </a:pPr>
              <a:t>44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p:cTn id="7" dur="500" fill="hold"/>
                                        <p:tgtEl>
                                          <p:spTgt spid="23558"/>
                                        </p:tgtEl>
                                        <p:attrNameLst>
                                          <p:attrName>ppt_w</p:attrName>
                                        </p:attrNameLst>
                                      </p:cBhvr>
                                      <p:tavLst>
                                        <p:tav tm="0">
                                          <p:val>
                                            <p:strVal val="2/3*#ppt_w"/>
                                          </p:val>
                                        </p:tav>
                                        <p:tav tm="100000">
                                          <p:val>
                                            <p:strVal val="#ppt_w"/>
                                          </p:val>
                                        </p:tav>
                                      </p:tavLst>
                                    </p:anim>
                                    <p:anim calcmode="lin" valueType="num">
                                      <p:cBhvr>
                                        <p:cTn id="8" dur="500" fill="hold"/>
                                        <p:tgtEl>
                                          <p:spTgt spid="23558"/>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3563"/>
                                        </p:tgtEl>
                                        <p:attrNameLst>
                                          <p:attrName>style.visibility</p:attrName>
                                        </p:attrNameLst>
                                      </p:cBhvr>
                                      <p:to>
                                        <p:strVal val="visible"/>
                                      </p:to>
                                    </p:set>
                                    <p:animEffect transition="in" filter="wipe(down)">
                                      <p:cBhvr>
                                        <p:cTn id="13" dur="500"/>
                                        <p:tgtEl>
                                          <p:spTgt spid="2356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3567"/>
                                        </p:tgtEl>
                                        <p:attrNameLst>
                                          <p:attrName>style.visibility</p:attrName>
                                        </p:attrNameLst>
                                      </p:cBhvr>
                                      <p:to>
                                        <p:strVal val="visible"/>
                                      </p:to>
                                    </p:set>
                                    <p:animEffect transition="in" filter="wipe(down)">
                                      <p:cBhvr>
                                        <p:cTn id="18" dur="500"/>
                                        <p:tgtEl>
                                          <p:spTgt spid="235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3555">
                                            <p:txEl>
                                              <p:pRg st="0" end="0"/>
                                            </p:txEl>
                                          </p:spTgt>
                                        </p:tgtEl>
                                        <p:attrNameLst>
                                          <p:attrName>style.visibility</p:attrName>
                                        </p:attrNameLst>
                                      </p:cBhvr>
                                      <p:to>
                                        <p:strVal val="visible"/>
                                      </p:to>
                                    </p:set>
                                    <p:animEffect transition="in" filter="wipe(left)">
                                      <p:cBhvr>
                                        <p:cTn id="23" dur="500"/>
                                        <p:tgtEl>
                                          <p:spTgt spid="23555">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3564"/>
                                        </p:tgtEl>
                                        <p:attrNameLst>
                                          <p:attrName>style.visibility</p:attrName>
                                        </p:attrNameLst>
                                      </p:cBhvr>
                                      <p:to>
                                        <p:strVal val="visible"/>
                                      </p:to>
                                    </p:set>
                                    <p:animEffect transition="in" filter="wipe(down)">
                                      <p:cBhvr>
                                        <p:cTn id="28" dur="500"/>
                                        <p:tgtEl>
                                          <p:spTgt spid="235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3557"/>
                                        </p:tgtEl>
                                        <p:attrNameLst>
                                          <p:attrName>style.visibility</p:attrName>
                                        </p:attrNameLst>
                                      </p:cBhvr>
                                      <p:to>
                                        <p:strVal val="visible"/>
                                      </p:to>
                                    </p:set>
                                    <p:animEffect transition="in" filter="wipe(down)">
                                      <p:cBhvr>
                                        <p:cTn id="33" dur="500"/>
                                        <p:tgtEl>
                                          <p:spTgt spid="2355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3565"/>
                                        </p:tgtEl>
                                        <p:attrNameLst>
                                          <p:attrName>style.visibility</p:attrName>
                                        </p:attrNameLst>
                                      </p:cBhvr>
                                      <p:to>
                                        <p:strVal val="visible"/>
                                      </p:to>
                                    </p:set>
                                    <p:animEffect transition="in" filter="wipe(down)">
                                      <p:cBhvr>
                                        <p:cTn id="38" dur="500"/>
                                        <p:tgtEl>
                                          <p:spTgt spid="2356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3569"/>
                                        </p:tgtEl>
                                        <p:attrNameLst>
                                          <p:attrName>style.visibility</p:attrName>
                                        </p:attrNameLst>
                                      </p:cBhvr>
                                      <p:to>
                                        <p:strVal val="visible"/>
                                      </p:to>
                                    </p:set>
                                    <p:animEffect transition="in" filter="wipe(down)">
                                      <p:cBhvr>
                                        <p:cTn id="43" dur="500"/>
                                        <p:tgtEl>
                                          <p:spTgt spid="2356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3555">
                                            <p:txEl>
                                              <p:pRg st="1" end="1"/>
                                            </p:txEl>
                                          </p:spTgt>
                                        </p:tgtEl>
                                        <p:attrNameLst>
                                          <p:attrName>style.visibility</p:attrName>
                                        </p:attrNameLst>
                                      </p:cBhvr>
                                      <p:to>
                                        <p:strVal val="visible"/>
                                      </p:to>
                                    </p:set>
                                    <p:animEffect transition="in" filter="wipe(left)">
                                      <p:cBhvr>
                                        <p:cTn id="48" dur="500"/>
                                        <p:tgtEl>
                                          <p:spTgt spid="23555">
                                            <p:txEl>
                                              <p:pRg st="1" end="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3556"/>
                                        </p:tgtEl>
                                        <p:attrNameLst>
                                          <p:attrName>style.visibility</p:attrName>
                                        </p:attrNameLst>
                                      </p:cBhvr>
                                      <p:to>
                                        <p:strVal val="visible"/>
                                      </p:to>
                                    </p:set>
                                    <p:animEffect transition="in" filter="wipe(down)">
                                      <p:cBhvr>
                                        <p:cTn id="53" dur="500"/>
                                        <p:tgtEl>
                                          <p:spTgt spid="2355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23559"/>
                                        </p:tgtEl>
                                        <p:attrNameLst>
                                          <p:attrName>style.visibility</p:attrName>
                                        </p:attrNameLst>
                                      </p:cBhvr>
                                      <p:to>
                                        <p:strVal val="visible"/>
                                      </p:to>
                                    </p:set>
                                    <p:animEffect transition="in" filter="wipe(down)">
                                      <p:cBhvr>
                                        <p:cTn id="58" dur="500"/>
                                        <p:tgtEl>
                                          <p:spTgt spid="2355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3562"/>
                                        </p:tgtEl>
                                        <p:attrNameLst>
                                          <p:attrName>style.visibility</p:attrName>
                                        </p:attrNameLst>
                                      </p:cBhvr>
                                      <p:to>
                                        <p:strVal val="visible"/>
                                      </p:to>
                                    </p:set>
                                    <p:animEffect transition="in" filter="wipe(down)">
                                      <p:cBhvr>
                                        <p:cTn id="63" dur="500"/>
                                        <p:tgtEl>
                                          <p:spTgt spid="2356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3561"/>
                                        </p:tgtEl>
                                        <p:attrNameLst>
                                          <p:attrName>style.visibility</p:attrName>
                                        </p:attrNameLst>
                                      </p:cBhvr>
                                      <p:to>
                                        <p:strVal val="visible"/>
                                      </p:to>
                                    </p:set>
                                    <p:animEffect transition="in" filter="wipe(down)">
                                      <p:cBhvr>
                                        <p:cTn id="68" dur="500"/>
                                        <p:tgtEl>
                                          <p:spTgt spid="2356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23560"/>
                                        </p:tgtEl>
                                        <p:attrNameLst>
                                          <p:attrName>style.visibility</p:attrName>
                                        </p:attrNameLst>
                                      </p:cBhvr>
                                      <p:to>
                                        <p:strVal val="visible"/>
                                      </p:to>
                                    </p:set>
                                    <p:animEffect transition="in" filter="wipe(down)">
                                      <p:cBhvr>
                                        <p:cTn id="73" dur="500"/>
                                        <p:tgtEl>
                                          <p:spTgt spid="2356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23568"/>
                                        </p:tgtEl>
                                        <p:attrNameLst>
                                          <p:attrName>style.visibility</p:attrName>
                                        </p:attrNameLst>
                                      </p:cBhvr>
                                      <p:to>
                                        <p:strVal val="visible"/>
                                      </p:to>
                                    </p:set>
                                    <p:animEffect transition="in" filter="wipe(down)">
                                      <p:cBhvr>
                                        <p:cTn id="78" dur="500"/>
                                        <p:tgtEl>
                                          <p:spTgt spid="2356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23566"/>
                                        </p:tgtEl>
                                        <p:attrNameLst>
                                          <p:attrName>style.visibility</p:attrName>
                                        </p:attrNameLst>
                                      </p:cBhvr>
                                      <p:to>
                                        <p:strVal val="visible"/>
                                      </p:to>
                                    </p:set>
                                    <p:animEffect transition="in" filter="wipe(down)">
                                      <p:cBhvr>
                                        <p:cTn id="83" dur="500"/>
                                        <p:tgtEl>
                                          <p:spTgt spid="2356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wipe(up)">
                                      <p:cBhvr>
                                        <p:cTn id="8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P spid="23556" grpId="0" animBg="1" autoUpdateAnimBg="0"/>
      <p:bldP spid="23557" grpId="0" animBg="1" autoUpdateAnimBg="0"/>
      <p:bldP spid="23558" grpId="0" animBg="1"/>
      <p:bldP spid="23559" grpId="0" animBg="1" autoUpdateAnimBg="0"/>
      <p:bldP spid="23560" grpId="0" autoUpdateAnimBg="0"/>
      <p:bldP spid="23561" grpId="0" autoUpdateAnimBg="0"/>
      <p:bldP spid="23562" grpId="0" autoUpdateAnimBg="0"/>
      <p:bldP spid="23563" grpId="0" autoUpdateAnimBg="0"/>
      <p:bldP spid="23564" grpId="0" autoUpdateAnimBg="0"/>
      <p:bldP spid="23565" grpId="0" autoUpdateAnimBg="0"/>
      <p:bldP spid="23567" grpId="0" animBg="1" autoUpdateAnimBg="0"/>
      <p:bldP spid="23568" grpId="0" autoUpdateAnimBg="0"/>
      <p:bldP spid="23569"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14" name="Rectangle 10"/>
          <p:cNvSpPr>
            <a:spLocks noChangeArrowheads="1"/>
          </p:cNvSpPr>
          <p:nvPr/>
        </p:nvSpPr>
        <p:spPr bwMode="auto">
          <a:xfrm>
            <a:off x="1076325" y="4497388"/>
            <a:ext cx="2136775" cy="327025"/>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S</a:t>
            </a:r>
            <a:r>
              <a:rPr kumimoji="1" lang="zh-CN" altLang="zh-CN" sz="1984">
                <a:solidFill>
                  <a:prstClr val="white"/>
                </a:solidFill>
                <a:latin typeface="微软雅黑" panose="020B0503020204020204" pitchFamily="34" charset="-122"/>
              </a:rPr>
              <a:t>的活动记录</a:t>
            </a:r>
            <a:endParaRPr kumimoji="1" lang="zh-CN" altLang="en-US" sz="1984">
              <a:solidFill>
                <a:prstClr val="white"/>
              </a:solidFill>
              <a:latin typeface="微软雅黑" panose="020B0503020204020204" pitchFamily="34" charset="-122"/>
            </a:endParaRPr>
          </a:p>
        </p:txBody>
      </p:sp>
      <p:sp>
        <p:nvSpPr>
          <p:cNvPr id="251915" name="Rectangle 11"/>
          <p:cNvSpPr>
            <a:spLocks noChangeArrowheads="1"/>
          </p:cNvSpPr>
          <p:nvPr/>
        </p:nvSpPr>
        <p:spPr bwMode="auto">
          <a:xfrm>
            <a:off x="1076325" y="4803775"/>
            <a:ext cx="2143125" cy="327025"/>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主程序</a:t>
            </a:r>
            <a:r>
              <a:rPr kumimoji="1" lang="en-US" altLang="zh-CN" sz="1984" dirty="0">
                <a:solidFill>
                  <a:prstClr val="white"/>
                </a:solidFill>
                <a:latin typeface="微软雅黑" panose="020B0503020204020204" pitchFamily="34" charset="-122"/>
              </a:rPr>
              <a:t>P</a:t>
            </a:r>
            <a:r>
              <a:rPr kumimoji="1" lang="zh-CN" altLang="zh-CN" sz="1984" dirty="0">
                <a:solidFill>
                  <a:prstClr val="white"/>
                </a:solidFill>
                <a:latin typeface="微软雅黑" panose="020B0503020204020204" pitchFamily="34" charset="-122"/>
              </a:rPr>
              <a:t>活动记录</a:t>
            </a:r>
            <a:endParaRPr kumimoji="1" lang="zh-CN" altLang="en-US" sz="1984" dirty="0">
              <a:solidFill>
                <a:prstClr val="white"/>
              </a:solidFill>
              <a:latin typeface="微软雅黑" panose="020B0503020204020204" pitchFamily="34" charset="-122"/>
            </a:endParaRPr>
          </a:p>
        </p:txBody>
      </p:sp>
      <p:sp>
        <p:nvSpPr>
          <p:cNvPr id="251917" name="Rectangle 13"/>
          <p:cNvSpPr>
            <a:spLocks noChangeArrowheads="1"/>
          </p:cNvSpPr>
          <p:nvPr/>
        </p:nvSpPr>
        <p:spPr bwMode="auto">
          <a:xfrm>
            <a:off x="1076325" y="4178300"/>
            <a:ext cx="2136775" cy="3270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Q</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251918" name="Rectangle 14"/>
          <p:cNvSpPr>
            <a:spLocks noChangeArrowheads="1"/>
          </p:cNvSpPr>
          <p:nvPr/>
        </p:nvSpPr>
        <p:spPr bwMode="auto">
          <a:xfrm>
            <a:off x="1076325" y="5102225"/>
            <a:ext cx="2143125" cy="31591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全局数据区</a:t>
            </a:r>
          </a:p>
        </p:txBody>
      </p:sp>
      <p:sp>
        <p:nvSpPr>
          <p:cNvPr id="251920" name="Rectangle 16"/>
          <p:cNvSpPr>
            <a:spLocks noChangeArrowheads="1"/>
          </p:cNvSpPr>
          <p:nvPr/>
        </p:nvSpPr>
        <p:spPr bwMode="auto">
          <a:xfrm>
            <a:off x="1076325" y="3844925"/>
            <a:ext cx="21367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a:solidFill>
                  <a:prstClr val="white"/>
                </a:solidFill>
                <a:latin typeface="微软雅黑" panose="020B0503020204020204" pitchFamily="34" charset="-122"/>
              </a:rPr>
              <a:t>R</a:t>
            </a:r>
            <a:r>
              <a:rPr kumimoji="1" lang="zh-CN" altLang="zh-CN" sz="1984">
                <a:solidFill>
                  <a:prstClr val="white"/>
                </a:solidFill>
                <a:latin typeface="微软雅黑" panose="020B0503020204020204" pitchFamily="34" charset="-122"/>
              </a:rPr>
              <a:t>的活动记录</a:t>
            </a:r>
            <a:endParaRPr kumimoji="1" lang="zh-CN" altLang="en-US" sz="1984">
              <a:solidFill>
                <a:prstClr val="white"/>
              </a:solidFill>
              <a:latin typeface="微软雅黑" panose="020B0503020204020204" pitchFamily="34" charset="-122"/>
            </a:endParaRPr>
          </a:p>
        </p:txBody>
      </p:sp>
      <p:sp>
        <p:nvSpPr>
          <p:cNvPr id="251921" name="Rectangle 17"/>
          <p:cNvSpPr>
            <a:spLocks noChangeArrowheads="1"/>
          </p:cNvSpPr>
          <p:nvPr/>
        </p:nvSpPr>
        <p:spPr bwMode="auto">
          <a:xfrm>
            <a:off x="1076325" y="3527425"/>
            <a:ext cx="21367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a:solidFill>
                  <a:prstClr val="white"/>
                </a:solidFill>
                <a:latin typeface="微软雅黑" panose="020B0503020204020204" pitchFamily="34" charset="-122"/>
              </a:rPr>
              <a:t>R</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156675"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示例程序</a:t>
            </a:r>
          </a:p>
        </p:txBody>
      </p:sp>
      <p:sp>
        <p:nvSpPr>
          <p:cNvPr id="156676" name="Rectangle 3"/>
          <p:cNvSpPr>
            <a:spLocks noGrp="1" noChangeArrowheads="1"/>
          </p:cNvSpPr>
          <p:nvPr>
            <p:ph idx="1"/>
          </p:nvPr>
        </p:nvSpPr>
        <p:spPr>
          <a:xfrm>
            <a:off x="4579938" y="944563"/>
            <a:ext cx="5500687" cy="5670550"/>
          </a:xfrm>
          <a:ln>
            <a:headEnd/>
            <a:tailEnd/>
          </a:ln>
        </p:spPr>
        <p:style>
          <a:lnRef idx="2">
            <a:schemeClr val="accent1"/>
          </a:lnRef>
          <a:fillRef idx="1">
            <a:schemeClr val="lt1"/>
          </a:fillRef>
          <a:effectRef idx="0">
            <a:schemeClr val="accent1"/>
          </a:effectRef>
          <a:fontRef idx="minor">
            <a:schemeClr val="dk1"/>
          </a:fontRef>
        </p:style>
        <p:txBody>
          <a:bodyPr lIns="76121" tIns="38062" rIns="76121" bIns="38062" rtlCol="0">
            <a:noAutofit/>
          </a:bodyPr>
          <a:lstStyle/>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00000"/>
                </a:solidFill>
              </a:rPr>
              <a:t>program P;</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err="1">
                <a:solidFill>
                  <a:srgbClr val="CC6600"/>
                </a:solidFill>
              </a:rPr>
              <a:t>var</a:t>
            </a:r>
            <a:r>
              <a:rPr lang="en-US" altLang="zh-CN" sz="1819" dirty="0">
                <a:solidFill>
                  <a:srgbClr val="CC6600"/>
                </a:solidFill>
              </a:rPr>
              <a:t> a, x :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procedure Q</a:t>
            </a:r>
            <a:r>
              <a:rPr lang="en-US" altLang="zh-CN" sz="1819" dirty="0">
                <a:solidFill>
                  <a:srgbClr val="0070C0"/>
                </a:solidFill>
              </a:rPr>
              <a:t>(b: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r>
              <a:rPr lang="en-US" altLang="zh-CN" sz="1819" dirty="0" err="1">
                <a:solidFill>
                  <a:srgbClr val="0070C0"/>
                </a:solidFill>
              </a:rPr>
              <a:t>var</a:t>
            </a:r>
            <a:r>
              <a:rPr lang="en-US" altLang="zh-CN" sz="1819" dirty="0">
                <a:solidFill>
                  <a:srgbClr val="0070C0"/>
                </a:solidFill>
              </a:rPr>
              <a:t> i: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8080"/>
                </a:solidFill>
              </a:rPr>
              <a:t>	</a:t>
            </a:r>
            <a:r>
              <a:rPr lang="en-US" altLang="zh-CN" sz="1819" dirty="0">
                <a:solidFill>
                  <a:srgbClr val="0070C0"/>
                </a:solidFill>
              </a:rPr>
              <a:t>procedure </a:t>
            </a:r>
            <a:r>
              <a:rPr lang="en-US" altLang="zh-CN" sz="1819" dirty="0">
                <a:solidFill>
                  <a:srgbClr val="00B0F0"/>
                </a:solidFill>
              </a:rPr>
              <a:t>R(u: integer; </a:t>
            </a:r>
            <a:r>
              <a:rPr lang="en-US" altLang="zh-CN" sz="1819" dirty="0" err="1">
                <a:solidFill>
                  <a:srgbClr val="00B0F0"/>
                </a:solidFill>
              </a:rPr>
              <a:t>var</a:t>
            </a:r>
            <a:r>
              <a:rPr lang="en-US" altLang="zh-CN" sz="1819" dirty="0">
                <a:solidFill>
                  <a:srgbClr val="00B0F0"/>
                </a:solidFill>
              </a:rPr>
              <a:t> v: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r>
              <a:rPr lang="en-US" altLang="zh-CN" sz="1819" dirty="0" err="1">
                <a:solidFill>
                  <a:srgbClr val="00B0F0"/>
                </a:solidFill>
              </a:rPr>
              <a:t>var</a:t>
            </a:r>
            <a:r>
              <a:rPr lang="en-US" altLang="zh-CN" sz="1819" dirty="0">
                <a:solidFill>
                  <a:srgbClr val="00B0F0"/>
                </a:solidFill>
              </a:rPr>
              <a:t> c, d: 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begin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if u=1 then R(u+1, v)</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v:=(a+c)*(b-d);</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B0F0"/>
                </a:solidFill>
              </a:rPr>
              <a:t>	end {R}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begin</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R(1, x);</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70C0"/>
                </a:solidFill>
              </a:rPr>
              <a:t>end {Q}</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procedure S</a:t>
            </a:r>
            <a:r>
              <a:rPr lang="en-US" altLang="zh-CN" sz="1819" dirty="0">
                <a:solidFill>
                  <a:srgbClr val="006600"/>
                </a:solidFill>
              </a:rPr>
              <a:t>;</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t>
            </a:r>
            <a:r>
              <a:rPr lang="en-US" altLang="zh-CN" sz="1819" dirty="0" err="1">
                <a:solidFill>
                  <a:srgbClr val="006600"/>
                </a:solidFill>
              </a:rPr>
              <a:t>var</a:t>
            </a:r>
            <a:r>
              <a:rPr lang="en-US" altLang="zh-CN" sz="1819" dirty="0">
                <a:solidFill>
                  <a:srgbClr val="006600"/>
                </a:solidFill>
              </a:rPr>
              <a:t> c, i:integer;</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begin</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a:=1;</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Q(c);</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	......</a:t>
            </a:r>
          </a:p>
          <a:p>
            <a:pPr marL="818954" lvl="1" indent="-314982" defTabSz="503972" eaLnBrk="1" fontAlgn="auto" hangingPunct="1">
              <a:lnSpc>
                <a:spcPct val="70000"/>
              </a:lnSpc>
              <a:spcBef>
                <a:spcPts val="0"/>
              </a:spcBef>
              <a:spcAft>
                <a:spcPts val="0"/>
              </a:spcAft>
              <a:buFont typeface="Wingdings 3" charset="2"/>
              <a:buNone/>
              <a:defRPr/>
            </a:pPr>
            <a:r>
              <a:rPr lang="en-US" altLang="zh-CN" sz="1819" dirty="0">
                <a:solidFill>
                  <a:srgbClr val="006600"/>
                </a:solidFill>
              </a:rPr>
              <a:t>end {S}</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begin</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a:=0;</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S;</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	......</a:t>
            </a:r>
          </a:p>
          <a:p>
            <a:pPr marL="377979" indent="-377979" defTabSz="503972" eaLnBrk="1" fontAlgn="auto" hangingPunct="1">
              <a:lnSpc>
                <a:spcPct val="70000"/>
              </a:lnSpc>
              <a:spcBef>
                <a:spcPts val="0"/>
              </a:spcBef>
              <a:spcAft>
                <a:spcPts val="0"/>
              </a:spcAft>
              <a:buFont typeface="Wingdings 3" charset="2"/>
              <a:buNone/>
              <a:defRPr/>
            </a:pPr>
            <a:r>
              <a:rPr lang="en-US" altLang="zh-CN" sz="1819" dirty="0">
                <a:solidFill>
                  <a:srgbClr val="CC6600"/>
                </a:solidFill>
              </a:rPr>
              <a:t>end. {P}</a:t>
            </a:r>
            <a:endParaRPr lang="zh-CN" altLang="en-US" sz="1819" dirty="0">
              <a:solidFill>
                <a:srgbClr val="CC6600"/>
              </a:solidFill>
            </a:endParaRPr>
          </a:p>
        </p:txBody>
      </p:sp>
      <p:sp>
        <p:nvSpPr>
          <p:cNvPr id="251909" name="Rectangle 5"/>
          <p:cNvSpPr>
            <a:spLocks noChangeArrowheads="1"/>
          </p:cNvSpPr>
          <p:nvPr/>
        </p:nvSpPr>
        <p:spPr bwMode="auto">
          <a:xfrm>
            <a:off x="549275" y="2413000"/>
            <a:ext cx="125095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6121" tIns="38062" rIns="76121" bIns="38062"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315" dirty="0">
                <a:solidFill>
                  <a:srgbClr val="CC6600"/>
                </a:solidFill>
                <a:latin typeface="微软雅黑" panose="020B0503020204020204" pitchFamily="34" charset="-122"/>
                <a:cs typeface="+mn-cs"/>
                <a:sym typeface="Symbol" panose="05050102010706020507" pitchFamily="18" charset="2"/>
              </a:rPr>
              <a:t>主程序</a:t>
            </a:r>
            <a:r>
              <a:rPr lang="en-US" altLang="zh-CN" sz="2315" dirty="0">
                <a:solidFill>
                  <a:srgbClr val="CC6600"/>
                </a:solidFill>
                <a:latin typeface="微软雅黑" panose="020B0503020204020204" pitchFamily="34" charset="-122"/>
                <a:cs typeface="+mn-cs"/>
                <a:sym typeface="Symbol" panose="05050102010706020507" pitchFamily="18" charset="2"/>
              </a:rPr>
              <a:t>P</a:t>
            </a:r>
            <a:endParaRPr lang="zh-CN" altLang="en-US" sz="2315" dirty="0">
              <a:solidFill>
                <a:srgbClr val="CC6600"/>
              </a:solidFill>
              <a:latin typeface="微软雅黑" panose="020B0503020204020204" pitchFamily="34" charset="-122"/>
              <a:cs typeface="+mn-cs"/>
            </a:endParaRPr>
          </a:p>
        </p:txBody>
      </p:sp>
      <p:sp>
        <p:nvSpPr>
          <p:cNvPr id="251910" name="Rectangle 6"/>
          <p:cNvSpPr>
            <a:spLocks noChangeArrowheads="1"/>
          </p:cNvSpPr>
          <p:nvPr/>
        </p:nvSpPr>
        <p:spPr bwMode="auto">
          <a:xfrm>
            <a:off x="1655763" y="2376488"/>
            <a:ext cx="14192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6600"/>
                </a:solidFill>
                <a:latin typeface="微软雅黑" panose="020B0503020204020204" pitchFamily="34" charset="-122"/>
                <a:cs typeface="+mn-cs"/>
                <a:sym typeface="Symbol" panose="05050102010706020507" pitchFamily="18" charset="2"/>
              </a:rPr>
              <a:t>过程</a:t>
            </a:r>
            <a:r>
              <a:rPr lang="zh-CN" altLang="en-US" sz="2315" dirty="0">
                <a:solidFill>
                  <a:srgbClr val="006600"/>
                </a:solidFill>
                <a:latin typeface="微软雅黑" panose="020B0503020204020204" pitchFamily="34" charset="-122"/>
                <a:cs typeface="+mn-cs"/>
              </a:rPr>
              <a:t> </a:t>
            </a:r>
            <a:r>
              <a:rPr lang="en-US" altLang="zh-CN" sz="2315" dirty="0">
                <a:solidFill>
                  <a:srgbClr val="006600"/>
                </a:solidFill>
                <a:latin typeface="微软雅黑" panose="020B0503020204020204" pitchFamily="34" charset="-122"/>
                <a:cs typeface="+mn-cs"/>
              </a:rPr>
              <a:t>S</a:t>
            </a:r>
            <a:endParaRPr lang="en-GB" altLang="zh-CN" sz="2315" dirty="0">
              <a:solidFill>
                <a:srgbClr val="006600"/>
              </a:solidFill>
              <a:latin typeface="微软雅黑" panose="020B0503020204020204" pitchFamily="34" charset="-122"/>
              <a:cs typeface="+mn-cs"/>
            </a:endParaRPr>
          </a:p>
        </p:txBody>
      </p:sp>
      <p:sp>
        <p:nvSpPr>
          <p:cNvPr id="251911" name="Rectangle 7"/>
          <p:cNvSpPr>
            <a:spLocks noChangeArrowheads="1"/>
          </p:cNvSpPr>
          <p:nvPr/>
        </p:nvSpPr>
        <p:spPr bwMode="auto">
          <a:xfrm>
            <a:off x="2947988" y="2360613"/>
            <a:ext cx="14890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70C0"/>
                </a:solidFill>
                <a:latin typeface="微软雅黑" panose="020B0503020204020204" pitchFamily="34" charset="-122"/>
                <a:cs typeface="+mn-cs"/>
                <a:sym typeface="Symbol" panose="05050102010706020507" pitchFamily="18" charset="2"/>
              </a:rPr>
              <a:t>过程</a:t>
            </a:r>
            <a:r>
              <a:rPr lang="zh-CN" altLang="en-US" sz="2315" dirty="0">
                <a:solidFill>
                  <a:srgbClr val="0070C0"/>
                </a:solidFill>
                <a:latin typeface="微软雅黑" panose="020B0503020204020204" pitchFamily="34" charset="-122"/>
                <a:cs typeface="+mn-cs"/>
              </a:rPr>
              <a:t> </a:t>
            </a:r>
            <a:r>
              <a:rPr lang="en-US" altLang="zh-CN" sz="2315" dirty="0">
                <a:solidFill>
                  <a:srgbClr val="0070C0"/>
                </a:solidFill>
                <a:latin typeface="微软雅黑" panose="020B0503020204020204" pitchFamily="34" charset="-122"/>
                <a:cs typeface="+mn-cs"/>
              </a:rPr>
              <a:t>Q</a:t>
            </a:r>
            <a:endParaRPr lang="en-GB" altLang="zh-CN" sz="2315" dirty="0">
              <a:solidFill>
                <a:srgbClr val="0070C0"/>
              </a:solidFill>
              <a:latin typeface="微软雅黑" panose="020B0503020204020204" pitchFamily="34" charset="-122"/>
              <a:cs typeface="+mn-cs"/>
            </a:endParaRPr>
          </a:p>
        </p:txBody>
      </p:sp>
      <p:sp>
        <p:nvSpPr>
          <p:cNvPr id="251912" name="Rectangle 8"/>
          <p:cNvSpPr>
            <a:spLocks noChangeArrowheads="1"/>
          </p:cNvSpPr>
          <p:nvPr/>
        </p:nvSpPr>
        <p:spPr bwMode="auto">
          <a:xfrm>
            <a:off x="801688" y="2768600"/>
            <a:ext cx="14414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3" name="Rectangle 9"/>
          <p:cNvSpPr>
            <a:spLocks noChangeArrowheads="1"/>
          </p:cNvSpPr>
          <p:nvPr/>
        </p:nvSpPr>
        <p:spPr bwMode="auto">
          <a:xfrm>
            <a:off x="2079625" y="2746375"/>
            <a:ext cx="13541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6" name="Rectangle 12"/>
          <p:cNvSpPr>
            <a:spLocks noChangeArrowheads="1"/>
          </p:cNvSpPr>
          <p:nvPr/>
        </p:nvSpPr>
        <p:spPr bwMode="auto">
          <a:xfrm>
            <a:off x="1076325" y="3536950"/>
            <a:ext cx="2143125" cy="18653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488">
              <a:solidFill>
                <a:prstClr val="black"/>
              </a:solidFill>
              <a:ea typeface="宋体" panose="02010600030101010101" pitchFamily="2" charset="-122"/>
              <a:cs typeface="+mn-cs"/>
            </a:endParaRPr>
          </a:p>
        </p:txBody>
      </p:sp>
      <p:graphicFrame>
        <p:nvGraphicFramePr>
          <p:cNvPr id="3" name="图示 2"/>
          <p:cNvGraphicFramePr>
            <a:graphicFrameLocks noChangeAspect="1"/>
          </p:cNvGraphicFramePr>
          <p:nvPr/>
        </p:nvGraphicFramePr>
        <p:xfrm>
          <a:off x="7596250" y="4216182"/>
          <a:ext cx="2446551" cy="2250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线形标注 1 3"/>
          <p:cNvSpPr/>
          <p:nvPr/>
        </p:nvSpPr>
        <p:spPr>
          <a:xfrm>
            <a:off x="7527925" y="2536825"/>
            <a:ext cx="21431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a:t>
            </a:r>
            <a:r>
              <a:rPr lang="zh-CN" altLang="en-US" dirty="0">
                <a:solidFill>
                  <a:prstClr val="white"/>
                </a:solidFill>
              </a:rPr>
              <a:t>、</a:t>
            </a:r>
            <a:r>
              <a:rPr lang="en-US" altLang="zh-CN" dirty="0">
                <a:solidFill>
                  <a:prstClr val="white"/>
                </a:solidFill>
              </a:rPr>
              <a:t>b(1, 4)]</a:t>
            </a:r>
          </a:p>
        </p:txBody>
      </p:sp>
      <p:sp>
        <p:nvSpPr>
          <p:cNvPr id="21" name="线形标注 1 20"/>
          <p:cNvSpPr/>
          <p:nvPr/>
        </p:nvSpPr>
        <p:spPr>
          <a:xfrm>
            <a:off x="6437313" y="352742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[x(0, 4)]</a:t>
            </a:r>
          </a:p>
        </p:txBody>
      </p:sp>
      <p:sp>
        <p:nvSpPr>
          <p:cNvPr id="22" name="线形标注 1 21"/>
          <p:cNvSpPr/>
          <p:nvPr/>
        </p:nvSpPr>
        <p:spPr>
          <a:xfrm>
            <a:off x="6238875" y="4633913"/>
            <a:ext cx="1190625" cy="357187"/>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 ]</a:t>
            </a:r>
          </a:p>
        </p:txBody>
      </p:sp>
      <p:sp>
        <p:nvSpPr>
          <p:cNvPr id="23" name="线形标注 1 22"/>
          <p:cNvSpPr/>
          <p:nvPr/>
        </p:nvSpPr>
        <p:spPr>
          <a:xfrm>
            <a:off x="5924550" y="561657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 ]</a:t>
            </a:r>
          </a:p>
        </p:txBody>
      </p:sp>
      <p:sp>
        <p:nvSpPr>
          <p:cNvPr id="5" name="文本框 4"/>
          <p:cNvSpPr txBox="1"/>
          <p:nvPr/>
        </p:nvSpPr>
        <p:spPr>
          <a:xfrm>
            <a:off x="323850" y="5616575"/>
            <a:ext cx="4067175" cy="646113"/>
          </a:xfrm>
          <a:prstGeom prst="rect">
            <a:avLst/>
          </a:prstGeom>
          <a:noFill/>
        </p:spPr>
        <p:txBody>
          <a:bodyPr>
            <a:spAutoFit/>
          </a:bodyPr>
          <a:lstStyle/>
          <a:p>
            <a:pPr defTabSz="503972" eaLnBrk="1" fontAlgn="auto" hangingPunct="1">
              <a:spcBef>
                <a:spcPts val="0"/>
              </a:spcBef>
              <a:spcAft>
                <a:spcPts val="0"/>
              </a:spcAft>
              <a:defRPr/>
            </a:pPr>
            <a:r>
              <a:rPr lang="zh-CN" altLang="en-US" dirty="0">
                <a:solidFill>
                  <a:prstClr val="black"/>
                </a:solidFill>
                <a:latin typeface="微软雅黑" panose="020B0503020204020204" pitchFamily="34" charset="-122"/>
                <a:ea typeface="微软雅黑" panose="020B0503020204020204" pitchFamily="34" charset="-122"/>
                <a:cs typeface="+mn-cs"/>
              </a:rPr>
              <a:t>过程运行时</a:t>
            </a:r>
            <a:r>
              <a:rPr lang="en-US" altLang="zh-CN" dirty="0">
                <a:solidFill>
                  <a:prstClr val="black"/>
                </a:solidFill>
                <a:latin typeface="微软雅黑" panose="020B0503020204020204" pitchFamily="34" charset="-122"/>
                <a:ea typeface="微软雅黑" panose="020B0503020204020204" pitchFamily="34" charset="-122"/>
                <a:cs typeface="+mn-cs"/>
              </a:rPr>
              <a:t>,</a:t>
            </a:r>
            <a:r>
              <a:rPr lang="zh-CN" altLang="en-US" dirty="0">
                <a:solidFill>
                  <a:prstClr val="black"/>
                </a:solidFill>
                <a:latin typeface="微软雅黑" panose="020B0503020204020204" pitchFamily="34" charset="-122"/>
                <a:ea typeface="微软雅黑" panose="020B0503020204020204" pitchFamily="34" charset="-122"/>
                <a:cs typeface="+mn-cs"/>
              </a:rPr>
              <a:t>必须能知道它的所有外层过程的当前活动记录的起始地址</a:t>
            </a:r>
            <a:endParaRPr lang="en-US" altLang="zh-CN" noProof="1">
              <a:solidFill>
                <a:prstClr val="black"/>
              </a:solidFill>
              <a:latin typeface="微软雅黑" panose="020B0503020204020204" pitchFamily="34" charset="-122"/>
              <a:ea typeface="微软雅黑" panose="020B0503020204020204" pitchFamily="34" charset="-122"/>
              <a:cs typeface="+mn-cs"/>
            </a:endParaRPr>
          </a:p>
        </p:txBody>
      </p:sp>
      <p:sp>
        <p:nvSpPr>
          <p:cNvPr id="6" name="灯片编号占位符 5">
            <a:extLst>
              <a:ext uri="{FF2B5EF4-FFF2-40B4-BE49-F238E27FC236}">
                <a16:creationId xmlns:a16="http://schemas.microsoft.com/office/drawing/2014/main" id="{8EA4D6A7-13D3-7C28-2CC6-EDB3670E220B}"/>
              </a:ext>
            </a:extLst>
          </p:cNvPr>
          <p:cNvSpPr>
            <a:spLocks noGrp="1"/>
          </p:cNvSpPr>
          <p:nvPr>
            <p:ph type="sldNum" sz="quarter" idx="12"/>
          </p:nvPr>
        </p:nvSpPr>
        <p:spPr/>
        <p:txBody>
          <a:bodyPr/>
          <a:lstStyle/>
          <a:p>
            <a:pPr>
              <a:defRPr/>
            </a:pPr>
            <a:fld id="{309FDD71-EE7B-4B10-8F90-A8015DD4A829}"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1"/>
          <p:cNvGrpSpPr>
            <a:grpSpLocks/>
          </p:cNvGrpSpPr>
          <p:nvPr/>
        </p:nvGrpSpPr>
        <p:grpSpPr bwMode="auto">
          <a:xfrm>
            <a:off x="1516063" y="6037263"/>
            <a:ext cx="1636712" cy="252412"/>
            <a:chOff x="2256" y="2640"/>
            <a:chExt cx="1632" cy="192"/>
          </a:xfrm>
        </p:grpSpPr>
        <p:sp>
          <p:nvSpPr>
            <p:cNvPr id="166932" name="Rectangle 4"/>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6933" name="Rectangle 2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3" name="Group 52"/>
          <p:cNvGrpSpPr>
            <a:grpSpLocks/>
          </p:cNvGrpSpPr>
          <p:nvPr/>
        </p:nvGrpSpPr>
        <p:grpSpPr bwMode="auto">
          <a:xfrm>
            <a:off x="1516063" y="5786438"/>
            <a:ext cx="1636712" cy="250825"/>
            <a:chOff x="2256" y="2640"/>
            <a:chExt cx="1632" cy="192"/>
          </a:xfrm>
        </p:grpSpPr>
        <p:sp>
          <p:nvSpPr>
            <p:cNvPr id="166930" name="Rectangle 5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66931" name="Rectangle 5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4" name="Group 55"/>
          <p:cNvGrpSpPr>
            <a:grpSpLocks/>
          </p:cNvGrpSpPr>
          <p:nvPr/>
        </p:nvGrpSpPr>
        <p:grpSpPr bwMode="auto">
          <a:xfrm>
            <a:off x="1516063" y="5534025"/>
            <a:ext cx="1636712" cy="252413"/>
            <a:chOff x="2256" y="2640"/>
            <a:chExt cx="1632" cy="192"/>
          </a:xfrm>
        </p:grpSpPr>
        <p:sp>
          <p:nvSpPr>
            <p:cNvPr id="166928" name="Rectangle 5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6929" name="Rectangle 5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 name="Group 58"/>
          <p:cNvGrpSpPr>
            <a:grpSpLocks/>
          </p:cNvGrpSpPr>
          <p:nvPr/>
        </p:nvGrpSpPr>
        <p:grpSpPr bwMode="auto">
          <a:xfrm>
            <a:off x="1516063" y="5281613"/>
            <a:ext cx="1636712" cy="252412"/>
            <a:chOff x="2256" y="2640"/>
            <a:chExt cx="1632" cy="192"/>
          </a:xfrm>
        </p:grpSpPr>
        <p:sp>
          <p:nvSpPr>
            <p:cNvPr id="166926" name="Rectangle 5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66927" name="Rectangle 6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6" name="Group 61"/>
          <p:cNvGrpSpPr>
            <a:grpSpLocks/>
          </p:cNvGrpSpPr>
          <p:nvPr/>
        </p:nvGrpSpPr>
        <p:grpSpPr bwMode="auto">
          <a:xfrm>
            <a:off x="1516063" y="5029200"/>
            <a:ext cx="1636712" cy="252413"/>
            <a:chOff x="2256" y="2640"/>
            <a:chExt cx="1632" cy="192"/>
          </a:xfrm>
        </p:grpSpPr>
        <p:sp>
          <p:nvSpPr>
            <p:cNvPr id="166924" name="Rectangle 6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66925" name="Rectangle 6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sp>
        <p:nvSpPr>
          <p:cNvPr id="71772" name="Rectangle 92"/>
          <p:cNvSpPr>
            <a:spLocks noChangeArrowheads="1"/>
          </p:cNvSpPr>
          <p:nvPr/>
        </p:nvSpPr>
        <p:spPr bwMode="auto">
          <a:xfrm>
            <a:off x="514350" y="5997575"/>
            <a:ext cx="1069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71773" name="Rectangle 93"/>
          <p:cNvSpPr>
            <a:spLocks noChangeArrowheads="1"/>
          </p:cNvSpPr>
          <p:nvPr/>
        </p:nvSpPr>
        <p:spPr bwMode="auto">
          <a:xfrm>
            <a:off x="334963" y="5045075"/>
            <a:ext cx="1071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TOP</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a:solidFill>
                <a:prstClr val="black"/>
              </a:solidFill>
              <a:latin typeface="Times New Roman" panose="02020603050405020304" pitchFamily="18" charset="0"/>
              <a:ea typeface="宋体" panose="02010600030101010101" pitchFamily="2" charset="-122"/>
              <a:cs typeface="+mn-cs"/>
            </a:endParaRPr>
          </a:p>
        </p:txBody>
      </p:sp>
      <p:sp>
        <p:nvSpPr>
          <p:cNvPr id="27" name="文本框 26"/>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pic>
        <p:nvPicPr>
          <p:cNvPr id="531466"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a:extLst>
              <a:ext uri="{FF2B5EF4-FFF2-40B4-BE49-F238E27FC236}">
                <a16:creationId xmlns:a16="http://schemas.microsoft.com/office/drawing/2014/main" id="{9A1457A2-89D2-CFE5-5B61-CA52546CE9EE}"/>
              </a:ext>
            </a:extLst>
          </p:cNvPr>
          <p:cNvSpPr>
            <a:spLocks noGrp="1"/>
          </p:cNvSpPr>
          <p:nvPr>
            <p:ph type="sldNum" sz="quarter" idx="12"/>
          </p:nvPr>
        </p:nvSpPr>
        <p:spPr/>
        <p:txBody>
          <a:bodyPr/>
          <a:lstStyle/>
          <a:p>
            <a:pPr>
              <a:defRPr/>
            </a:pPr>
            <a:fld id="{91F9677F-18E9-458C-9EBC-5441E1C69256}" type="slidenum">
              <a:rPr lang="en-US" smtClean="0"/>
              <a:pPr>
                <a:defRPr/>
              </a:pPr>
              <a:t>46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1772"/>
                                        </p:tgtEl>
                                        <p:attrNameLst>
                                          <p:attrName>style.visibility</p:attrName>
                                        </p:attrNameLst>
                                      </p:cBhvr>
                                      <p:to>
                                        <p:strVal val="visible"/>
                                      </p:to>
                                    </p:set>
                                    <p:animEffect transition="in" filter="wipe(down)">
                                      <p:cBhvr>
                                        <p:cTn id="37" dur="500"/>
                                        <p:tgtEl>
                                          <p:spTgt spid="717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1773"/>
                                        </p:tgtEl>
                                        <p:attrNameLst>
                                          <p:attrName>style.visibility</p:attrName>
                                        </p:attrNameLst>
                                      </p:cBhvr>
                                      <p:to>
                                        <p:strVal val="visible"/>
                                      </p:to>
                                    </p:set>
                                    <p:animEffect transition="in" filter="wipe(down)">
                                      <p:cBhvr>
                                        <p:cTn id="42" dur="500"/>
                                        <p:tgtEl>
                                          <p:spTgt spid="71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72" grpId="0" autoUpdateAnimBg="0"/>
      <p:bldP spid="71773" grpId="0" autoUpdateAnimBg="0"/>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33506" name="图片 4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3507" name="Group 2"/>
          <p:cNvGrpSpPr>
            <a:grpSpLocks/>
          </p:cNvGrpSpPr>
          <p:nvPr/>
        </p:nvGrpSpPr>
        <p:grpSpPr bwMode="auto">
          <a:xfrm>
            <a:off x="1516063" y="6037263"/>
            <a:ext cx="1636712" cy="252412"/>
            <a:chOff x="2256" y="2640"/>
            <a:chExt cx="1632" cy="192"/>
          </a:xfrm>
        </p:grpSpPr>
        <p:sp>
          <p:nvSpPr>
            <p:cNvPr id="169003"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9004" name="Rectangle 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33508" name="Group 5"/>
          <p:cNvGrpSpPr>
            <a:grpSpLocks/>
          </p:cNvGrpSpPr>
          <p:nvPr/>
        </p:nvGrpSpPr>
        <p:grpSpPr bwMode="auto">
          <a:xfrm>
            <a:off x="1516063" y="5786438"/>
            <a:ext cx="1636712" cy="250825"/>
            <a:chOff x="2256" y="2640"/>
            <a:chExt cx="1632" cy="192"/>
          </a:xfrm>
        </p:grpSpPr>
        <p:sp>
          <p:nvSpPr>
            <p:cNvPr id="169001"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69002" name="Rectangle 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33509" name="Group 8"/>
          <p:cNvGrpSpPr>
            <a:grpSpLocks/>
          </p:cNvGrpSpPr>
          <p:nvPr/>
        </p:nvGrpSpPr>
        <p:grpSpPr bwMode="auto">
          <a:xfrm>
            <a:off x="1516063" y="5534025"/>
            <a:ext cx="1636712" cy="252413"/>
            <a:chOff x="2256" y="2640"/>
            <a:chExt cx="1632" cy="192"/>
          </a:xfrm>
        </p:grpSpPr>
        <p:sp>
          <p:nvSpPr>
            <p:cNvPr id="168999"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9000" name="Rectangle 1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33510" name="Group 11"/>
          <p:cNvGrpSpPr>
            <a:grpSpLocks/>
          </p:cNvGrpSpPr>
          <p:nvPr/>
        </p:nvGrpSpPr>
        <p:grpSpPr bwMode="auto">
          <a:xfrm>
            <a:off x="1516063" y="5281613"/>
            <a:ext cx="1636712" cy="252412"/>
            <a:chOff x="2256" y="2640"/>
            <a:chExt cx="1632" cy="192"/>
          </a:xfrm>
        </p:grpSpPr>
        <p:sp>
          <p:nvSpPr>
            <p:cNvPr id="168997"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68998" name="Rectangle 1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33511" name="Group 14"/>
          <p:cNvGrpSpPr>
            <a:grpSpLocks/>
          </p:cNvGrpSpPr>
          <p:nvPr/>
        </p:nvGrpSpPr>
        <p:grpSpPr bwMode="auto">
          <a:xfrm>
            <a:off x="1516063" y="5029200"/>
            <a:ext cx="1636712" cy="252413"/>
            <a:chOff x="2256" y="2640"/>
            <a:chExt cx="1632" cy="192"/>
          </a:xfrm>
        </p:grpSpPr>
        <p:sp>
          <p:nvSpPr>
            <p:cNvPr id="168995" name="Rectangle 1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68996" name="Rectangle 16"/>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7" name="Group 17"/>
          <p:cNvGrpSpPr>
            <a:grpSpLocks/>
          </p:cNvGrpSpPr>
          <p:nvPr/>
        </p:nvGrpSpPr>
        <p:grpSpPr bwMode="auto">
          <a:xfrm>
            <a:off x="1516393" y="4777956"/>
            <a:ext cx="1636938" cy="251989"/>
            <a:chOff x="2256" y="2640"/>
            <a:chExt cx="1632" cy="192"/>
          </a:xfrm>
          <a:solidFill>
            <a:schemeClr val="accent3">
              <a:lumMod val="60000"/>
              <a:lumOff val="40000"/>
            </a:schemeClr>
          </a:solidFill>
        </p:grpSpPr>
        <p:sp>
          <p:nvSpPr>
            <p:cNvPr id="168993"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8994"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8" name="Group 20"/>
          <p:cNvGrpSpPr>
            <a:grpSpLocks/>
          </p:cNvGrpSpPr>
          <p:nvPr/>
        </p:nvGrpSpPr>
        <p:grpSpPr bwMode="auto">
          <a:xfrm>
            <a:off x="1516393" y="4525966"/>
            <a:ext cx="1636938" cy="251989"/>
            <a:chOff x="2256" y="2640"/>
            <a:chExt cx="1632" cy="192"/>
          </a:xfrm>
          <a:solidFill>
            <a:schemeClr val="accent3">
              <a:lumMod val="60000"/>
              <a:lumOff val="40000"/>
            </a:schemeClr>
          </a:solidFill>
        </p:grpSpPr>
        <p:sp>
          <p:nvSpPr>
            <p:cNvPr id="168991"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68992"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9" name="Group 23"/>
          <p:cNvGrpSpPr>
            <a:grpSpLocks/>
          </p:cNvGrpSpPr>
          <p:nvPr/>
        </p:nvGrpSpPr>
        <p:grpSpPr bwMode="auto">
          <a:xfrm>
            <a:off x="1516393" y="4273978"/>
            <a:ext cx="1636938" cy="251989"/>
            <a:chOff x="2256" y="2640"/>
            <a:chExt cx="1632" cy="192"/>
          </a:xfrm>
          <a:solidFill>
            <a:schemeClr val="accent3">
              <a:lumMod val="60000"/>
              <a:lumOff val="40000"/>
            </a:schemeClr>
          </a:solidFill>
        </p:grpSpPr>
        <p:sp>
          <p:nvSpPr>
            <p:cNvPr id="168989"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68990"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10" name="Group 26"/>
          <p:cNvGrpSpPr>
            <a:grpSpLocks/>
          </p:cNvGrpSpPr>
          <p:nvPr/>
        </p:nvGrpSpPr>
        <p:grpSpPr bwMode="auto">
          <a:xfrm>
            <a:off x="1516393" y="4021988"/>
            <a:ext cx="1636938" cy="251989"/>
            <a:chOff x="2256" y="2640"/>
            <a:chExt cx="1632" cy="192"/>
          </a:xfrm>
          <a:solidFill>
            <a:schemeClr val="accent3">
              <a:lumMod val="60000"/>
              <a:lumOff val="40000"/>
            </a:schemeClr>
          </a:solidFill>
        </p:grpSpPr>
        <p:sp>
          <p:nvSpPr>
            <p:cNvPr id="168987"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0(形参个数)</a:t>
              </a:r>
            </a:p>
          </p:txBody>
        </p:sp>
        <p:sp>
          <p:nvSpPr>
            <p:cNvPr id="168988"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11" name="Group 29"/>
          <p:cNvGrpSpPr>
            <a:grpSpLocks/>
          </p:cNvGrpSpPr>
          <p:nvPr/>
        </p:nvGrpSpPr>
        <p:grpSpPr bwMode="auto">
          <a:xfrm>
            <a:off x="1516393" y="3769999"/>
            <a:ext cx="1636938" cy="251989"/>
            <a:chOff x="2256" y="2640"/>
            <a:chExt cx="1632" cy="192"/>
          </a:xfrm>
          <a:solidFill>
            <a:schemeClr val="accent3">
              <a:lumMod val="60000"/>
              <a:lumOff val="40000"/>
            </a:schemeClr>
          </a:solidFill>
        </p:grpSpPr>
        <p:sp>
          <p:nvSpPr>
            <p:cNvPr id="168985"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68986"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12" name="Group 32"/>
          <p:cNvGrpSpPr>
            <a:grpSpLocks/>
          </p:cNvGrpSpPr>
          <p:nvPr/>
        </p:nvGrpSpPr>
        <p:grpSpPr bwMode="auto">
          <a:xfrm>
            <a:off x="1516393" y="3518010"/>
            <a:ext cx="1636938" cy="251989"/>
            <a:chOff x="2256" y="2640"/>
            <a:chExt cx="1632" cy="192"/>
          </a:xfrm>
          <a:solidFill>
            <a:schemeClr val="accent3">
              <a:lumMod val="60000"/>
              <a:lumOff val="40000"/>
            </a:schemeClr>
          </a:solidFill>
        </p:grpSpPr>
        <p:sp>
          <p:nvSpPr>
            <p:cNvPr id="168983"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68984"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96291" name="Rectangle 35"/>
          <p:cNvSpPr>
            <a:spLocks noChangeArrowheads="1"/>
          </p:cNvSpPr>
          <p:nvPr/>
        </p:nvSpPr>
        <p:spPr bwMode="auto">
          <a:xfrm>
            <a:off x="571500" y="4778375"/>
            <a:ext cx="1071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96292" name="Rectangle 36"/>
          <p:cNvSpPr>
            <a:spLocks noChangeArrowheads="1"/>
          </p:cNvSpPr>
          <p:nvPr/>
        </p:nvSpPr>
        <p:spPr bwMode="auto">
          <a:xfrm>
            <a:off x="508000" y="3517900"/>
            <a:ext cx="10715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96293" name="Rectangle 37"/>
          <p:cNvSpPr>
            <a:spLocks noChangeArrowheads="1"/>
          </p:cNvSpPr>
          <p:nvPr/>
        </p:nvSpPr>
        <p:spPr bwMode="auto">
          <a:xfrm>
            <a:off x="971550" y="6289675"/>
            <a:ext cx="1069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96294" name="Freeform 38"/>
          <p:cNvSpPr>
            <a:spLocks/>
          </p:cNvSpPr>
          <p:nvPr/>
        </p:nvSpPr>
        <p:spPr bwMode="auto">
          <a:xfrm>
            <a:off x="1390650" y="4903788"/>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96295" name="Rectangle 39"/>
          <p:cNvSpPr>
            <a:spLocks noChangeArrowheads="1"/>
          </p:cNvSpPr>
          <p:nvPr/>
        </p:nvSpPr>
        <p:spPr bwMode="auto">
          <a:xfrm>
            <a:off x="2622550" y="6289675"/>
            <a:ext cx="10715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静态链</a:t>
            </a:r>
          </a:p>
        </p:txBody>
      </p:sp>
      <p:sp>
        <p:nvSpPr>
          <p:cNvPr id="96296" name="Freeform 40"/>
          <p:cNvSpPr>
            <a:spLocks/>
          </p:cNvSpPr>
          <p:nvPr/>
        </p:nvSpPr>
        <p:spPr bwMode="auto">
          <a:xfrm>
            <a:off x="3162300" y="4400550"/>
            <a:ext cx="177800"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96298" name="Text Box 42"/>
          <p:cNvSpPr txBox="1">
            <a:spLocks noChangeArrowheads="1"/>
          </p:cNvSpPr>
          <p:nvPr/>
        </p:nvSpPr>
        <p:spPr bwMode="auto">
          <a:xfrm>
            <a:off x="303213" y="1611313"/>
            <a:ext cx="3036887" cy="1771650"/>
          </a:xfrm>
          <a:prstGeom prst="rect">
            <a:avLst/>
          </a:prstGeom>
          <a:ln/>
        </p:spPr>
        <p:style>
          <a:lnRef idx="3">
            <a:schemeClr val="lt1"/>
          </a:lnRef>
          <a:fillRef idx="1">
            <a:schemeClr val="accent3"/>
          </a:fillRef>
          <a:effectRef idx="1">
            <a:schemeClr val="accent3"/>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C00000"/>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a:t>
            </a:r>
            <a:r>
              <a:rPr kumimoji="1" lang="en-US" altLang="zh-CN" sz="2315" dirty="0">
                <a:solidFill>
                  <a:prstClr val="white"/>
                </a:solidFill>
                <a:latin typeface="微软雅黑" panose="020B0503020204020204" pitchFamily="34" charset="-122"/>
              </a:rPr>
              <a:t>N</a:t>
            </a:r>
            <a:r>
              <a:rPr kumimoji="1" lang="zh-CN" altLang="en-US" sz="2315" dirty="0">
                <a:solidFill>
                  <a:prstClr val="white"/>
                </a:solidFill>
                <a:latin typeface="微软雅黑" panose="020B0503020204020204" pitchFamily="34" charset="-122"/>
              </a:rPr>
              <a:t>层过程调用第 </a:t>
            </a:r>
            <a:r>
              <a:rPr kumimoji="1" lang="en-US" altLang="zh-CN" sz="2315" dirty="0">
                <a:solidFill>
                  <a:prstClr val="white"/>
                </a:solidFill>
                <a:latin typeface="微软雅黑" panose="020B0503020204020204" pitchFamily="34" charset="-122"/>
              </a:rPr>
              <a:t>N+1</a:t>
            </a:r>
            <a:r>
              <a:rPr kumimoji="1" lang="zh-CN" altLang="en-US" sz="2315" dirty="0">
                <a:solidFill>
                  <a:prstClr val="white"/>
                </a:solidFill>
                <a:latin typeface="微软雅黑" panose="020B0503020204020204" pitchFamily="34" charset="-122"/>
              </a:rPr>
              <a:t>层过程，如何确定被调用过程</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 </a:t>
            </a:r>
            <a:r>
              <a:rPr kumimoji="1" lang="en-US" altLang="zh-CN" sz="2315" dirty="0">
                <a:solidFill>
                  <a:prstClr val="white"/>
                </a:solidFill>
                <a:latin typeface="微软雅黑" panose="020B0503020204020204" pitchFamily="34" charset="-122"/>
              </a:rPr>
              <a:t>N+1</a:t>
            </a:r>
            <a:r>
              <a:rPr kumimoji="1" lang="zh-CN" altLang="en-US" sz="2315" dirty="0">
                <a:solidFill>
                  <a:prstClr val="white"/>
                </a:solidFill>
                <a:latin typeface="微软雅黑" panose="020B0503020204020204" pitchFamily="34" charset="-122"/>
              </a:rPr>
              <a:t>层</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的静态链？</a:t>
            </a:r>
          </a:p>
        </p:txBody>
      </p:sp>
      <p:sp>
        <p:nvSpPr>
          <p:cNvPr id="96299" name="Text Box 43"/>
          <p:cNvSpPr txBox="1">
            <a:spLocks noChangeArrowheads="1"/>
          </p:cNvSpPr>
          <p:nvPr/>
        </p:nvSpPr>
        <p:spPr bwMode="auto">
          <a:xfrm>
            <a:off x="3351213" y="1846263"/>
            <a:ext cx="2916237" cy="1312862"/>
          </a:xfrm>
          <a:prstGeom prst="rect">
            <a:avLst/>
          </a:prstGeom>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307" dirty="0">
                <a:solidFill>
                  <a:srgbClr val="C00000"/>
                </a:solidFill>
                <a:latin typeface="微软雅黑" panose="020B0503020204020204" pitchFamily="34" charset="-122"/>
              </a:rPr>
              <a:t>A:</a:t>
            </a:r>
            <a:r>
              <a:rPr lang="zh-CN" altLang="en-US" sz="2315" dirty="0">
                <a:solidFill>
                  <a:prstClr val="white"/>
                </a:solidFill>
                <a:latin typeface="微软雅黑" panose="020B0503020204020204" pitchFamily="34" charset="-122"/>
              </a:rPr>
              <a:t>调用过程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第</a:t>
            </a:r>
            <a:r>
              <a:rPr lang="en-US" altLang="zh-CN" sz="2315" dirty="0">
                <a:solidFill>
                  <a:prstClr val="white"/>
                </a:solidFill>
                <a:latin typeface="微软雅黑" panose="020B0503020204020204" pitchFamily="34" charset="-122"/>
              </a:rPr>
              <a:t>N</a:t>
            </a:r>
            <a:r>
              <a:rPr lang="zh-CN" altLang="en-US" sz="2315" dirty="0">
                <a:solidFill>
                  <a:prstClr val="white"/>
                </a:solidFill>
                <a:latin typeface="微软雅黑" panose="020B0503020204020204" pitchFamily="34" charset="-122"/>
              </a:rPr>
              <a:t>层过程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的最新活动记录的起始地址</a:t>
            </a:r>
            <a:r>
              <a:rPr lang="en-US" altLang="zh-CN" sz="2315" dirty="0">
                <a:solidFill>
                  <a:prstClr val="white"/>
                </a:solidFill>
                <a:latin typeface="微软雅黑" panose="020B0503020204020204" pitchFamily="34" charset="-122"/>
              </a:rPr>
              <a:t>.</a:t>
            </a:r>
            <a:endParaRPr kumimoji="1" lang="en-US" altLang="zh-CN" sz="2315" dirty="0">
              <a:solidFill>
                <a:prstClr val="white"/>
              </a:solidFill>
              <a:latin typeface="微软雅黑" panose="020B0503020204020204" pitchFamily="34" charset="-122"/>
            </a:endParaRPr>
          </a:p>
        </p:txBody>
      </p:sp>
      <p:sp>
        <p:nvSpPr>
          <p:cNvPr id="49" name="文本框 48"/>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50" name="文本框 49"/>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rPr>
              <a:t> </a:t>
            </a:r>
            <a:r>
              <a:rPr lang="en-US" altLang="zh-CN" sz="2644" dirty="0">
                <a:solidFill>
                  <a:srgbClr val="9BBB59">
                    <a:lumMod val="75000"/>
                  </a:srgbClr>
                </a:solidFill>
                <a:latin typeface="微软雅黑" panose="020B0503020204020204" pitchFamily="34" charset="-122"/>
                <a:ea typeface="微软雅黑" panose="020B0503020204020204" pitchFamily="34" charset="-122"/>
                <a:cs typeface="+mn-cs"/>
              </a:rPr>
              <a:t>S</a:t>
            </a:r>
            <a:endParaRPr lang="zh-CN" altLang="en-US" sz="1488" dirty="0">
              <a:solidFill>
                <a:srgbClr val="9BBB59">
                  <a:lumMod val="75000"/>
                </a:srgbClr>
              </a:solidFill>
              <a:latin typeface="Arial" panose="020B0604020202020204"/>
              <a:ea typeface="黑体" panose="02010609060101010101" pitchFamily="49" charset="-122"/>
              <a:cs typeface="+mn-cs"/>
            </a:endParaRPr>
          </a:p>
        </p:txBody>
      </p:sp>
      <p:sp>
        <p:nvSpPr>
          <p:cNvPr id="3" name="灯片编号占位符 2">
            <a:extLst>
              <a:ext uri="{FF2B5EF4-FFF2-40B4-BE49-F238E27FC236}">
                <a16:creationId xmlns:a16="http://schemas.microsoft.com/office/drawing/2014/main" id="{BDA811E9-531D-FDCB-4BE9-4DB1725B699A}"/>
              </a:ext>
            </a:extLst>
          </p:cNvPr>
          <p:cNvSpPr>
            <a:spLocks noGrp="1"/>
          </p:cNvSpPr>
          <p:nvPr>
            <p:ph type="sldNum" sz="quarter" idx="12"/>
          </p:nvPr>
        </p:nvSpPr>
        <p:spPr/>
        <p:txBody>
          <a:bodyPr/>
          <a:lstStyle/>
          <a:p>
            <a:pPr>
              <a:defRPr/>
            </a:pPr>
            <a:fld id="{AF24DC6D-F0E2-4288-9C5E-C42098F430F0}" type="slidenum">
              <a:rPr lang="en-US" smtClean="0"/>
              <a:pPr>
                <a:defRPr/>
              </a:pPr>
              <a:t>47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6291"/>
                                        </p:tgtEl>
                                        <p:attrNameLst>
                                          <p:attrName>style.visibility</p:attrName>
                                        </p:attrNameLst>
                                      </p:cBhvr>
                                      <p:to>
                                        <p:strVal val="visible"/>
                                      </p:to>
                                    </p:set>
                                    <p:animEffect transition="in" filter="wipe(down)">
                                      <p:cBhvr>
                                        <p:cTn id="42" dur="500"/>
                                        <p:tgtEl>
                                          <p:spTgt spid="9629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96292"/>
                                        </p:tgtEl>
                                        <p:attrNameLst>
                                          <p:attrName>style.visibility</p:attrName>
                                        </p:attrNameLst>
                                      </p:cBhvr>
                                      <p:to>
                                        <p:strVal val="visible"/>
                                      </p:to>
                                    </p:set>
                                    <p:animEffect transition="in" filter="wipe(down)">
                                      <p:cBhvr>
                                        <p:cTn id="47" dur="500"/>
                                        <p:tgtEl>
                                          <p:spTgt spid="9629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96293"/>
                                        </p:tgtEl>
                                        <p:attrNameLst>
                                          <p:attrName>style.visibility</p:attrName>
                                        </p:attrNameLst>
                                      </p:cBhvr>
                                      <p:to>
                                        <p:strVal val="visible"/>
                                      </p:to>
                                    </p:set>
                                    <p:animEffect transition="in" filter="wipe(down)">
                                      <p:cBhvr>
                                        <p:cTn id="52" dur="500"/>
                                        <p:tgtEl>
                                          <p:spTgt spid="9629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96294"/>
                                        </p:tgtEl>
                                        <p:attrNameLst>
                                          <p:attrName>style.visibility</p:attrName>
                                        </p:attrNameLst>
                                      </p:cBhvr>
                                      <p:to>
                                        <p:strVal val="visible"/>
                                      </p:to>
                                    </p:set>
                                    <p:animEffect transition="in" filter="wipe(up)">
                                      <p:cBhvr>
                                        <p:cTn id="57" dur="500"/>
                                        <p:tgtEl>
                                          <p:spTgt spid="9629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96295"/>
                                        </p:tgtEl>
                                        <p:attrNameLst>
                                          <p:attrName>style.visibility</p:attrName>
                                        </p:attrNameLst>
                                      </p:cBhvr>
                                      <p:to>
                                        <p:strVal val="visible"/>
                                      </p:to>
                                    </p:set>
                                    <p:animEffect transition="in" filter="wipe(down)">
                                      <p:cBhvr>
                                        <p:cTn id="62" dur="500"/>
                                        <p:tgtEl>
                                          <p:spTgt spid="962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96296"/>
                                        </p:tgtEl>
                                        <p:attrNameLst>
                                          <p:attrName>style.visibility</p:attrName>
                                        </p:attrNameLst>
                                      </p:cBhvr>
                                      <p:to>
                                        <p:strVal val="visible"/>
                                      </p:to>
                                    </p:set>
                                    <p:animEffect transition="in" filter="wipe(up)">
                                      <p:cBhvr>
                                        <p:cTn id="67" dur="500"/>
                                        <p:tgtEl>
                                          <p:spTgt spid="9629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96298"/>
                                        </p:tgtEl>
                                        <p:attrNameLst>
                                          <p:attrName>style.visibility</p:attrName>
                                        </p:attrNameLst>
                                      </p:cBhvr>
                                      <p:to>
                                        <p:strVal val="visible"/>
                                      </p:to>
                                    </p:set>
                                    <p:animEffect transition="in" filter="blinds(horizontal)">
                                      <p:cBhvr>
                                        <p:cTn id="72" dur="500"/>
                                        <p:tgtEl>
                                          <p:spTgt spid="96298"/>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96299"/>
                                        </p:tgtEl>
                                        <p:attrNameLst>
                                          <p:attrName>style.visibility</p:attrName>
                                        </p:attrNameLst>
                                      </p:cBhvr>
                                      <p:to>
                                        <p:strVal val="visible"/>
                                      </p:to>
                                    </p:set>
                                    <p:animEffect transition="in" filter="blinds(horizontal)">
                                      <p:cBhvr>
                                        <p:cTn id="77" dur="500"/>
                                        <p:tgtEl>
                                          <p:spTgt spid="9629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xit" presetSubtype="0" fill="hold" grpId="1" nodeType="clickEffect">
                                  <p:stCondLst>
                                    <p:cond delay="0"/>
                                  </p:stCondLst>
                                  <p:childTnLst>
                                    <p:animEffect transition="out" filter="fade">
                                      <p:cBhvr>
                                        <p:cTn id="81" dur="500"/>
                                        <p:tgtEl>
                                          <p:spTgt spid="96298"/>
                                        </p:tgtEl>
                                      </p:cBhvr>
                                    </p:animEffect>
                                    <p:set>
                                      <p:cBhvr>
                                        <p:cTn id="82" dur="1" fill="hold">
                                          <p:stCondLst>
                                            <p:cond delay="499"/>
                                          </p:stCondLst>
                                        </p:cTn>
                                        <p:tgtEl>
                                          <p:spTgt spid="96298"/>
                                        </p:tgtEl>
                                        <p:attrNameLst>
                                          <p:attrName>style.visibility</p:attrName>
                                        </p:attrNameLst>
                                      </p:cBhvr>
                                      <p:to>
                                        <p:strVal val="hidden"/>
                                      </p:to>
                                    </p:set>
                                  </p:childTnLst>
                                </p:cTn>
                              </p:par>
                              <p:par>
                                <p:cTn id="83" presetID="10" presetClass="exit" presetSubtype="0" fill="hold" grpId="1" nodeType="withEffect">
                                  <p:stCondLst>
                                    <p:cond delay="0"/>
                                  </p:stCondLst>
                                  <p:childTnLst>
                                    <p:animEffect transition="out" filter="fade">
                                      <p:cBhvr>
                                        <p:cTn id="84" dur="500"/>
                                        <p:tgtEl>
                                          <p:spTgt spid="96299"/>
                                        </p:tgtEl>
                                      </p:cBhvr>
                                    </p:animEffect>
                                    <p:set>
                                      <p:cBhvr>
                                        <p:cTn id="85" dur="1" fill="hold">
                                          <p:stCondLst>
                                            <p:cond delay="499"/>
                                          </p:stCondLst>
                                        </p:cTn>
                                        <p:tgtEl>
                                          <p:spTgt spid="962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91" grpId="0" autoUpdateAnimBg="0"/>
      <p:bldP spid="96292" grpId="0" autoUpdateAnimBg="0"/>
      <p:bldP spid="96293" grpId="0" autoUpdateAnimBg="0"/>
      <p:bldP spid="96295" grpId="0" autoUpdateAnimBg="0"/>
      <p:bldP spid="96298" grpId="0" animBg="1"/>
      <p:bldP spid="96298" grpId="1" animBg="1"/>
      <p:bldP spid="96299" grpId="0" animBg="1"/>
      <p:bldP spid="96299" grpId="1" animBg="1"/>
      <p:bldP spid="50"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35554" name="图片 6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idx="1"/>
          </p:nvPr>
        </p:nvSpPr>
        <p:spPr>
          <a:xfrm>
            <a:off x="1541463" y="2452688"/>
            <a:ext cx="177800" cy="3486150"/>
          </a:xfrm>
        </p:spPr>
        <p:txBody>
          <a:bodyPr rtlCol="0">
            <a:normAutofit/>
          </a:bodyPr>
          <a:lstStyle/>
          <a:p>
            <a:pPr marL="377979" indent="-377979" defTabSz="503972" eaLnBrk="1" fontAlgn="auto" hangingPunct="1">
              <a:spcBef>
                <a:spcPts val="1102"/>
              </a:spcBef>
              <a:spcAft>
                <a:spcPts val="0"/>
              </a:spcAft>
              <a:buFont typeface="Wingdings 3" charset="2"/>
              <a:buChar char=""/>
              <a:defRPr/>
            </a:pPr>
            <a:endParaRPr lang="zh-CN" altLang="en-US" sz="3086" dirty="0">
              <a:solidFill>
                <a:schemeClr val="tx1">
                  <a:lumMod val="75000"/>
                  <a:lumOff val="25000"/>
                </a:schemeClr>
              </a:solidFill>
            </a:endParaRPr>
          </a:p>
        </p:txBody>
      </p:sp>
      <p:grpSp>
        <p:nvGrpSpPr>
          <p:cNvPr id="535556" name="Group 2"/>
          <p:cNvGrpSpPr>
            <a:grpSpLocks/>
          </p:cNvGrpSpPr>
          <p:nvPr/>
        </p:nvGrpSpPr>
        <p:grpSpPr bwMode="auto">
          <a:xfrm>
            <a:off x="1509713" y="6048375"/>
            <a:ext cx="1638300" cy="250825"/>
            <a:chOff x="2256" y="2640"/>
            <a:chExt cx="1632" cy="192"/>
          </a:xfrm>
        </p:grpSpPr>
        <p:sp>
          <p:nvSpPr>
            <p:cNvPr id="171071" name="Rectangle 3"/>
            <p:cNvSpPr>
              <a:spLocks noChangeArrowheads="1"/>
            </p:cNvSpPr>
            <p:nvPr/>
          </p:nvSpPr>
          <p:spPr bwMode="auto">
            <a:xfrm>
              <a:off x="2591" y="2640"/>
              <a:ext cx="1297"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1072" name="Rectangle 4"/>
            <p:cNvSpPr>
              <a:spLocks noChangeArrowheads="1"/>
            </p:cNvSpPr>
            <p:nvPr/>
          </p:nvSpPr>
          <p:spPr bwMode="auto">
            <a:xfrm>
              <a:off x="2256" y="2640"/>
              <a:ext cx="335"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35557" name="Group 5"/>
          <p:cNvGrpSpPr>
            <a:grpSpLocks/>
          </p:cNvGrpSpPr>
          <p:nvPr/>
        </p:nvGrpSpPr>
        <p:grpSpPr bwMode="auto">
          <a:xfrm>
            <a:off x="1509713" y="5795963"/>
            <a:ext cx="1638300" cy="252412"/>
            <a:chOff x="2256" y="2640"/>
            <a:chExt cx="1632" cy="192"/>
          </a:xfrm>
        </p:grpSpPr>
        <p:sp>
          <p:nvSpPr>
            <p:cNvPr id="171069" name="Rectangle 6"/>
            <p:cNvSpPr>
              <a:spLocks noChangeArrowheads="1"/>
            </p:cNvSpPr>
            <p:nvPr/>
          </p:nvSpPr>
          <p:spPr bwMode="auto">
            <a:xfrm>
              <a:off x="2591" y="2640"/>
              <a:ext cx="1297"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71070" name="Rectangle 7"/>
            <p:cNvSpPr>
              <a:spLocks noChangeArrowheads="1"/>
            </p:cNvSpPr>
            <p:nvPr/>
          </p:nvSpPr>
          <p:spPr bwMode="auto">
            <a:xfrm>
              <a:off x="2256" y="2640"/>
              <a:ext cx="335"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35558" name="Group 8"/>
          <p:cNvGrpSpPr>
            <a:grpSpLocks/>
          </p:cNvGrpSpPr>
          <p:nvPr/>
        </p:nvGrpSpPr>
        <p:grpSpPr bwMode="auto">
          <a:xfrm>
            <a:off x="1509713" y="5543550"/>
            <a:ext cx="1638300" cy="252413"/>
            <a:chOff x="2256" y="2640"/>
            <a:chExt cx="1632" cy="192"/>
          </a:xfrm>
        </p:grpSpPr>
        <p:sp>
          <p:nvSpPr>
            <p:cNvPr id="171067" name="Rectangle 9"/>
            <p:cNvSpPr>
              <a:spLocks noChangeArrowheads="1"/>
            </p:cNvSpPr>
            <p:nvPr/>
          </p:nvSpPr>
          <p:spPr bwMode="auto">
            <a:xfrm>
              <a:off x="2591" y="2640"/>
              <a:ext cx="1297"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1068" name="Rectangle 10"/>
            <p:cNvSpPr>
              <a:spLocks noChangeArrowheads="1"/>
            </p:cNvSpPr>
            <p:nvPr/>
          </p:nvSpPr>
          <p:spPr bwMode="auto">
            <a:xfrm>
              <a:off x="2256" y="2640"/>
              <a:ext cx="335"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35559" name="Group 11"/>
          <p:cNvGrpSpPr>
            <a:grpSpLocks/>
          </p:cNvGrpSpPr>
          <p:nvPr/>
        </p:nvGrpSpPr>
        <p:grpSpPr bwMode="auto">
          <a:xfrm>
            <a:off x="1509713" y="5291138"/>
            <a:ext cx="1638300" cy="252412"/>
            <a:chOff x="2256" y="2640"/>
            <a:chExt cx="1632" cy="192"/>
          </a:xfrm>
        </p:grpSpPr>
        <p:sp>
          <p:nvSpPr>
            <p:cNvPr id="171065" name="Rectangle 12"/>
            <p:cNvSpPr>
              <a:spLocks noChangeArrowheads="1"/>
            </p:cNvSpPr>
            <p:nvPr/>
          </p:nvSpPr>
          <p:spPr bwMode="auto">
            <a:xfrm>
              <a:off x="2591" y="2640"/>
              <a:ext cx="1297"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71066" name="Rectangle 13"/>
            <p:cNvSpPr>
              <a:spLocks noChangeArrowheads="1"/>
            </p:cNvSpPr>
            <p:nvPr/>
          </p:nvSpPr>
          <p:spPr bwMode="auto">
            <a:xfrm>
              <a:off x="2256" y="2640"/>
              <a:ext cx="335"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35560" name="Group 14"/>
          <p:cNvGrpSpPr>
            <a:grpSpLocks/>
          </p:cNvGrpSpPr>
          <p:nvPr/>
        </p:nvGrpSpPr>
        <p:grpSpPr bwMode="auto">
          <a:xfrm>
            <a:off x="1509713" y="5040313"/>
            <a:ext cx="1638300" cy="250825"/>
            <a:chOff x="2256" y="2640"/>
            <a:chExt cx="1632" cy="192"/>
          </a:xfrm>
        </p:grpSpPr>
        <p:sp>
          <p:nvSpPr>
            <p:cNvPr id="171063" name="Rectangle 15"/>
            <p:cNvSpPr>
              <a:spLocks noChangeArrowheads="1"/>
            </p:cNvSpPr>
            <p:nvPr/>
          </p:nvSpPr>
          <p:spPr bwMode="auto">
            <a:xfrm>
              <a:off x="2591" y="2640"/>
              <a:ext cx="1297"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71064" name="Rectangle 16"/>
            <p:cNvSpPr>
              <a:spLocks noChangeArrowheads="1"/>
            </p:cNvSpPr>
            <p:nvPr/>
          </p:nvSpPr>
          <p:spPr bwMode="auto">
            <a:xfrm>
              <a:off x="2256" y="2640"/>
              <a:ext cx="335"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171016" name="Group 17"/>
          <p:cNvGrpSpPr>
            <a:grpSpLocks/>
          </p:cNvGrpSpPr>
          <p:nvPr/>
        </p:nvGrpSpPr>
        <p:grpSpPr bwMode="auto">
          <a:xfrm>
            <a:off x="1510490" y="4787794"/>
            <a:ext cx="1636938" cy="251989"/>
            <a:chOff x="2256" y="2640"/>
            <a:chExt cx="1632" cy="192"/>
          </a:xfrm>
          <a:solidFill>
            <a:schemeClr val="accent3">
              <a:lumMod val="60000"/>
              <a:lumOff val="40000"/>
            </a:schemeClr>
          </a:solidFill>
        </p:grpSpPr>
        <p:sp>
          <p:nvSpPr>
            <p:cNvPr id="171061"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1062"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171017" name="Group 20"/>
          <p:cNvGrpSpPr>
            <a:grpSpLocks/>
          </p:cNvGrpSpPr>
          <p:nvPr/>
        </p:nvGrpSpPr>
        <p:grpSpPr bwMode="auto">
          <a:xfrm>
            <a:off x="1510490" y="4535805"/>
            <a:ext cx="1636938" cy="251989"/>
            <a:chOff x="2256" y="2640"/>
            <a:chExt cx="1632" cy="192"/>
          </a:xfrm>
          <a:solidFill>
            <a:schemeClr val="accent3">
              <a:lumMod val="60000"/>
              <a:lumOff val="40000"/>
            </a:schemeClr>
          </a:solidFill>
        </p:grpSpPr>
        <p:sp>
          <p:nvSpPr>
            <p:cNvPr id="171059"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71060"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171018" name="Group 23"/>
          <p:cNvGrpSpPr>
            <a:grpSpLocks/>
          </p:cNvGrpSpPr>
          <p:nvPr/>
        </p:nvGrpSpPr>
        <p:grpSpPr bwMode="auto">
          <a:xfrm>
            <a:off x="1510490" y="4283817"/>
            <a:ext cx="1636938" cy="251989"/>
            <a:chOff x="2256" y="2640"/>
            <a:chExt cx="1632" cy="192"/>
          </a:xfrm>
          <a:solidFill>
            <a:schemeClr val="accent3">
              <a:lumMod val="60000"/>
              <a:lumOff val="40000"/>
            </a:schemeClr>
          </a:solidFill>
        </p:grpSpPr>
        <p:sp>
          <p:nvSpPr>
            <p:cNvPr id="171057"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1058"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171019" name="Group 26"/>
          <p:cNvGrpSpPr>
            <a:grpSpLocks/>
          </p:cNvGrpSpPr>
          <p:nvPr/>
        </p:nvGrpSpPr>
        <p:grpSpPr bwMode="auto">
          <a:xfrm>
            <a:off x="1510490" y="4031826"/>
            <a:ext cx="1636938" cy="251989"/>
            <a:chOff x="2256" y="2640"/>
            <a:chExt cx="1632" cy="192"/>
          </a:xfrm>
          <a:solidFill>
            <a:schemeClr val="accent3">
              <a:lumMod val="60000"/>
              <a:lumOff val="40000"/>
            </a:schemeClr>
          </a:solidFill>
        </p:grpSpPr>
        <p:sp>
          <p:nvSpPr>
            <p:cNvPr id="171055"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0(形参个数)</a:t>
              </a:r>
            </a:p>
          </p:txBody>
        </p:sp>
        <p:sp>
          <p:nvSpPr>
            <p:cNvPr id="171056"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171020" name="Group 29"/>
          <p:cNvGrpSpPr>
            <a:grpSpLocks/>
          </p:cNvGrpSpPr>
          <p:nvPr/>
        </p:nvGrpSpPr>
        <p:grpSpPr bwMode="auto">
          <a:xfrm>
            <a:off x="1510490" y="3779837"/>
            <a:ext cx="1636938" cy="251989"/>
            <a:chOff x="2256" y="2640"/>
            <a:chExt cx="1632" cy="192"/>
          </a:xfrm>
          <a:solidFill>
            <a:schemeClr val="accent3">
              <a:lumMod val="60000"/>
              <a:lumOff val="40000"/>
            </a:schemeClr>
          </a:solidFill>
        </p:grpSpPr>
        <p:sp>
          <p:nvSpPr>
            <p:cNvPr id="171053"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1054"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171021" name="Group 32"/>
          <p:cNvGrpSpPr>
            <a:grpSpLocks/>
          </p:cNvGrpSpPr>
          <p:nvPr/>
        </p:nvGrpSpPr>
        <p:grpSpPr bwMode="auto">
          <a:xfrm>
            <a:off x="1510490" y="3527848"/>
            <a:ext cx="1636938" cy="251989"/>
            <a:chOff x="2256" y="2640"/>
            <a:chExt cx="1632" cy="192"/>
          </a:xfrm>
          <a:solidFill>
            <a:schemeClr val="accent3">
              <a:lumMod val="60000"/>
              <a:lumOff val="40000"/>
            </a:schemeClr>
          </a:solidFill>
        </p:grpSpPr>
        <p:sp>
          <p:nvSpPr>
            <p:cNvPr id="171051"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1052"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73763" name="Rectangle 35"/>
          <p:cNvSpPr>
            <a:spLocks noChangeArrowheads="1"/>
          </p:cNvSpPr>
          <p:nvPr/>
        </p:nvSpPr>
        <p:spPr bwMode="auto">
          <a:xfrm>
            <a:off x="565150" y="3276600"/>
            <a:ext cx="1071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73764" name="Rectangle 36"/>
          <p:cNvSpPr>
            <a:spLocks noChangeArrowheads="1"/>
          </p:cNvSpPr>
          <p:nvPr/>
        </p:nvSpPr>
        <p:spPr bwMode="auto">
          <a:xfrm>
            <a:off x="503238" y="2016125"/>
            <a:ext cx="1069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171024" name="Rectangle 37"/>
          <p:cNvSpPr>
            <a:spLocks noChangeArrowheads="1"/>
          </p:cNvSpPr>
          <p:nvPr/>
        </p:nvSpPr>
        <p:spPr bwMode="auto">
          <a:xfrm>
            <a:off x="971550" y="6299200"/>
            <a:ext cx="1069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171025" name="Freeform 38"/>
          <p:cNvSpPr>
            <a:spLocks/>
          </p:cNvSpPr>
          <p:nvPr/>
        </p:nvSpPr>
        <p:spPr bwMode="auto">
          <a:xfrm>
            <a:off x="1389063" y="4913313"/>
            <a:ext cx="188912"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1026" name="Rectangle 39"/>
          <p:cNvSpPr>
            <a:spLocks noChangeArrowheads="1"/>
          </p:cNvSpPr>
          <p:nvPr/>
        </p:nvSpPr>
        <p:spPr bwMode="auto">
          <a:xfrm>
            <a:off x="2616200" y="6299200"/>
            <a:ext cx="10715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静态链</a:t>
            </a:r>
          </a:p>
        </p:txBody>
      </p:sp>
      <p:sp>
        <p:nvSpPr>
          <p:cNvPr id="171027" name="Freeform 40"/>
          <p:cNvSpPr>
            <a:spLocks/>
          </p:cNvSpPr>
          <p:nvPr/>
        </p:nvSpPr>
        <p:spPr bwMode="auto">
          <a:xfrm>
            <a:off x="3149600" y="4410075"/>
            <a:ext cx="179388"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3" name="Group 43"/>
          <p:cNvGrpSpPr>
            <a:grpSpLocks/>
          </p:cNvGrpSpPr>
          <p:nvPr/>
        </p:nvGrpSpPr>
        <p:grpSpPr bwMode="auto">
          <a:xfrm>
            <a:off x="1510490" y="3275859"/>
            <a:ext cx="1636938" cy="251989"/>
            <a:chOff x="2256" y="2640"/>
            <a:chExt cx="1632" cy="192"/>
          </a:xfrm>
          <a:solidFill>
            <a:schemeClr val="tx2">
              <a:lumMod val="40000"/>
              <a:lumOff val="60000"/>
            </a:schemeClr>
          </a:solidFill>
        </p:grpSpPr>
        <p:sp>
          <p:nvSpPr>
            <p:cNvPr id="171049" name="Rectangle 4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5</a:t>
              </a:r>
            </a:p>
          </p:txBody>
        </p:sp>
        <p:sp>
          <p:nvSpPr>
            <p:cNvPr id="171050" name="Rectangle 4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11</a:t>
              </a:r>
            </a:p>
          </p:txBody>
        </p:sp>
      </p:grpSp>
      <p:grpSp>
        <p:nvGrpSpPr>
          <p:cNvPr id="14" name="Group 52"/>
          <p:cNvGrpSpPr>
            <a:grpSpLocks/>
          </p:cNvGrpSpPr>
          <p:nvPr/>
        </p:nvGrpSpPr>
        <p:grpSpPr bwMode="auto">
          <a:xfrm>
            <a:off x="1510490" y="3023868"/>
            <a:ext cx="1636938" cy="251989"/>
            <a:chOff x="2256" y="2640"/>
            <a:chExt cx="1632" cy="192"/>
          </a:xfrm>
          <a:solidFill>
            <a:schemeClr val="tx2">
              <a:lumMod val="40000"/>
              <a:lumOff val="60000"/>
            </a:schemeClr>
          </a:solidFill>
        </p:grpSpPr>
        <p:sp>
          <p:nvSpPr>
            <p:cNvPr id="171047"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1048" name="Rectangle 5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12</a:t>
              </a:r>
            </a:p>
          </p:txBody>
        </p:sp>
      </p:grpSp>
      <p:grpSp>
        <p:nvGrpSpPr>
          <p:cNvPr id="15" name="Group 55"/>
          <p:cNvGrpSpPr>
            <a:grpSpLocks/>
          </p:cNvGrpSpPr>
          <p:nvPr/>
        </p:nvGrpSpPr>
        <p:grpSpPr bwMode="auto">
          <a:xfrm>
            <a:off x="1510490" y="2771880"/>
            <a:ext cx="1636938" cy="251989"/>
            <a:chOff x="2256" y="2640"/>
            <a:chExt cx="1632" cy="192"/>
          </a:xfrm>
          <a:solidFill>
            <a:schemeClr val="tx2">
              <a:lumMod val="40000"/>
              <a:lumOff val="60000"/>
            </a:schemeClr>
          </a:solidFill>
        </p:grpSpPr>
        <p:sp>
          <p:nvSpPr>
            <p:cNvPr id="171045"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71046"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13</a:t>
              </a:r>
            </a:p>
          </p:txBody>
        </p:sp>
      </p:grpSp>
      <p:grpSp>
        <p:nvGrpSpPr>
          <p:cNvPr id="16" name="Group 58"/>
          <p:cNvGrpSpPr>
            <a:grpSpLocks/>
          </p:cNvGrpSpPr>
          <p:nvPr/>
        </p:nvGrpSpPr>
        <p:grpSpPr bwMode="auto">
          <a:xfrm>
            <a:off x="1510490" y="2519891"/>
            <a:ext cx="1636938" cy="251989"/>
            <a:chOff x="2256" y="2640"/>
            <a:chExt cx="1632" cy="192"/>
          </a:xfrm>
          <a:solidFill>
            <a:schemeClr val="tx2">
              <a:lumMod val="40000"/>
              <a:lumOff val="60000"/>
            </a:schemeClr>
          </a:solidFill>
        </p:grpSpPr>
        <p:sp>
          <p:nvSpPr>
            <p:cNvPr id="171043" name="Rectangle 5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1044" name="Rectangle 6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14</a:t>
              </a:r>
            </a:p>
          </p:txBody>
        </p:sp>
      </p:grpSp>
      <p:grpSp>
        <p:nvGrpSpPr>
          <p:cNvPr id="17" name="Group 61"/>
          <p:cNvGrpSpPr>
            <a:grpSpLocks/>
          </p:cNvGrpSpPr>
          <p:nvPr/>
        </p:nvGrpSpPr>
        <p:grpSpPr bwMode="auto">
          <a:xfrm>
            <a:off x="1510490" y="2267902"/>
            <a:ext cx="1636938" cy="251989"/>
            <a:chOff x="2256" y="2640"/>
            <a:chExt cx="1632" cy="192"/>
          </a:xfrm>
          <a:solidFill>
            <a:schemeClr val="tx2">
              <a:lumMod val="40000"/>
              <a:lumOff val="60000"/>
            </a:schemeClr>
          </a:solidFill>
        </p:grpSpPr>
        <p:sp>
          <p:nvSpPr>
            <p:cNvPr id="171041" name="Rectangle 6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b</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1042" name="Rectangle 6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15</a:t>
              </a:r>
            </a:p>
          </p:txBody>
        </p:sp>
      </p:grpSp>
      <p:grpSp>
        <p:nvGrpSpPr>
          <p:cNvPr id="18" name="Group 64"/>
          <p:cNvGrpSpPr>
            <a:grpSpLocks/>
          </p:cNvGrpSpPr>
          <p:nvPr/>
        </p:nvGrpSpPr>
        <p:grpSpPr bwMode="auto">
          <a:xfrm>
            <a:off x="1510490" y="2015913"/>
            <a:ext cx="1636938" cy="251989"/>
            <a:chOff x="2256" y="2640"/>
            <a:chExt cx="1632" cy="192"/>
          </a:xfrm>
          <a:solidFill>
            <a:schemeClr val="tx2">
              <a:lumMod val="40000"/>
              <a:lumOff val="60000"/>
            </a:schemeClr>
          </a:solidFill>
        </p:grpSpPr>
        <p:sp>
          <p:nvSpPr>
            <p:cNvPr id="171039" name="Rectangle 6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1040" name="Rectangle 6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73795" name="Freeform 67"/>
          <p:cNvSpPr>
            <a:spLocks/>
          </p:cNvSpPr>
          <p:nvPr/>
        </p:nvSpPr>
        <p:spPr bwMode="auto">
          <a:xfrm>
            <a:off x="1400175" y="3422650"/>
            <a:ext cx="188913" cy="14890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73796" name="Freeform 68"/>
          <p:cNvSpPr>
            <a:spLocks/>
          </p:cNvSpPr>
          <p:nvPr/>
        </p:nvSpPr>
        <p:spPr bwMode="auto">
          <a:xfrm>
            <a:off x="3149600" y="2897188"/>
            <a:ext cx="179388" cy="3276600"/>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73797" name="Text Box 69"/>
          <p:cNvSpPr txBox="1">
            <a:spLocks noChangeArrowheads="1"/>
          </p:cNvSpPr>
          <p:nvPr/>
        </p:nvSpPr>
        <p:spPr bwMode="auto">
          <a:xfrm>
            <a:off x="3575050" y="1839913"/>
            <a:ext cx="3036888" cy="1771650"/>
          </a:xfrm>
          <a:prstGeom prst="rect">
            <a:avLst/>
          </a:prstGeom>
          <a:ln/>
        </p:spPr>
        <p:style>
          <a:lnRef idx="3">
            <a:schemeClr val="lt1"/>
          </a:lnRef>
          <a:fillRef idx="1">
            <a:schemeClr val="accent3"/>
          </a:fillRef>
          <a:effectRef idx="1">
            <a:schemeClr val="accent3"/>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C00000"/>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a:t>
            </a:r>
            <a:r>
              <a:rPr kumimoji="1" lang="en-US" altLang="zh-CN" sz="2315" dirty="0">
                <a:solidFill>
                  <a:prstClr val="white"/>
                </a:solidFill>
                <a:latin typeface="微软雅黑" panose="020B0503020204020204" pitchFamily="34" charset="-122"/>
              </a:rPr>
              <a:t>N</a:t>
            </a:r>
            <a:r>
              <a:rPr kumimoji="1" lang="zh-CN" altLang="en-US" sz="2315" dirty="0">
                <a:solidFill>
                  <a:prstClr val="white"/>
                </a:solidFill>
                <a:latin typeface="微软雅黑" panose="020B0503020204020204" pitchFamily="34" charset="-122"/>
              </a:rPr>
              <a:t>层过程调用第 </a:t>
            </a:r>
            <a:r>
              <a:rPr kumimoji="1" lang="en-US" altLang="zh-CN" sz="2315" dirty="0">
                <a:solidFill>
                  <a:prstClr val="white"/>
                </a:solidFill>
                <a:latin typeface="微软雅黑" panose="020B0503020204020204" pitchFamily="34" charset="-122"/>
              </a:rPr>
              <a:t>N</a:t>
            </a:r>
            <a:r>
              <a:rPr kumimoji="1" lang="zh-CN" altLang="en-US" sz="2315" dirty="0">
                <a:solidFill>
                  <a:prstClr val="white"/>
                </a:solidFill>
                <a:latin typeface="微软雅黑" panose="020B0503020204020204" pitchFamily="34" charset="-122"/>
              </a:rPr>
              <a:t>层过程，如何确定被调用过程</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 </a:t>
            </a:r>
            <a:r>
              <a:rPr kumimoji="1" lang="en-US" altLang="zh-CN" sz="2315" dirty="0">
                <a:solidFill>
                  <a:prstClr val="white"/>
                </a:solidFill>
                <a:latin typeface="微软雅黑" panose="020B0503020204020204" pitchFamily="34" charset="-122"/>
              </a:rPr>
              <a:t>N</a:t>
            </a:r>
            <a:r>
              <a:rPr kumimoji="1" lang="zh-CN" altLang="en-US" sz="2315" dirty="0">
                <a:solidFill>
                  <a:prstClr val="white"/>
                </a:solidFill>
                <a:latin typeface="微软雅黑" panose="020B0503020204020204" pitchFamily="34" charset="-122"/>
              </a:rPr>
              <a:t>层</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的静态链？</a:t>
            </a:r>
          </a:p>
        </p:txBody>
      </p:sp>
      <p:sp>
        <p:nvSpPr>
          <p:cNvPr id="73798" name="Text Box 70"/>
          <p:cNvSpPr txBox="1">
            <a:spLocks noChangeArrowheads="1"/>
          </p:cNvSpPr>
          <p:nvPr/>
        </p:nvSpPr>
        <p:spPr bwMode="auto">
          <a:xfrm>
            <a:off x="3687763" y="3700463"/>
            <a:ext cx="2916237" cy="957262"/>
          </a:xfrm>
          <a:prstGeom prst="rect">
            <a:avLst/>
          </a:prstGeom>
          <a:ln/>
        </p:spPr>
        <p:style>
          <a:lnRef idx="3">
            <a:schemeClr val="lt1"/>
          </a:lnRef>
          <a:fillRef idx="1">
            <a:schemeClr val="accent1"/>
          </a:fillRef>
          <a:effectRef idx="1">
            <a:schemeClr val="accent1"/>
          </a:effectRef>
          <a:fontRef idx="minor">
            <a:schemeClr val="lt1"/>
          </a:fontRef>
        </p:style>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307" dirty="0">
                <a:solidFill>
                  <a:srgbClr val="C00000"/>
                </a:solidFill>
                <a:latin typeface="微软雅黑" panose="020B0503020204020204" pitchFamily="34" charset="-122"/>
              </a:rPr>
              <a:t>A:</a:t>
            </a:r>
            <a:r>
              <a:rPr lang="zh-CN" altLang="en-US" sz="2315" dirty="0">
                <a:solidFill>
                  <a:prstClr val="white"/>
                </a:solidFill>
                <a:latin typeface="微软雅黑" panose="020B0503020204020204" pitchFamily="34" charset="-122"/>
              </a:rPr>
              <a:t>调用过程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第</a:t>
            </a:r>
            <a:r>
              <a:rPr lang="en-US" altLang="zh-CN" sz="2315" dirty="0">
                <a:solidFill>
                  <a:prstClr val="white"/>
                </a:solidFill>
                <a:latin typeface="微软雅黑" panose="020B0503020204020204" pitchFamily="34" charset="-122"/>
              </a:rPr>
              <a:t>N</a:t>
            </a:r>
            <a:r>
              <a:rPr lang="zh-CN" altLang="en-US" sz="2315" dirty="0">
                <a:solidFill>
                  <a:prstClr val="white"/>
                </a:solidFill>
                <a:latin typeface="微软雅黑" panose="020B0503020204020204" pitchFamily="34" charset="-122"/>
              </a:rPr>
              <a:t>层过程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的静态链的值。</a:t>
            </a:r>
            <a:endParaRPr lang="en-US" altLang="zh-CN" sz="2315" dirty="0">
              <a:solidFill>
                <a:prstClr val="white"/>
              </a:solidFill>
              <a:latin typeface="微软雅黑" panose="020B0503020204020204" pitchFamily="34" charset="-122"/>
            </a:endParaRPr>
          </a:p>
        </p:txBody>
      </p:sp>
      <p:sp>
        <p:nvSpPr>
          <p:cNvPr id="70" name="文本框 69"/>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71" name="文本框 70"/>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rPr>
              <a:t> </a:t>
            </a:r>
            <a:r>
              <a:rPr lang="en-US" altLang="zh-CN" sz="2644" dirty="0">
                <a:solidFill>
                  <a:srgbClr val="9BBB59">
                    <a:lumMod val="75000"/>
                  </a:srgbClr>
                </a:solidFill>
                <a:latin typeface="微软雅黑" panose="020B0503020204020204" pitchFamily="34" charset="-122"/>
                <a:ea typeface="微软雅黑" panose="020B0503020204020204" pitchFamily="34" charset="-122"/>
                <a:cs typeface="+mn-cs"/>
              </a:rPr>
              <a:t>S</a:t>
            </a:r>
            <a:endParaRPr lang="zh-CN" altLang="en-US" sz="1488" dirty="0">
              <a:solidFill>
                <a:srgbClr val="9BBB59">
                  <a:lumMod val="75000"/>
                </a:srgbClr>
              </a:solidFill>
              <a:latin typeface="Arial" panose="020B0604020202020204"/>
              <a:ea typeface="黑体" panose="02010609060101010101" pitchFamily="49" charset="-122"/>
              <a:cs typeface="+mn-cs"/>
            </a:endParaRPr>
          </a:p>
        </p:txBody>
      </p:sp>
      <p:sp>
        <p:nvSpPr>
          <p:cNvPr id="72" name="文本框 71"/>
          <p:cNvSpPr txBox="1"/>
          <p:nvPr/>
        </p:nvSpPr>
        <p:spPr>
          <a:xfrm>
            <a:off x="2741613" y="1050925"/>
            <a:ext cx="1576387"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70C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70C0"/>
                </a:solidFill>
                <a:latin typeface="微软雅黑" panose="020B0503020204020204" pitchFamily="34" charset="-122"/>
                <a:ea typeface="微软雅黑" panose="020B0503020204020204" pitchFamily="34" charset="-122"/>
                <a:cs typeface="+mn-cs"/>
              </a:rPr>
              <a:t> </a:t>
            </a:r>
            <a:r>
              <a:rPr lang="en-US" altLang="zh-CN" sz="2644" dirty="0">
                <a:solidFill>
                  <a:srgbClr val="0070C0"/>
                </a:solidFill>
                <a:latin typeface="微软雅黑" panose="020B0503020204020204" pitchFamily="34" charset="-122"/>
                <a:ea typeface="微软雅黑" panose="020B0503020204020204" pitchFamily="34" charset="-122"/>
                <a:cs typeface="+mn-cs"/>
              </a:rPr>
              <a:t>Q</a:t>
            </a:r>
            <a:endParaRPr lang="zh-CN" altLang="en-US" sz="1488" dirty="0">
              <a:solidFill>
                <a:srgbClr val="0070C0"/>
              </a:solidFill>
              <a:latin typeface="Arial" panose="020B0604020202020204"/>
              <a:ea typeface="黑体" panose="02010609060101010101" pitchFamily="49" charset="-122"/>
              <a:cs typeface="+mn-cs"/>
            </a:endParaRPr>
          </a:p>
        </p:txBody>
      </p:sp>
      <p:sp>
        <p:nvSpPr>
          <p:cNvPr id="4" name="灯片编号占位符 3">
            <a:extLst>
              <a:ext uri="{FF2B5EF4-FFF2-40B4-BE49-F238E27FC236}">
                <a16:creationId xmlns:a16="http://schemas.microsoft.com/office/drawing/2014/main" id="{A0751070-3DE7-12BC-692C-F002EB0DBE8E}"/>
              </a:ext>
            </a:extLst>
          </p:cNvPr>
          <p:cNvSpPr>
            <a:spLocks noGrp="1"/>
          </p:cNvSpPr>
          <p:nvPr>
            <p:ph type="sldNum" sz="quarter" idx="12"/>
          </p:nvPr>
        </p:nvSpPr>
        <p:spPr/>
        <p:txBody>
          <a:bodyPr/>
          <a:lstStyle/>
          <a:p>
            <a:pPr>
              <a:defRPr/>
            </a:pPr>
            <a:fld id="{AF24DC6D-F0E2-4288-9C5E-C42098F430F0}" type="slidenum">
              <a:rPr lang="en-US" smtClean="0"/>
              <a:pPr>
                <a:defRPr/>
              </a:pPr>
              <a:t>48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down)">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00"/>
                                        <p:tgtEl>
                                          <p:spTgt spid="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3764"/>
                                        </p:tgtEl>
                                        <p:attrNameLst>
                                          <p:attrName>style.visibility</p:attrName>
                                        </p:attrNameLst>
                                      </p:cBhvr>
                                      <p:to>
                                        <p:strVal val="visible"/>
                                      </p:to>
                                    </p:set>
                                    <p:animEffect transition="in" filter="wipe(down)">
                                      <p:cBhvr>
                                        <p:cTn id="42" dur="500"/>
                                        <p:tgtEl>
                                          <p:spTgt spid="737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3763"/>
                                        </p:tgtEl>
                                        <p:attrNameLst>
                                          <p:attrName>style.visibility</p:attrName>
                                        </p:attrNameLst>
                                      </p:cBhvr>
                                      <p:to>
                                        <p:strVal val="visible"/>
                                      </p:to>
                                    </p:set>
                                    <p:animEffect transition="in" filter="wipe(up)">
                                      <p:cBhvr>
                                        <p:cTn id="47" dur="500"/>
                                        <p:tgtEl>
                                          <p:spTgt spid="737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73795"/>
                                        </p:tgtEl>
                                        <p:attrNameLst>
                                          <p:attrName>style.visibility</p:attrName>
                                        </p:attrNameLst>
                                      </p:cBhvr>
                                      <p:to>
                                        <p:strVal val="visible"/>
                                      </p:to>
                                    </p:set>
                                    <p:animEffect transition="in" filter="wipe(up)">
                                      <p:cBhvr>
                                        <p:cTn id="52" dur="500"/>
                                        <p:tgtEl>
                                          <p:spTgt spid="7379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nodeType="clickEffect">
                                  <p:stCondLst>
                                    <p:cond delay="0"/>
                                  </p:stCondLst>
                                  <p:childTnLst>
                                    <p:set>
                                      <p:cBhvr>
                                        <p:cTn id="56" dur="1" fill="hold">
                                          <p:stCondLst>
                                            <p:cond delay="0"/>
                                          </p:stCondLst>
                                        </p:cTn>
                                        <p:tgtEl>
                                          <p:spTgt spid="73796"/>
                                        </p:tgtEl>
                                        <p:attrNameLst>
                                          <p:attrName>style.visibility</p:attrName>
                                        </p:attrNameLst>
                                      </p:cBhvr>
                                      <p:to>
                                        <p:strVal val="visible"/>
                                      </p:to>
                                    </p:set>
                                    <p:animEffect transition="in" filter="wipe(up)">
                                      <p:cBhvr>
                                        <p:cTn id="57" dur="500"/>
                                        <p:tgtEl>
                                          <p:spTgt spid="7379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3797"/>
                                        </p:tgtEl>
                                        <p:attrNameLst>
                                          <p:attrName>style.visibility</p:attrName>
                                        </p:attrNameLst>
                                      </p:cBhvr>
                                      <p:to>
                                        <p:strVal val="visible"/>
                                      </p:to>
                                    </p:set>
                                    <p:animEffect transition="in" filter="blinds(horizontal)">
                                      <p:cBhvr>
                                        <p:cTn id="62" dur="500"/>
                                        <p:tgtEl>
                                          <p:spTgt spid="7379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73798"/>
                                        </p:tgtEl>
                                        <p:attrNameLst>
                                          <p:attrName>style.visibility</p:attrName>
                                        </p:attrNameLst>
                                      </p:cBhvr>
                                      <p:to>
                                        <p:strVal val="visible"/>
                                      </p:to>
                                    </p:set>
                                    <p:animEffect transition="in" filter="blinds(horizontal)">
                                      <p:cBhvr>
                                        <p:cTn id="67" dur="500"/>
                                        <p:tgtEl>
                                          <p:spTgt spid="7379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0" presetClass="exit" presetSubtype="0" fill="hold" grpId="1" nodeType="clickEffect">
                                  <p:stCondLst>
                                    <p:cond delay="0"/>
                                  </p:stCondLst>
                                  <p:childTnLst>
                                    <p:animEffect transition="out" filter="fade">
                                      <p:cBhvr>
                                        <p:cTn id="71" dur="500"/>
                                        <p:tgtEl>
                                          <p:spTgt spid="73797"/>
                                        </p:tgtEl>
                                      </p:cBhvr>
                                    </p:animEffect>
                                    <p:set>
                                      <p:cBhvr>
                                        <p:cTn id="72" dur="1" fill="hold">
                                          <p:stCondLst>
                                            <p:cond delay="499"/>
                                          </p:stCondLst>
                                        </p:cTn>
                                        <p:tgtEl>
                                          <p:spTgt spid="73797"/>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73798"/>
                                        </p:tgtEl>
                                      </p:cBhvr>
                                    </p:animEffect>
                                    <p:set>
                                      <p:cBhvr>
                                        <p:cTn id="75" dur="1" fill="hold">
                                          <p:stCondLst>
                                            <p:cond delay="499"/>
                                          </p:stCondLst>
                                        </p:cTn>
                                        <p:tgtEl>
                                          <p:spTgt spid="737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63" grpId="0" autoUpdateAnimBg="0"/>
      <p:bldP spid="73764" grpId="0" autoUpdateAnimBg="0"/>
      <p:bldP spid="73797" grpId="0" animBg="1"/>
      <p:bldP spid="73797" grpId="1" animBg="1"/>
      <p:bldP spid="73798" grpId="0" animBg="1"/>
      <p:bldP spid="73798" grpId="1" animBg="1"/>
      <p:bldP spid="72"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9" name="Group 62"/>
          <p:cNvGrpSpPr>
            <a:grpSpLocks/>
          </p:cNvGrpSpPr>
          <p:nvPr/>
        </p:nvGrpSpPr>
        <p:grpSpPr bwMode="auto">
          <a:xfrm>
            <a:off x="2821607" y="6047740"/>
            <a:ext cx="1636938" cy="251989"/>
            <a:chOff x="2256" y="2640"/>
            <a:chExt cx="1632" cy="192"/>
          </a:xfrm>
          <a:solidFill>
            <a:srgbClr val="66CCFF"/>
          </a:solidFill>
        </p:grpSpPr>
        <p:sp>
          <p:nvSpPr>
            <p:cNvPr id="173109" name="Rectangle 6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3110" name="Rectangle 6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17</a:t>
              </a:r>
            </a:p>
          </p:txBody>
        </p:sp>
      </p:grpSp>
      <p:grpSp>
        <p:nvGrpSpPr>
          <p:cNvPr id="20" name="Group 65"/>
          <p:cNvGrpSpPr>
            <a:grpSpLocks/>
          </p:cNvGrpSpPr>
          <p:nvPr/>
        </p:nvGrpSpPr>
        <p:grpSpPr bwMode="auto">
          <a:xfrm>
            <a:off x="2821607" y="5795750"/>
            <a:ext cx="1636938" cy="251989"/>
            <a:chOff x="2256" y="2640"/>
            <a:chExt cx="1632" cy="192"/>
          </a:xfrm>
          <a:solidFill>
            <a:srgbClr val="66CCFF"/>
          </a:solidFill>
        </p:grpSpPr>
        <p:sp>
          <p:nvSpPr>
            <p:cNvPr id="173107" name="Rectangle 6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3108" name="Rectangle 6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18</a:t>
              </a:r>
            </a:p>
          </p:txBody>
        </p:sp>
      </p:grpSp>
      <p:grpSp>
        <p:nvGrpSpPr>
          <p:cNvPr id="21" name="Group 68"/>
          <p:cNvGrpSpPr>
            <a:grpSpLocks/>
          </p:cNvGrpSpPr>
          <p:nvPr/>
        </p:nvGrpSpPr>
        <p:grpSpPr bwMode="auto">
          <a:xfrm>
            <a:off x="2821607" y="5543761"/>
            <a:ext cx="1636938" cy="251989"/>
            <a:chOff x="2256" y="2640"/>
            <a:chExt cx="1632" cy="192"/>
          </a:xfrm>
          <a:solidFill>
            <a:srgbClr val="66CCFF"/>
          </a:solidFill>
        </p:grpSpPr>
        <p:sp>
          <p:nvSpPr>
            <p:cNvPr id="173105" name="Rectangle 6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3106" name="Rectangle 7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19</a:t>
              </a:r>
            </a:p>
          </p:txBody>
        </p:sp>
      </p:grpSp>
      <p:grpSp>
        <p:nvGrpSpPr>
          <p:cNvPr id="22" name="Group 71"/>
          <p:cNvGrpSpPr>
            <a:grpSpLocks/>
          </p:cNvGrpSpPr>
          <p:nvPr/>
        </p:nvGrpSpPr>
        <p:grpSpPr bwMode="auto">
          <a:xfrm>
            <a:off x="2821607" y="5291772"/>
            <a:ext cx="1636938" cy="251989"/>
            <a:chOff x="2256" y="2640"/>
            <a:chExt cx="1632" cy="192"/>
          </a:xfrm>
          <a:solidFill>
            <a:srgbClr val="66CCFF"/>
          </a:solidFill>
        </p:grpSpPr>
        <p:sp>
          <p:nvSpPr>
            <p:cNvPr id="173103" name="Rectangle 7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3104" name="Rectangle 7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20</a:t>
              </a:r>
            </a:p>
          </p:txBody>
        </p:sp>
      </p:grpSp>
      <p:grpSp>
        <p:nvGrpSpPr>
          <p:cNvPr id="23" name="Group 74"/>
          <p:cNvGrpSpPr>
            <a:grpSpLocks/>
          </p:cNvGrpSpPr>
          <p:nvPr/>
        </p:nvGrpSpPr>
        <p:grpSpPr bwMode="auto">
          <a:xfrm>
            <a:off x="2821607" y="5039783"/>
            <a:ext cx="1636938" cy="251989"/>
            <a:chOff x="2256" y="2640"/>
            <a:chExt cx="1632" cy="192"/>
          </a:xfrm>
          <a:solidFill>
            <a:srgbClr val="66CCFF"/>
          </a:solidFill>
        </p:grpSpPr>
        <p:sp>
          <p:nvSpPr>
            <p:cNvPr id="173101" name="Rectangle 7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u(</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3102" name="Rectangle 7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21</a:t>
              </a:r>
            </a:p>
          </p:txBody>
        </p:sp>
      </p:grpSp>
      <p:grpSp>
        <p:nvGrpSpPr>
          <p:cNvPr id="24" name="Group 77"/>
          <p:cNvGrpSpPr>
            <a:grpSpLocks/>
          </p:cNvGrpSpPr>
          <p:nvPr/>
        </p:nvGrpSpPr>
        <p:grpSpPr bwMode="auto">
          <a:xfrm>
            <a:off x="2821607" y="4787794"/>
            <a:ext cx="1636938" cy="251989"/>
            <a:chOff x="2256" y="2640"/>
            <a:chExt cx="1632" cy="192"/>
          </a:xfrm>
          <a:solidFill>
            <a:srgbClr val="66CCFF"/>
          </a:solidFill>
        </p:grpSpPr>
        <p:sp>
          <p:nvSpPr>
            <p:cNvPr id="173099" name="Rectangle 7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v(</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3100" name="Rectangle 7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22</a:t>
              </a:r>
            </a:p>
          </p:txBody>
        </p:sp>
      </p:grpSp>
      <p:grpSp>
        <p:nvGrpSpPr>
          <p:cNvPr id="25" name="Group 80"/>
          <p:cNvGrpSpPr>
            <a:grpSpLocks/>
          </p:cNvGrpSpPr>
          <p:nvPr/>
        </p:nvGrpSpPr>
        <p:grpSpPr bwMode="auto">
          <a:xfrm>
            <a:off x="2821607" y="4535805"/>
            <a:ext cx="1636938" cy="251989"/>
            <a:chOff x="2256" y="2640"/>
            <a:chExt cx="1632" cy="192"/>
          </a:xfrm>
          <a:solidFill>
            <a:srgbClr val="66CCFF"/>
          </a:solidFill>
        </p:grpSpPr>
        <p:sp>
          <p:nvSpPr>
            <p:cNvPr id="173097" name="Rectangle 8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3098" name="Rectangle 8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23</a:t>
              </a:r>
            </a:p>
          </p:txBody>
        </p:sp>
      </p:grpSp>
      <p:grpSp>
        <p:nvGrpSpPr>
          <p:cNvPr id="26" name="Group 83"/>
          <p:cNvGrpSpPr>
            <a:grpSpLocks/>
          </p:cNvGrpSpPr>
          <p:nvPr/>
        </p:nvGrpSpPr>
        <p:grpSpPr bwMode="auto">
          <a:xfrm>
            <a:off x="2821607" y="4283817"/>
            <a:ext cx="1636938" cy="251989"/>
            <a:chOff x="2256" y="2640"/>
            <a:chExt cx="1632" cy="192"/>
          </a:xfrm>
          <a:solidFill>
            <a:srgbClr val="66CCFF"/>
          </a:solidFill>
        </p:grpSpPr>
        <p:sp>
          <p:nvSpPr>
            <p:cNvPr id="173095" name="Rectangle 8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d</a:t>
              </a:r>
            </a:p>
          </p:txBody>
        </p:sp>
        <p:sp>
          <p:nvSpPr>
            <p:cNvPr id="173096" name="Rectangle 8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24</a:t>
              </a:r>
            </a:p>
          </p:txBody>
        </p:sp>
      </p:grpSp>
      <p:sp>
        <p:nvSpPr>
          <p:cNvPr id="75862" name="Rectangle 86"/>
          <p:cNvSpPr>
            <a:spLocks noChangeArrowheads="1"/>
          </p:cNvSpPr>
          <p:nvPr/>
        </p:nvSpPr>
        <p:spPr bwMode="auto">
          <a:xfrm>
            <a:off x="2065338" y="6048375"/>
            <a:ext cx="1071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75863" name="Rectangle 87"/>
          <p:cNvSpPr>
            <a:spLocks noChangeArrowheads="1"/>
          </p:cNvSpPr>
          <p:nvPr/>
        </p:nvSpPr>
        <p:spPr bwMode="auto">
          <a:xfrm>
            <a:off x="2003425" y="4283075"/>
            <a:ext cx="106997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75864" name="Freeform 88"/>
          <p:cNvSpPr>
            <a:spLocks/>
          </p:cNvSpPr>
          <p:nvPr/>
        </p:nvSpPr>
        <p:spPr bwMode="auto">
          <a:xfrm>
            <a:off x="2119313" y="3402013"/>
            <a:ext cx="1190625" cy="2266950"/>
          </a:xfrm>
          <a:custGeom>
            <a:avLst/>
            <a:gdLst>
              <a:gd name="T0" fmla="*/ 2147483646 w 1632"/>
              <a:gd name="T1" fmla="*/ 2147483646 h 1728"/>
              <a:gd name="T2" fmla="*/ 2147483646 w 1632"/>
              <a:gd name="T3" fmla="*/ 2147483646 h 1728"/>
              <a:gd name="T4" fmla="*/ 2147483646 w 1632"/>
              <a:gd name="T5" fmla="*/ 0 h 1728"/>
              <a:gd name="T6" fmla="*/ 0 w 1632"/>
              <a:gd name="T7" fmla="*/ 0 h 1728"/>
              <a:gd name="T8" fmla="*/ 0 60000 65536"/>
              <a:gd name="T9" fmla="*/ 0 60000 65536"/>
              <a:gd name="T10" fmla="*/ 0 60000 65536"/>
              <a:gd name="T11" fmla="*/ 0 60000 65536"/>
              <a:gd name="T12" fmla="*/ 0 w 1632"/>
              <a:gd name="T13" fmla="*/ 0 h 1728"/>
              <a:gd name="T14" fmla="*/ 1632 w 1632"/>
              <a:gd name="T15" fmla="*/ 1728 h 1728"/>
            </a:gdLst>
            <a:ahLst/>
            <a:cxnLst>
              <a:cxn ang="T8">
                <a:pos x="T0" y="T1"/>
              </a:cxn>
              <a:cxn ang="T9">
                <a:pos x="T2" y="T3"/>
              </a:cxn>
              <a:cxn ang="T10">
                <a:pos x="T4" y="T5"/>
              </a:cxn>
              <a:cxn ang="T11">
                <a:pos x="T6" y="T7"/>
              </a:cxn>
            </a:cxnLst>
            <a:rect l="T12" t="T13" r="T14" b="T15"/>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75866" name="Freeform 90"/>
          <p:cNvSpPr>
            <a:spLocks/>
          </p:cNvSpPr>
          <p:nvPr/>
        </p:nvSpPr>
        <p:spPr bwMode="auto">
          <a:xfrm>
            <a:off x="2122488" y="3338513"/>
            <a:ext cx="893762" cy="3087687"/>
          </a:xfrm>
          <a:custGeom>
            <a:avLst/>
            <a:gdLst>
              <a:gd name="T0" fmla="*/ 2147483646 w 1344"/>
              <a:gd name="T1" fmla="*/ 2147483646 h 2352"/>
              <a:gd name="T2" fmla="*/ 2147483646 w 1344"/>
              <a:gd name="T3" fmla="*/ 2147483646 h 2352"/>
              <a:gd name="T4" fmla="*/ 2147483646 w 1344"/>
              <a:gd name="T5" fmla="*/ 2147483646 h 2352"/>
              <a:gd name="T6" fmla="*/ 2147483646 w 1344"/>
              <a:gd name="T7" fmla="*/ 0 h 2352"/>
              <a:gd name="T8" fmla="*/ 0 w 1344"/>
              <a:gd name="T9" fmla="*/ 0 h 2352"/>
              <a:gd name="T10" fmla="*/ 0 60000 65536"/>
              <a:gd name="T11" fmla="*/ 0 60000 65536"/>
              <a:gd name="T12" fmla="*/ 0 60000 65536"/>
              <a:gd name="T13" fmla="*/ 0 60000 65536"/>
              <a:gd name="T14" fmla="*/ 0 60000 65536"/>
              <a:gd name="T15" fmla="*/ 0 w 1344"/>
              <a:gd name="T16" fmla="*/ 0 h 2352"/>
              <a:gd name="T17" fmla="*/ 1344 w 1344"/>
              <a:gd name="T18" fmla="*/ 2352 h 2352"/>
            </a:gdLst>
            <a:ahLst/>
            <a:cxnLst>
              <a:cxn ang="T10">
                <a:pos x="T0" y="T1"/>
              </a:cxn>
              <a:cxn ang="T11">
                <a:pos x="T2" y="T3"/>
              </a:cxn>
              <a:cxn ang="T12">
                <a:pos x="T4" y="T5"/>
              </a:cxn>
              <a:cxn ang="T13">
                <a:pos x="T6" y="T7"/>
              </a:cxn>
              <a:cxn ang="T14">
                <a:pos x="T8" y="T9"/>
              </a:cxn>
            </a:cxnLst>
            <a:rect l="T15" t="T16" r="T17" b="T18"/>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537614" name="Group 2"/>
          <p:cNvGrpSpPr>
            <a:grpSpLocks/>
          </p:cNvGrpSpPr>
          <p:nvPr/>
        </p:nvGrpSpPr>
        <p:grpSpPr bwMode="auto">
          <a:xfrm>
            <a:off x="488950" y="6048375"/>
            <a:ext cx="1636713" cy="250825"/>
            <a:chOff x="2256" y="2640"/>
            <a:chExt cx="1632" cy="192"/>
          </a:xfrm>
        </p:grpSpPr>
        <p:sp>
          <p:nvSpPr>
            <p:cNvPr id="92"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93" name="Rectangle 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37615" name="Group 5"/>
          <p:cNvGrpSpPr>
            <a:grpSpLocks/>
          </p:cNvGrpSpPr>
          <p:nvPr/>
        </p:nvGrpSpPr>
        <p:grpSpPr bwMode="auto">
          <a:xfrm>
            <a:off x="488950" y="5795963"/>
            <a:ext cx="1636713" cy="252412"/>
            <a:chOff x="2256" y="2640"/>
            <a:chExt cx="1632" cy="192"/>
          </a:xfrm>
        </p:grpSpPr>
        <p:sp>
          <p:nvSpPr>
            <p:cNvPr id="95"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96" name="Rectangle 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37616" name="Group 8"/>
          <p:cNvGrpSpPr>
            <a:grpSpLocks/>
          </p:cNvGrpSpPr>
          <p:nvPr/>
        </p:nvGrpSpPr>
        <p:grpSpPr bwMode="auto">
          <a:xfrm>
            <a:off x="488950" y="5543550"/>
            <a:ext cx="1636713" cy="252413"/>
            <a:chOff x="2256" y="2640"/>
            <a:chExt cx="1632" cy="192"/>
          </a:xfrm>
        </p:grpSpPr>
        <p:sp>
          <p:nvSpPr>
            <p:cNvPr id="98"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99" name="Rectangle 1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37617" name="Group 11"/>
          <p:cNvGrpSpPr>
            <a:grpSpLocks/>
          </p:cNvGrpSpPr>
          <p:nvPr/>
        </p:nvGrpSpPr>
        <p:grpSpPr bwMode="auto">
          <a:xfrm>
            <a:off x="488950" y="5291138"/>
            <a:ext cx="1636713" cy="252412"/>
            <a:chOff x="2256" y="2640"/>
            <a:chExt cx="1632" cy="192"/>
          </a:xfrm>
        </p:grpSpPr>
        <p:sp>
          <p:nvSpPr>
            <p:cNvPr id="101"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02" name="Rectangle 1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37618" name="Group 14"/>
          <p:cNvGrpSpPr>
            <a:grpSpLocks/>
          </p:cNvGrpSpPr>
          <p:nvPr/>
        </p:nvGrpSpPr>
        <p:grpSpPr bwMode="auto">
          <a:xfrm>
            <a:off x="488950" y="5040313"/>
            <a:ext cx="1636713" cy="250825"/>
            <a:chOff x="2256" y="2640"/>
            <a:chExt cx="1632" cy="192"/>
          </a:xfrm>
        </p:grpSpPr>
        <p:sp>
          <p:nvSpPr>
            <p:cNvPr id="104" name="Rectangle 1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05" name="Rectangle 16"/>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106" name="Group 17"/>
          <p:cNvGrpSpPr>
            <a:grpSpLocks/>
          </p:cNvGrpSpPr>
          <p:nvPr/>
        </p:nvGrpSpPr>
        <p:grpSpPr bwMode="auto">
          <a:xfrm>
            <a:off x="488758" y="4787794"/>
            <a:ext cx="1636938" cy="251989"/>
            <a:chOff x="2256" y="2640"/>
            <a:chExt cx="1632" cy="192"/>
          </a:xfrm>
          <a:solidFill>
            <a:schemeClr val="accent3">
              <a:lumMod val="60000"/>
              <a:lumOff val="40000"/>
            </a:schemeClr>
          </a:solidFill>
        </p:grpSpPr>
        <p:sp>
          <p:nvSpPr>
            <p:cNvPr id="107"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08"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109" name="Group 20"/>
          <p:cNvGrpSpPr>
            <a:grpSpLocks/>
          </p:cNvGrpSpPr>
          <p:nvPr/>
        </p:nvGrpSpPr>
        <p:grpSpPr bwMode="auto">
          <a:xfrm>
            <a:off x="488758" y="4535805"/>
            <a:ext cx="1636938" cy="251989"/>
            <a:chOff x="2256" y="2640"/>
            <a:chExt cx="1632" cy="192"/>
          </a:xfrm>
          <a:solidFill>
            <a:schemeClr val="accent3">
              <a:lumMod val="60000"/>
              <a:lumOff val="40000"/>
            </a:schemeClr>
          </a:solidFill>
        </p:grpSpPr>
        <p:sp>
          <p:nvSpPr>
            <p:cNvPr id="110"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11"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112" name="Group 23"/>
          <p:cNvGrpSpPr>
            <a:grpSpLocks/>
          </p:cNvGrpSpPr>
          <p:nvPr/>
        </p:nvGrpSpPr>
        <p:grpSpPr bwMode="auto">
          <a:xfrm>
            <a:off x="488758" y="4283817"/>
            <a:ext cx="1636938" cy="251989"/>
            <a:chOff x="2256" y="2640"/>
            <a:chExt cx="1632" cy="192"/>
          </a:xfrm>
          <a:solidFill>
            <a:schemeClr val="accent3">
              <a:lumMod val="60000"/>
              <a:lumOff val="40000"/>
            </a:schemeClr>
          </a:solidFill>
        </p:grpSpPr>
        <p:sp>
          <p:nvSpPr>
            <p:cNvPr id="113"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14"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115" name="Group 26"/>
          <p:cNvGrpSpPr>
            <a:grpSpLocks/>
          </p:cNvGrpSpPr>
          <p:nvPr/>
        </p:nvGrpSpPr>
        <p:grpSpPr bwMode="auto">
          <a:xfrm>
            <a:off x="488758" y="4031826"/>
            <a:ext cx="1636938" cy="251989"/>
            <a:chOff x="2256" y="2640"/>
            <a:chExt cx="1632" cy="192"/>
          </a:xfrm>
          <a:solidFill>
            <a:schemeClr val="accent3">
              <a:lumMod val="60000"/>
              <a:lumOff val="40000"/>
            </a:schemeClr>
          </a:solidFill>
        </p:grpSpPr>
        <p:sp>
          <p:nvSpPr>
            <p:cNvPr id="116"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dirty="0">
                  <a:solidFill>
                    <a:prstClr val="black"/>
                  </a:solidFill>
                  <a:latin typeface="Times New Roman" panose="02020603050405020304" pitchFamily="18" charset="0"/>
                  <a:ea typeface="宋体" panose="02010600030101010101" pitchFamily="2" charset="-122"/>
                  <a:cs typeface="+mn-cs"/>
                </a:rPr>
                <a:t>0(形参个数)</a:t>
              </a:r>
            </a:p>
          </p:txBody>
        </p:sp>
        <p:sp>
          <p:nvSpPr>
            <p:cNvPr id="117"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118" name="Group 29"/>
          <p:cNvGrpSpPr>
            <a:grpSpLocks/>
          </p:cNvGrpSpPr>
          <p:nvPr/>
        </p:nvGrpSpPr>
        <p:grpSpPr bwMode="auto">
          <a:xfrm>
            <a:off x="488758" y="3779837"/>
            <a:ext cx="1636938" cy="251989"/>
            <a:chOff x="2256" y="2640"/>
            <a:chExt cx="1632" cy="192"/>
          </a:xfrm>
          <a:solidFill>
            <a:schemeClr val="accent3">
              <a:lumMod val="60000"/>
              <a:lumOff val="40000"/>
            </a:schemeClr>
          </a:solidFill>
        </p:grpSpPr>
        <p:sp>
          <p:nvSpPr>
            <p:cNvPr id="119"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20"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121" name="Group 32"/>
          <p:cNvGrpSpPr>
            <a:grpSpLocks/>
          </p:cNvGrpSpPr>
          <p:nvPr/>
        </p:nvGrpSpPr>
        <p:grpSpPr bwMode="auto">
          <a:xfrm>
            <a:off x="488758" y="3527848"/>
            <a:ext cx="1636938" cy="251989"/>
            <a:chOff x="2256" y="2640"/>
            <a:chExt cx="1632" cy="192"/>
          </a:xfrm>
          <a:solidFill>
            <a:schemeClr val="accent3">
              <a:lumMod val="60000"/>
              <a:lumOff val="40000"/>
            </a:schemeClr>
          </a:solidFill>
        </p:grpSpPr>
        <p:sp>
          <p:nvSpPr>
            <p:cNvPr id="122"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23"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124" name="Rectangle 35"/>
          <p:cNvSpPr>
            <a:spLocks noChangeArrowheads="1"/>
          </p:cNvSpPr>
          <p:nvPr/>
        </p:nvSpPr>
        <p:spPr bwMode="auto">
          <a:xfrm>
            <a:off x="-33338" y="6297613"/>
            <a:ext cx="1069976"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动态链</a:t>
            </a:r>
          </a:p>
        </p:txBody>
      </p:sp>
      <p:sp>
        <p:nvSpPr>
          <p:cNvPr id="125" name="Freeform 36"/>
          <p:cNvSpPr>
            <a:spLocks/>
          </p:cNvSpPr>
          <p:nvPr/>
        </p:nvSpPr>
        <p:spPr bwMode="auto">
          <a:xfrm>
            <a:off x="350838" y="4913313"/>
            <a:ext cx="188912"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26" name="Rectangle 37"/>
          <p:cNvSpPr>
            <a:spLocks noChangeArrowheads="1"/>
          </p:cNvSpPr>
          <p:nvPr/>
        </p:nvSpPr>
        <p:spPr bwMode="auto">
          <a:xfrm>
            <a:off x="1592263" y="6294438"/>
            <a:ext cx="10715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静态链</a:t>
            </a:r>
          </a:p>
        </p:txBody>
      </p:sp>
      <p:sp>
        <p:nvSpPr>
          <p:cNvPr id="127" name="Freeform 38"/>
          <p:cNvSpPr>
            <a:spLocks/>
          </p:cNvSpPr>
          <p:nvPr/>
        </p:nvSpPr>
        <p:spPr bwMode="auto">
          <a:xfrm>
            <a:off x="2127250" y="4410075"/>
            <a:ext cx="177800"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28" name="Group 40"/>
          <p:cNvGrpSpPr>
            <a:grpSpLocks/>
          </p:cNvGrpSpPr>
          <p:nvPr/>
        </p:nvGrpSpPr>
        <p:grpSpPr bwMode="auto">
          <a:xfrm>
            <a:off x="488758" y="3275859"/>
            <a:ext cx="1636938" cy="251989"/>
            <a:chOff x="2256" y="2640"/>
            <a:chExt cx="1632" cy="192"/>
          </a:xfrm>
          <a:solidFill>
            <a:schemeClr val="tx2">
              <a:lumMod val="40000"/>
              <a:lumOff val="60000"/>
            </a:schemeClr>
          </a:solidFill>
        </p:grpSpPr>
        <p:sp>
          <p:nvSpPr>
            <p:cNvPr id="129" name="Rectangle 4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5</a:t>
              </a:r>
            </a:p>
          </p:txBody>
        </p:sp>
        <p:sp>
          <p:nvSpPr>
            <p:cNvPr id="130" name="Rectangle 4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11</a:t>
              </a:r>
            </a:p>
          </p:txBody>
        </p:sp>
      </p:grpSp>
      <p:grpSp>
        <p:nvGrpSpPr>
          <p:cNvPr id="131" name="Group 43"/>
          <p:cNvGrpSpPr>
            <a:grpSpLocks/>
          </p:cNvGrpSpPr>
          <p:nvPr/>
        </p:nvGrpSpPr>
        <p:grpSpPr bwMode="auto">
          <a:xfrm>
            <a:off x="488758" y="3023868"/>
            <a:ext cx="1636938" cy="251989"/>
            <a:chOff x="2256" y="2640"/>
            <a:chExt cx="1632" cy="192"/>
          </a:xfrm>
          <a:solidFill>
            <a:schemeClr val="tx2">
              <a:lumMod val="40000"/>
              <a:lumOff val="60000"/>
            </a:schemeClr>
          </a:solidFill>
        </p:grpSpPr>
        <p:sp>
          <p:nvSpPr>
            <p:cNvPr id="132" name="Rectangle 4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33" name="Rectangle 4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12</a:t>
              </a:r>
            </a:p>
          </p:txBody>
        </p:sp>
      </p:grpSp>
      <p:grpSp>
        <p:nvGrpSpPr>
          <p:cNvPr id="134" name="Group 46"/>
          <p:cNvGrpSpPr>
            <a:grpSpLocks/>
          </p:cNvGrpSpPr>
          <p:nvPr/>
        </p:nvGrpSpPr>
        <p:grpSpPr bwMode="auto">
          <a:xfrm>
            <a:off x="488758" y="2771880"/>
            <a:ext cx="1636938" cy="251989"/>
            <a:chOff x="2256" y="2640"/>
            <a:chExt cx="1632" cy="192"/>
          </a:xfrm>
          <a:solidFill>
            <a:schemeClr val="tx2">
              <a:lumMod val="40000"/>
              <a:lumOff val="60000"/>
            </a:schemeClr>
          </a:solidFill>
        </p:grpSpPr>
        <p:sp>
          <p:nvSpPr>
            <p:cNvPr id="135" name="Rectangle 4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36" name="Rectangle 4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13</a:t>
              </a:r>
            </a:p>
          </p:txBody>
        </p:sp>
      </p:grpSp>
      <p:grpSp>
        <p:nvGrpSpPr>
          <p:cNvPr id="137" name="Group 49"/>
          <p:cNvGrpSpPr>
            <a:grpSpLocks/>
          </p:cNvGrpSpPr>
          <p:nvPr/>
        </p:nvGrpSpPr>
        <p:grpSpPr bwMode="auto">
          <a:xfrm>
            <a:off x="488758" y="2519891"/>
            <a:ext cx="1636938" cy="251989"/>
            <a:chOff x="2256" y="2640"/>
            <a:chExt cx="1632" cy="192"/>
          </a:xfrm>
          <a:solidFill>
            <a:schemeClr val="tx2">
              <a:lumMod val="40000"/>
              <a:lumOff val="60000"/>
            </a:schemeClr>
          </a:solidFill>
        </p:grpSpPr>
        <p:sp>
          <p:nvSpPr>
            <p:cNvPr id="138" name="Rectangle 5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39" name="Rectangle 5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14</a:t>
              </a:r>
            </a:p>
          </p:txBody>
        </p:sp>
      </p:grpSp>
      <p:grpSp>
        <p:nvGrpSpPr>
          <p:cNvPr id="140" name="Group 52"/>
          <p:cNvGrpSpPr>
            <a:grpSpLocks/>
          </p:cNvGrpSpPr>
          <p:nvPr/>
        </p:nvGrpSpPr>
        <p:grpSpPr bwMode="auto">
          <a:xfrm>
            <a:off x="488758" y="2267902"/>
            <a:ext cx="1636938" cy="251989"/>
            <a:chOff x="2256" y="2640"/>
            <a:chExt cx="1632" cy="192"/>
          </a:xfrm>
          <a:solidFill>
            <a:schemeClr val="tx2">
              <a:lumMod val="40000"/>
              <a:lumOff val="60000"/>
            </a:schemeClr>
          </a:solidFill>
        </p:grpSpPr>
        <p:sp>
          <p:nvSpPr>
            <p:cNvPr id="141"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dirty="0">
                  <a:solidFill>
                    <a:prstClr val="black"/>
                  </a:solidFill>
                  <a:latin typeface="Times New Roman" panose="02020603050405020304" pitchFamily="18" charset="0"/>
                  <a:ea typeface="宋体" panose="02010600030101010101" pitchFamily="2" charset="-122"/>
                  <a:cs typeface="+mn-cs"/>
                </a:rPr>
                <a:t>b</a:t>
              </a:r>
              <a:r>
                <a:rPr kumimoji="1" lang="zh-CN" altLang="en-US" sz="1652" b="1" dirty="0">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dirty="0">
                <a:solidFill>
                  <a:prstClr val="black"/>
                </a:solidFill>
                <a:latin typeface="Times New Roman" panose="02020603050405020304" pitchFamily="18" charset="0"/>
                <a:ea typeface="宋体" panose="02010600030101010101" pitchFamily="2" charset="-122"/>
                <a:cs typeface="+mn-cs"/>
              </a:endParaRPr>
            </a:p>
          </p:txBody>
        </p:sp>
        <p:sp>
          <p:nvSpPr>
            <p:cNvPr id="142" name="Rectangle 5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15</a:t>
              </a:r>
            </a:p>
          </p:txBody>
        </p:sp>
      </p:grpSp>
      <p:grpSp>
        <p:nvGrpSpPr>
          <p:cNvPr id="143" name="Group 55"/>
          <p:cNvGrpSpPr>
            <a:grpSpLocks/>
          </p:cNvGrpSpPr>
          <p:nvPr/>
        </p:nvGrpSpPr>
        <p:grpSpPr bwMode="auto">
          <a:xfrm>
            <a:off x="488758" y="2015913"/>
            <a:ext cx="1636938" cy="251989"/>
            <a:chOff x="2256" y="2640"/>
            <a:chExt cx="1632" cy="192"/>
          </a:xfrm>
          <a:solidFill>
            <a:schemeClr val="tx2">
              <a:lumMod val="40000"/>
              <a:lumOff val="60000"/>
            </a:schemeClr>
          </a:solidFill>
        </p:grpSpPr>
        <p:sp>
          <p:nvSpPr>
            <p:cNvPr id="144"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45"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146" name="Freeform 58"/>
          <p:cNvSpPr>
            <a:spLocks/>
          </p:cNvSpPr>
          <p:nvPr/>
        </p:nvSpPr>
        <p:spPr bwMode="auto">
          <a:xfrm>
            <a:off x="342900" y="3362325"/>
            <a:ext cx="188913" cy="1549400"/>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47" name="Freeform 59"/>
          <p:cNvSpPr>
            <a:spLocks/>
          </p:cNvSpPr>
          <p:nvPr/>
        </p:nvSpPr>
        <p:spPr bwMode="auto">
          <a:xfrm>
            <a:off x="2127250" y="2897188"/>
            <a:ext cx="177800" cy="3276600"/>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50" name="Group 55"/>
          <p:cNvGrpSpPr>
            <a:grpSpLocks/>
          </p:cNvGrpSpPr>
          <p:nvPr/>
        </p:nvGrpSpPr>
        <p:grpSpPr bwMode="auto">
          <a:xfrm>
            <a:off x="488758" y="2015913"/>
            <a:ext cx="1636938" cy="251989"/>
            <a:chOff x="2256" y="2640"/>
            <a:chExt cx="1632" cy="192"/>
          </a:xfrm>
          <a:solidFill>
            <a:schemeClr val="tx2">
              <a:lumMod val="40000"/>
              <a:lumOff val="60000"/>
            </a:schemeClr>
          </a:solidFill>
        </p:grpSpPr>
        <p:sp>
          <p:nvSpPr>
            <p:cNvPr id="151"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52"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153" name="文本框 152"/>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154" name="文本框 153"/>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rPr>
              <a:t> </a:t>
            </a:r>
            <a:r>
              <a:rPr lang="en-US" altLang="zh-CN" sz="2644" dirty="0">
                <a:solidFill>
                  <a:srgbClr val="9BBB59">
                    <a:lumMod val="75000"/>
                  </a:srgbClr>
                </a:solidFill>
                <a:latin typeface="微软雅黑" panose="020B0503020204020204" pitchFamily="34" charset="-122"/>
                <a:ea typeface="微软雅黑" panose="020B0503020204020204" pitchFamily="34" charset="-122"/>
                <a:cs typeface="+mn-cs"/>
              </a:rPr>
              <a:t>S</a:t>
            </a:r>
            <a:endParaRPr lang="zh-CN" altLang="en-US" sz="1488" dirty="0">
              <a:solidFill>
                <a:srgbClr val="9BBB59">
                  <a:lumMod val="75000"/>
                </a:srgbClr>
              </a:solidFill>
              <a:latin typeface="Arial" panose="020B0604020202020204"/>
              <a:ea typeface="黑体" panose="02010609060101010101" pitchFamily="49" charset="-122"/>
              <a:cs typeface="+mn-cs"/>
            </a:endParaRPr>
          </a:p>
        </p:txBody>
      </p:sp>
      <p:sp>
        <p:nvSpPr>
          <p:cNvPr id="155" name="文本框 154"/>
          <p:cNvSpPr txBox="1"/>
          <p:nvPr/>
        </p:nvSpPr>
        <p:spPr>
          <a:xfrm>
            <a:off x="2741613" y="1050925"/>
            <a:ext cx="1576387"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70C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70C0"/>
                </a:solidFill>
                <a:latin typeface="微软雅黑" panose="020B0503020204020204" pitchFamily="34" charset="-122"/>
                <a:ea typeface="微软雅黑" panose="020B0503020204020204" pitchFamily="34" charset="-122"/>
                <a:cs typeface="+mn-cs"/>
              </a:rPr>
              <a:t> </a:t>
            </a:r>
            <a:r>
              <a:rPr lang="en-US" altLang="zh-CN" sz="2644" dirty="0">
                <a:solidFill>
                  <a:srgbClr val="0070C0"/>
                </a:solidFill>
                <a:latin typeface="微软雅黑" panose="020B0503020204020204" pitchFamily="34" charset="-122"/>
                <a:ea typeface="微软雅黑" panose="020B0503020204020204" pitchFamily="34" charset="-122"/>
                <a:cs typeface="+mn-cs"/>
              </a:rPr>
              <a:t>Q</a:t>
            </a:r>
            <a:endParaRPr lang="zh-CN" altLang="en-US" sz="1488" dirty="0">
              <a:solidFill>
                <a:srgbClr val="0070C0"/>
              </a:solidFill>
              <a:latin typeface="Arial" panose="020B0604020202020204"/>
              <a:ea typeface="黑体" panose="02010609060101010101" pitchFamily="49" charset="-122"/>
              <a:cs typeface="+mn-cs"/>
            </a:endParaRPr>
          </a:p>
        </p:txBody>
      </p:sp>
      <p:sp>
        <p:nvSpPr>
          <p:cNvPr id="156" name="文本框 155"/>
          <p:cNvSpPr txBox="1"/>
          <p:nvPr/>
        </p:nvSpPr>
        <p:spPr>
          <a:xfrm>
            <a:off x="1411288" y="1452563"/>
            <a:ext cx="15208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B0F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B0F0"/>
                </a:solidFill>
                <a:latin typeface="微软雅黑" panose="020B0503020204020204" pitchFamily="34" charset="-122"/>
                <a:ea typeface="微软雅黑" panose="020B0503020204020204" pitchFamily="34" charset="-122"/>
                <a:cs typeface="+mn-cs"/>
              </a:rPr>
              <a:t> </a:t>
            </a:r>
            <a:r>
              <a:rPr lang="en-US" altLang="zh-CN" sz="2644" dirty="0">
                <a:solidFill>
                  <a:srgbClr val="00B0F0"/>
                </a:solidFill>
                <a:latin typeface="微软雅黑" panose="020B0503020204020204" pitchFamily="34" charset="-122"/>
                <a:ea typeface="微软雅黑" panose="020B0503020204020204" pitchFamily="34" charset="-122"/>
                <a:cs typeface="+mn-cs"/>
              </a:rPr>
              <a:t>R</a:t>
            </a:r>
            <a:endParaRPr lang="zh-CN" altLang="en-US" sz="1488" dirty="0">
              <a:solidFill>
                <a:srgbClr val="00B0F0"/>
              </a:solidFill>
              <a:latin typeface="Arial" panose="020B0604020202020204"/>
              <a:ea typeface="黑体" panose="02010609060101010101" pitchFamily="49" charset="-122"/>
              <a:cs typeface="+mn-cs"/>
            </a:endParaRPr>
          </a:p>
        </p:txBody>
      </p:sp>
      <p:pic>
        <p:nvPicPr>
          <p:cNvPr id="537642" name="图片 14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2">
            <a:extLst>
              <a:ext uri="{FF2B5EF4-FFF2-40B4-BE49-F238E27FC236}">
                <a16:creationId xmlns:a16="http://schemas.microsoft.com/office/drawing/2014/main" id="{661E722B-09A9-FD2D-BFB4-5F8A8BE788A6}"/>
              </a:ext>
            </a:extLst>
          </p:cNvPr>
          <p:cNvSpPr>
            <a:spLocks noGrp="1"/>
          </p:cNvSpPr>
          <p:nvPr>
            <p:ph type="sldNum" sz="quarter" idx="12"/>
          </p:nvPr>
        </p:nvSpPr>
        <p:spPr/>
        <p:txBody>
          <a:bodyPr/>
          <a:lstStyle/>
          <a:p>
            <a:pPr>
              <a:defRPr/>
            </a:pPr>
            <a:fld id="{AF24DC6D-F0E2-4288-9C5E-C42098F430F0}" type="slidenum">
              <a:rPr lang="en-US" smtClean="0"/>
              <a:pPr>
                <a:defRPr/>
              </a:pPr>
              <a:t>49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wipe(left)">
                                      <p:cBhvr>
                                        <p:cTn id="7" dur="500"/>
                                        <p:tgtEl>
                                          <p:spTgt spid="1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down)">
                                      <p:cBhvr>
                                        <p:cTn id="12" dur="500"/>
                                        <p:tgtEl>
                                          <p:spTgt spid="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down)">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down)">
                                      <p:cBhvr>
                                        <p:cTn id="37" dur="500"/>
                                        <p:tgtEl>
                                          <p:spTgt spid="2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down)">
                                      <p:cBhvr>
                                        <p:cTn id="42" dur="500"/>
                                        <p:tgtEl>
                                          <p:spTgt spid="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down)">
                                      <p:cBhvr>
                                        <p:cTn id="47" dur="500"/>
                                        <p:tgtEl>
                                          <p:spTgt spid="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5863"/>
                                        </p:tgtEl>
                                        <p:attrNameLst>
                                          <p:attrName>style.visibility</p:attrName>
                                        </p:attrNameLst>
                                      </p:cBhvr>
                                      <p:to>
                                        <p:strVal val="visible"/>
                                      </p:to>
                                    </p:set>
                                    <p:animEffect transition="in" filter="wipe(down)">
                                      <p:cBhvr>
                                        <p:cTn id="52" dur="500"/>
                                        <p:tgtEl>
                                          <p:spTgt spid="758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5862"/>
                                        </p:tgtEl>
                                        <p:attrNameLst>
                                          <p:attrName>style.visibility</p:attrName>
                                        </p:attrNameLst>
                                      </p:cBhvr>
                                      <p:to>
                                        <p:strVal val="visible"/>
                                      </p:to>
                                    </p:set>
                                    <p:animEffect transition="in" filter="wipe(up)">
                                      <p:cBhvr>
                                        <p:cTn id="57" dur="500"/>
                                        <p:tgtEl>
                                          <p:spTgt spid="7586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75866"/>
                                        </p:tgtEl>
                                        <p:attrNameLst>
                                          <p:attrName>style.visibility</p:attrName>
                                        </p:attrNameLst>
                                      </p:cBhvr>
                                      <p:to>
                                        <p:strVal val="visible"/>
                                      </p:to>
                                    </p:set>
                                    <p:animEffect transition="in" filter="wipe(right)">
                                      <p:cBhvr>
                                        <p:cTn id="62" dur="500"/>
                                        <p:tgtEl>
                                          <p:spTgt spid="7586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75864"/>
                                        </p:tgtEl>
                                        <p:attrNameLst>
                                          <p:attrName>style.visibility</p:attrName>
                                        </p:attrNameLst>
                                      </p:cBhvr>
                                      <p:to>
                                        <p:strVal val="visible"/>
                                      </p:to>
                                    </p:set>
                                    <p:animEffect transition="in" filter="wipe(right)">
                                      <p:cBhvr>
                                        <p:cTn id="67" dur="500"/>
                                        <p:tgtEl>
                                          <p:spTgt spid="75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62" grpId="0" autoUpdateAnimBg="0"/>
      <p:bldP spid="75863" grpId="0" autoUpdateAnimBg="0"/>
      <p:bldP spid="156" grpId="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39650" name="Group 2"/>
          <p:cNvGrpSpPr>
            <a:grpSpLocks/>
          </p:cNvGrpSpPr>
          <p:nvPr/>
        </p:nvGrpSpPr>
        <p:grpSpPr bwMode="auto">
          <a:xfrm>
            <a:off x="488950" y="6048375"/>
            <a:ext cx="1636713" cy="250825"/>
            <a:chOff x="2256" y="2640"/>
            <a:chExt cx="1632" cy="192"/>
          </a:xfrm>
        </p:grpSpPr>
        <p:sp>
          <p:nvSpPr>
            <p:cNvPr id="175217"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5218" name="Rectangle 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39651" name="Group 5"/>
          <p:cNvGrpSpPr>
            <a:grpSpLocks/>
          </p:cNvGrpSpPr>
          <p:nvPr/>
        </p:nvGrpSpPr>
        <p:grpSpPr bwMode="auto">
          <a:xfrm>
            <a:off x="488950" y="5795963"/>
            <a:ext cx="1636713" cy="252412"/>
            <a:chOff x="2256" y="2640"/>
            <a:chExt cx="1632" cy="192"/>
          </a:xfrm>
        </p:grpSpPr>
        <p:sp>
          <p:nvSpPr>
            <p:cNvPr id="175215"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75216" name="Rectangle 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39652" name="Group 8"/>
          <p:cNvGrpSpPr>
            <a:grpSpLocks/>
          </p:cNvGrpSpPr>
          <p:nvPr/>
        </p:nvGrpSpPr>
        <p:grpSpPr bwMode="auto">
          <a:xfrm>
            <a:off x="488950" y="5543550"/>
            <a:ext cx="1636713" cy="252413"/>
            <a:chOff x="2256" y="2640"/>
            <a:chExt cx="1632" cy="192"/>
          </a:xfrm>
        </p:grpSpPr>
        <p:sp>
          <p:nvSpPr>
            <p:cNvPr id="175213"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5214" name="Rectangle 1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39653" name="Group 11"/>
          <p:cNvGrpSpPr>
            <a:grpSpLocks/>
          </p:cNvGrpSpPr>
          <p:nvPr/>
        </p:nvGrpSpPr>
        <p:grpSpPr bwMode="auto">
          <a:xfrm>
            <a:off x="488950" y="5291138"/>
            <a:ext cx="1636713" cy="252412"/>
            <a:chOff x="2256" y="2640"/>
            <a:chExt cx="1632" cy="192"/>
          </a:xfrm>
        </p:grpSpPr>
        <p:sp>
          <p:nvSpPr>
            <p:cNvPr id="175211"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75212" name="Rectangle 1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39654" name="Group 14"/>
          <p:cNvGrpSpPr>
            <a:grpSpLocks/>
          </p:cNvGrpSpPr>
          <p:nvPr/>
        </p:nvGrpSpPr>
        <p:grpSpPr bwMode="auto">
          <a:xfrm>
            <a:off x="488950" y="5040313"/>
            <a:ext cx="1636713" cy="250825"/>
            <a:chOff x="2256" y="2640"/>
            <a:chExt cx="1632" cy="192"/>
          </a:xfrm>
        </p:grpSpPr>
        <p:sp>
          <p:nvSpPr>
            <p:cNvPr id="175209" name="Rectangle 1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75210" name="Rectangle 16"/>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175112" name="Group 17"/>
          <p:cNvGrpSpPr>
            <a:grpSpLocks/>
          </p:cNvGrpSpPr>
          <p:nvPr/>
        </p:nvGrpSpPr>
        <p:grpSpPr bwMode="auto">
          <a:xfrm>
            <a:off x="488758" y="4787794"/>
            <a:ext cx="1636938" cy="251989"/>
            <a:chOff x="2256" y="2640"/>
            <a:chExt cx="1632" cy="192"/>
          </a:xfrm>
          <a:solidFill>
            <a:schemeClr val="accent3">
              <a:lumMod val="60000"/>
              <a:lumOff val="40000"/>
            </a:schemeClr>
          </a:solidFill>
        </p:grpSpPr>
        <p:sp>
          <p:nvSpPr>
            <p:cNvPr id="175207"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5208"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175113" name="Group 20"/>
          <p:cNvGrpSpPr>
            <a:grpSpLocks/>
          </p:cNvGrpSpPr>
          <p:nvPr/>
        </p:nvGrpSpPr>
        <p:grpSpPr bwMode="auto">
          <a:xfrm>
            <a:off x="488758" y="4535805"/>
            <a:ext cx="1636938" cy="251989"/>
            <a:chOff x="2256" y="2640"/>
            <a:chExt cx="1632" cy="192"/>
          </a:xfrm>
          <a:solidFill>
            <a:schemeClr val="accent3">
              <a:lumMod val="60000"/>
              <a:lumOff val="40000"/>
            </a:schemeClr>
          </a:solidFill>
        </p:grpSpPr>
        <p:sp>
          <p:nvSpPr>
            <p:cNvPr id="175205"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75206"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175114" name="Group 23"/>
          <p:cNvGrpSpPr>
            <a:grpSpLocks/>
          </p:cNvGrpSpPr>
          <p:nvPr/>
        </p:nvGrpSpPr>
        <p:grpSpPr bwMode="auto">
          <a:xfrm>
            <a:off x="488758" y="4283817"/>
            <a:ext cx="1636938" cy="251989"/>
            <a:chOff x="2256" y="2640"/>
            <a:chExt cx="1632" cy="192"/>
          </a:xfrm>
          <a:solidFill>
            <a:schemeClr val="accent3">
              <a:lumMod val="60000"/>
              <a:lumOff val="40000"/>
            </a:schemeClr>
          </a:solidFill>
        </p:grpSpPr>
        <p:sp>
          <p:nvSpPr>
            <p:cNvPr id="175203"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75204"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175115" name="Group 26"/>
          <p:cNvGrpSpPr>
            <a:grpSpLocks/>
          </p:cNvGrpSpPr>
          <p:nvPr/>
        </p:nvGrpSpPr>
        <p:grpSpPr bwMode="auto">
          <a:xfrm>
            <a:off x="488758" y="4031826"/>
            <a:ext cx="1636938" cy="251989"/>
            <a:chOff x="2256" y="2640"/>
            <a:chExt cx="1632" cy="192"/>
          </a:xfrm>
          <a:solidFill>
            <a:schemeClr val="accent3">
              <a:lumMod val="60000"/>
              <a:lumOff val="40000"/>
            </a:schemeClr>
          </a:solidFill>
        </p:grpSpPr>
        <p:sp>
          <p:nvSpPr>
            <p:cNvPr id="175201"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dirty="0">
                  <a:solidFill>
                    <a:prstClr val="black"/>
                  </a:solidFill>
                  <a:latin typeface="Times New Roman" panose="02020603050405020304" pitchFamily="18" charset="0"/>
                  <a:ea typeface="宋体" panose="02010600030101010101" pitchFamily="2" charset="-122"/>
                  <a:cs typeface="+mn-cs"/>
                </a:rPr>
                <a:t>0(形参个数)</a:t>
              </a:r>
            </a:p>
          </p:txBody>
        </p:sp>
        <p:sp>
          <p:nvSpPr>
            <p:cNvPr id="175202"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175116" name="Group 29"/>
          <p:cNvGrpSpPr>
            <a:grpSpLocks/>
          </p:cNvGrpSpPr>
          <p:nvPr/>
        </p:nvGrpSpPr>
        <p:grpSpPr bwMode="auto">
          <a:xfrm>
            <a:off x="488758" y="3779837"/>
            <a:ext cx="1636938" cy="251989"/>
            <a:chOff x="2256" y="2640"/>
            <a:chExt cx="1632" cy="192"/>
          </a:xfrm>
          <a:solidFill>
            <a:schemeClr val="accent3">
              <a:lumMod val="60000"/>
              <a:lumOff val="40000"/>
            </a:schemeClr>
          </a:solidFill>
        </p:grpSpPr>
        <p:sp>
          <p:nvSpPr>
            <p:cNvPr id="175199"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5200"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175117" name="Group 32"/>
          <p:cNvGrpSpPr>
            <a:grpSpLocks/>
          </p:cNvGrpSpPr>
          <p:nvPr/>
        </p:nvGrpSpPr>
        <p:grpSpPr bwMode="auto">
          <a:xfrm>
            <a:off x="488758" y="3527848"/>
            <a:ext cx="1636938" cy="251989"/>
            <a:chOff x="2256" y="2640"/>
            <a:chExt cx="1632" cy="192"/>
          </a:xfrm>
          <a:solidFill>
            <a:schemeClr val="accent3">
              <a:lumMod val="60000"/>
              <a:lumOff val="40000"/>
            </a:schemeClr>
          </a:solidFill>
        </p:grpSpPr>
        <p:sp>
          <p:nvSpPr>
            <p:cNvPr id="175197"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5198"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175118" name="Rectangle 35"/>
          <p:cNvSpPr>
            <a:spLocks noChangeArrowheads="1"/>
          </p:cNvSpPr>
          <p:nvPr/>
        </p:nvSpPr>
        <p:spPr bwMode="auto">
          <a:xfrm>
            <a:off x="-33338" y="6297613"/>
            <a:ext cx="1069976"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动态链</a:t>
            </a:r>
          </a:p>
        </p:txBody>
      </p:sp>
      <p:sp>
        <p:nvSpPr>
          <p:cNvPr id="175119" name="Freeform 36"/>
          <p:cNvSpPr>
            <a:spLocks/>
          </p:cNvSpPr>
          <p:nvPr/>
        </p:nvSpPr>
        <p:spPr bwMode="auto">
          <a:xfrm>
            <a:off x="346075" y="4913313"/>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5120" name="Rectangle 37"/>
          <p:cNvSpPr>
            <a:spLocks noChangeArrowheads="1"/>
          </p:cNvSpPr>
          <p:nvPr/>
        </p:nvSpPr>
        <p:spPr bwMode="auto">
          <a:xfrm>
            <a:off x="1592263" y="6294438"/>
            <a:ext cx="10715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静态链</a:t>
            </a:r>
          </a:p>
        </p:txBody>
      </p:sp>
      <p:sp>
        <p:nvSpPr>
          <p:cNvPr id="175121" name="Freeform 38"/>
          <p:cNvSpPr>
            <a:spLocks/>
          </p:cNvSpPr>
          <p:nvPr/>
        </p:nvSpPr>
        <p:spPr bwMode="auto">
          <a:xfrm>
            <a:off x="2127250" y="4410075"/>
            <a:ext cx="177800"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75123" name="Group 40"/>
          <p:cNvGrpSpPr>
            <a:grpSpLocks/>
          </p:cNvGrpSpPr>
          <p:nvPr/>
        </p:nvGrpSpPr>
        <p:grpSpPr bwMode="auto">
          <a:xfrm>
            <a:off x="488758" y="3275859"/>
            <a:ext cx="1636938" cy="251989"/>
            <a:chOff x="2256" y="2640"/>
            <a:chExt cx="1632" cy="192"/>
          </a:xfrm>
          <a:solidFill>
            <a:schemeClr val="tx2">
              <a:lumMod val="40000"/>
              <a:lumOff val="60000"/>
            </a:schemeClr>
          </a:solidFill>
        </p:grpSpPr>
        <p:sp>
          <p:nvSpPr>
            <p:cNvPr id="175195" name="Rectangle 4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5</a:t>
              </a:r>
            </a:p>
          </p:txBody>
        </p:sp>
        <p:sp>
          <p:nvSpPr>
            <p:cNvPr id="175196" name="Rectangle 4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11</a:t>
              </a:r>
            </a:p>
          </p:txBody>
        </p:sp>
      </p:grpSp>
      <p:grpSp>
        <p:nvGrpSpPr>
          <p:cNvPr id="175124" name="Group 43"/>
          <p:cNvGrpSpPr>
            <a:grpSpLocks/>
          </p:cNvGrpSpPr>
          <p:nvPr/>
        </p:nvGrpSpPr>
        <p:grpSpPr bwMode="auto">
          <a:xfrm>
            <a:off x="488758" y="3023868"/>
            <a:ext cx="1636938" cy="251989"/>
            <a:chOff x="2256" y="2640"/>
            <a:chExt cx="1632" cy="192"/>
          </a:xfrm>
          <a:solidFill>
            <a:schemeClr val="tx2">
              <a:lumMod val="40000"/>
              <a:lumOff val="60000"/>
            </a:schemeClr>
          </a:solidFill>
        </p:grpSpPr>
        <p:sp>
          <p:nvSpPr>
            <p:cNvPr id="175193" name="Rectangle 4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94" name="Rectangle 4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12</a:t>
              </a:r>
            </a:p>
          </p:txBody>
        </p:sp>
      </p:grpSp>
      <p:grpSp>
        <p:nvGrpSpPr>
          <p:cNvPr id="175125" name="Group 46"/>
          <p:cNvGrpSpPr>
            <a:grpSpLocks/>
          </p:cNvGrpSpPr>
          <p:nvPr/>
        </p:nvGrpSpPr>
        <p:grpSpPr bwMode="auto">
          <a:xfrm>
            <a:off x="488758" y="2771880"/>
            <a:ext cx="1636938" cy="251989"/>
            <a:chOff x="2256" y="2640"/>
            <a:chExt cx="1632" cy="192"/>
          </a:xfrm>
          <a:solidFill>
            <a:schemeClr val="tx2">
              <a:lumMod val="40000"/>
              <a:lumOff val="60000"/>
            </a:schemeClr>
          </a:solidFill>
        </p:grpSpPr>
        <p:sp>
          <p:nvSpPr>
            <p:cNvPr id="175191" name="Rectangle 4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75192" name="Rectangle 4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13</a:t>
              </a:r>
            </a:p>
          </p:txBody>
        </p:sp>
      </p:grpSp>
      <p:grpSp>
        <p:nvGrpSpPr>
          <p:cNvPr id="175126" name="Group 49"/>
          <p:cNvGrpSpPr>
            <a:grpSpLocks/>
          </p:cNvGrpSpPr>
          <p:nvPr/>
        </p:nvGrpSpPr>
        <p:grpSpPr bwMode="auto">
          <a:xfrm>
            <a:off x="488758" y="2519891"/>
            <a:ext cx="1636938" cy="251989"/>
            <a:chOff x="2256" y="2640"/>
            <a:chExt cx="1632" cy="192"/>
          </a:xfrm>
          <a:solidFill>
            <a:schemeClr val="tx2">
              <a:lumMod val="40000"/>
              <a:lumOff val="60000"/>
            </a:schemeClr>
          </a:solidFill>
        </p:grpSpPr>
        <p:sp>
          <p:nvSpPr>
            <p:cNvPr id="175189" name="Rectangle 5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90" name="Rectangle 5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14</a:t>
              </a:r>
            </a:p>
          </p:txBody>
        </p:sp>
      </p:grpSp>
      <p:grpSp>
        <p:nvGrpSpPr>
          <p:cNvPr id="175127" name="Group 52"/>
          <p:cNvGrpSpPr>
            <a:grpSpLocks/>
          </p:cNvGrpSpPr>
          <p:nvPr/>
        </p:nvGrpSpPr>
        <p:grpSpPr bwMode="auto">
          <a:xfrm>
            <a:off x="488758" y="2267902"/>
            <a:ext cx="1636938" cy="251989"/>
            <a:chOff x="2256" y="2640"/>
            <a:chExt cx="1632" cy="192"/>
          </a:xfrm>
          <a:solidFill>
            <a:schemeClr val="tx2">
              <a:lumMod val="40000"/>
              <a:lumOff val="60000"/>
            </a:schemeClr>
          </a:solidFill>
        </p:grpSpPr>
        <p:sp>
          <p:nvSpPr>
            <p:cNvPr id="175187"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dirty="0">
                  <a:solidFill>
                    <a:prstClr val="black"/>
                  </a:solidFill>
                  <a:latin typeface="Times New Roman" panose="02020603050405020304" pitchFamily="18" charset="0"/>
                  <a:ea typeface="宋体" panose="02010600030101010101" pitchFamily="2" charset="-122"/>
                  <a:cs typeface="+mn-cs"/>
                </a:rPr>
                <a:t>b</a:t>
              </a:r>
              <a:r>
                <a:rPr kumimoji="1" lang="zh-CN" altLang="en-US" sz="1652" b="1" dirty="0">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dirty="0">
                <a:solidFill>
                  <a:prstClr val="black"/>
                </a:solidFill>
                <a:latin typeface="Times New Roman" panose="02020603050405020304" pitchFamily="18" charset="0"/>
                <a:ea typeface="宋体" panose="02010600030101010101" pitchFamily="2" charset="-122"/>
                <a:cs typeface="+mn-cs"/>
              </a:endParaRPr>
            </a:p>
          </p:txBody>
        </p:sp>
        <p:sp>
          <p:nvSpPr>
            <p:cNvPr id="175188" name="Rectangle 5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15</a:t>
              </a:r>
            </a:p>
          </p:txBody>
        </p:sp>
      </p:grpSp>
      <p:grpSp>
        <p:nvGrpSpPr>
          <p:cNvPr id="175128" name="Group 55"/>
          <p:cNvGrpSpPr>
            <a:grpSpLocks/>
          </p:cNvGrpSpPr>
          <p:nvPr/>
        </p:nvGrpSpPr>
        <p:grpSpPr bwMode="auto">
          <a:xfrm>
            <a:off x="488758" y="2015913"/>
            <a:ext cx="1636938" cy="251989"/>
            <a:chOff x="2256" y="2640"/>
            <a:chExt cx="1632" cy="192"/>
          </a:xfrm>
          <a:solidFill>
            <a:schemeClr val="tx2">
              <a:lumMod val="40000"/>
              <a:lumOff val="60000"/>
            </a:schemeClr>
          </a:solidFill>
        </p:grpSpPr>
        <p:sp>
          <p:nvSpPr>
            <p:cNvPr id="175185"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5186"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175129" name="Freeform 58"/>
          <p:cNvSpPr>
            <a:spLocks/>
          </p:cNvSpPr>
          <p:nvPr/>
        </p:nvSpPr>
        <p:spPr bwMode="auto">
          <a:xfrm>
            <a:off x="342900" y="3362325"/>
            <a:ext cx="188913" cy="1549400"/>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5130" name="Freeform 59"/>
          <p:cNvSpPr>
            <a:spLocks/>
          </p:cNvSpPr>
          <p:nvPr/>
        </p:nvSpPr>
        <p:spPr bwMode="auto">
          <a:xfrm>
            <a:off x="2127250" y="2897188"/>
            <a:ext cx="177800" cy="3276600"/>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75131" name="Group 60"/>
          <p:cNvGrpSpPr>
            <a:grpSpLocks/>
          </p:cNvGrpSpPr>
          <p:nvPr/>
        </p:nvGrpSpPr>
        <p:grpSpPr bwMode="auto">
          <a:xfrm>
            <a:off x="2819658" y="6047740"/>
            <a:ext cx="1636938" cy="251989"/>
            <a:chOff x="2256" y="2640"/>
            <a:chExt cx="1632" cy="192"/>
          </a:xfrm>
          <a:solidFill>
            <a:srgbClr val="66CCFF"/>
          </a:solidFill>
        </p:grpSpPr>
        <p:sp>
          <p:nvSpPr>
            <p:cNvPr id="175183" name="Rectangle 6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5184" name="Rectangle 6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17</a:t>
              </a:r>
            </a:p>
          </p:txBody>
        </p:sp>
      </p:grpSp>
      <p:grpSp>
        <p:nvGrpSpPr>
          <p:cNvPr id="175132" name="Group 63"/>
          <p:cNvGrpSpPr>
            <a:grpSpLocks/>
          </p:cNvGrpSpPr>
          <p:nvPr/>
        </p:nvGrpSpPr>
        <p:grpSpPr bwMode="auto">
          <a:xfrm>
            <a:off x="2819658" y="5795750"/>
            <a:ext cx="1636938" cy="251989"/>
            <a:chOff x="2256" y="2640"/>
            <a:chExt cx="1632" cy="192"/>
          </a:xfrm>
          <a:solidFill>
            <a:srgbClr val="66CCFF"/>
          </a:solidFill>
        </p:grpSpPr>
        <p:sp>
          <p:nvSpPr>
            <p:cNvPr id="175181" name="Rectangle 6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82" name="Rectangle 6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18</a:t>
              </a:r>
            </a:p>
          </p:txBody>
        </p:sp>
      </p:grpSp>
      <p:grpSp>
        <p:nvGrpSpPr>
          <p:cNvPr id="175133" name="Group 66"/>
          <p:cNvGrpSpPr>
            <a:grpSpLocks/>
          </p:cNvGrpSpPr>
          <p:nvPr/>
        </p:nvGrpSpPr>
        <p:grpSpPr bwMode="auto">
          <a:xfrm>
            <a:off x="2819658" y="5543761"/>
            <a:ext cx="1636938" cy="251989"/>
            <a:chOff x="2256" y="2640"/>
            <a:chExt cx="1632" cy="192"/>
          </a:xfrm>
          <a:solidFill>
            <a:srgbClr val="66CCFF"/>
          </a:solidFill>
        </p:grpSpPr>
        <p:sp>
          <p:nvSpPr>
            <p:cNvPr id="175179" name="Rectangle 6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5180" name="Rectangle 6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19</a:t>
              </a:r>
            </a:p>
          </p:txBody>
        </p:sp>
      </p:grpSp>
      <p:grpSp>
        <p:nvGrpSpPr>
          <p:cNvPr id="175134" name="Group 69"/>
          <p:cNvGrpSpPr>
            <a:grpSpLocks/>
          </p:cNvGrpSpPr>
          <p:nvPr/>
        </p:nvGrpSpPr>
        <p:grpSpPr bwMode="auto">
          <a:xfrm>
            <a:off x="2819658" y="5291772"/>
            <a:ext cx="1636938" cy="251989"/>
            <a:chOff x="2256" y="2640"/>
            <a:chExt cx="1632" cy="192"/>
          </a:xfrm>
          <a:solidFill>
            <a:srgbClr val="66CCFF"/>
          </a:solidFill>
        </p:grpSpPr>
        <p:sp>
          <p:nvSpPr>
            <p:cNvPr id="175177" name="Rectangle 7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78" name="Rectangle 7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20</a:t>
              </a:r>
            </a:p>
          </p:txBody>
        </p:sp>
      </p:grpSp>
      <p:grpSp>
        <p:nvGrpSpPr>
          <p:cNvPr id="175135" name="Group 72"/>
          <p:cNvGrpSpPr>
            <a:grpSpLocks/>
          </p:cNvGrpSpPr>
          <p:nvPr/>
        </p:nvGrpSpPr>
        <p:grpSpPr bwMode="auto">
          <a:xfrm>
            <a:off x="2819658" y="5039783"/>
            <a:ext cx="1636938" cy="251989"/>
            <a:chOff x="2256" y="2640"/>
            <a:chExt cx="1632" cy="192"/>
          </a:xfrm>
          <a:solidFill>
            <a:srgbClr val="66CCFF"/>
          </a:solidFill>
        </p:grpSpPr>
        <p:sp>
          <p:nvSpPr>
            <p:cNvPr id="175175" name="Rectangle 7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u(</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76" name="Rectangle 7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21</a:t>
              </a:r>
            </a:p>
          </p:txBody>
        </p:sp>
      </p:grpSp>
      <p:grpSp>
        <p:nvGrpSpPr>
          <p:cNvPr id="175136" name="Group 75"/>
          <p:cNvGrpSpPr>
            <a:grpSpLocks/>
          </p:cNvGrpSpPr>
          <p:nvPr/>
        </p:nvGrpSpPr>
        <p:grpSpPr bwMode="auto">
          <a:xfrm>
            <a:off x="2819658" y="4787794"/>
            <a:ext cx="1636938" cy="251989"/>
            <a:chOff x="2256" y="2640"/>
            <a:chExt cx="1632" cy="192"/>
          </a:xfrm>
          <a:solidFill>
            <a:srgbClr val="66CCFF"/>
          </a:solidFill>
        </p:grpSpPr>
        <p:sp>
          <p:nvSpPr>
            <p:cNvPr id="175173" name="Rectangle 7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v(</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74" name="Rectangle 7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22</a:t>
              </a:r>
            </a:p>
          </p:txBody>
        </p:sp>
      </p:grpSp>
      <p:grpSp>
        <p:nvGrpSpPr>
          <p:cNvPr id="175137" name="Group 78"/>
          <p:cNvGrpSpPr>
            <a:grpSpLocks/>
          </p:cNvGrpSpPr>
          <p:nvPr/>
        </p:nvGrpSpPr>
        <p:grpSpPr bwMode="auto">
          <a:xfrm>
            <a:off x="2819658" y="4535805"/>
            <a:ext cx="1636938" cy="251989"/>
            <a:chOff x="2256" y="2640"/>
            <a:chExt cx="1632" cy="192"/>
          </a:xfrm>
          <a:solidFill>
            <a:srgbClr val="66CCFF"/>
          </a:solidFill>
        </p:grpSpPr>
        <p:sp>
          <p:nvSpPr>
            <p:cNvPr id="175171" name="Rectangle 7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5172" name="Rectangle 8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23</a:t>
              </a:r>
            </a:p>
          </p:txBody>
        </p:sp>
      </p:grpSp>
      <p:grpSp>
        <p:nvGrpSpPr>
          <p:cNvPr id="175138" name="Group 81"/>
          <p:cNvGrpSpPr>
            <a:grpSpLocks/>
          </p:cNvGrpSpPr>
          <p:nvPr/>
        </p:nvGrpSpPr>
        <p:grpSpPr bwMode="auto">
          <a:xfrm>
            <a:off x="2819658" y="4283817"/>
            <a:ext cx="1636938" cy="251989"/>
            <a:chOff x="2256" y="2640"/>
            <a:chExt cx="1632" cy="192"/>
          </a:xfrm>
          <a:solidFill>
            <a:srgbClr val="66CCFF"/>
          </a:solidFill>
        </p:grpSpPr>
        <p:sp>
          <p:nvSpPr>
            <p:cNvPr id="175169" name="Rectangle 8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d</a:t>
              </a:r>
            </a:p>
          </p:txBody>
        </p:sp>
        <p:sp>
          <p:nvSpPr>
            <p:cNvPr id="175170" name="Rectangle 8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24</a:t>
              </a:r>
            </a:p>
          </p:txBody>
        </p:sp>
      </p:grpSp>
      <p:sp>
        <p:nvSpPr>
          <p:cNvPr id="175139" name="Freeform 86"/>
          <p:cNvSpPr>
            <a:spLocks/>
          </p:cNvSpPr>
          <p:nvPr/>
        </p:nvSpPr>
        <p:spPr bwMode="auto">
          <a:xfrm>
            <a:off x="2119313" y="3402013"/>
            <a:ext cx="1190625" cy="2266950"/>
          </a:xfrm>
          <a:custGeom>
            <a:avLst/>
            <a:gdLst>
              <a:gd name="T0" fmla="*/ 2147483646 w 1632"/>
              <a:gd name="T1" fmla="*/ 2147483646 h 1728"/>
              <a:gd name="T2" fmla="*/ 2147483646 w 1632"/>
              <a:gd name="T3" fmla="*/ 2147483646 h 1728"/>
              <a:gd name="T4" fmla="*/ 2147483646 w 1632"/>
              <a:gd name="T5" fmla="*/ 0 h 1728"/>
              <a:gd name="T6" fmla="*/ 0 w 1632"/>
              <a:gd name="T7" fmla="*/ 0 h 1728"/>
              <a:gd name="T8" fmla="*/ 0 60000 65536"/>
              <a:gd name="T9" fmla="*/ 0 60000 65536"/>
              <a:gd name="T10" fmla="*/ 0 60000 65536"/>
              <a:gd name="T11" fmla="*/ 0 60000 65536"/>
              <a:gd name="T12" fmla="*/ 0 w 1632"/>
              <a:gd name="T13" fmla="*/ 0 h 1728"/>
              <a:gd name="T14" fmla="*/ 1632 w 1632"/>
              <a:gd name="T15" fmla="*/ 1728 h 1728"/>
            </a:gdLst>
            <a:ahLst/>
            <a:cxnLst>
              <a:cxn ang="T8">
                <a:pos x="T0" y="T1"/>
              </a:cxn>
              <a:cxn ang="T9">
                <a:pos x="T2" y="T3"/>
              </a:cxn>
              <a:cxn ang="T10">
                <a:pos x="T4" y="T5"/>
              </a:cxn>
              <a:cxn ang="T11">
                <a:pos x="T6" y="T7"/>
              </a:cxn>
            </a:cxnLst>
            <a:rect l="T12" t="T13" r="T14" b="T15"/>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5140" name="Freeform 87"/>
          <p:cNvSpPr>
            <a:spLocks/>
          </p:cNvSpPr>
          <p:nvPr/>
        </p:nvSpPr>
        <p:spPr bwMode="auto">
          <a:xfrm>
            <a:off x="2122488" y="3338513"/>
            <a:ext cx="893762" cy="3087687"/>
          </a:xfrm>
          <a:custGeom>
            <a:avLst/>
            <a:gdLst>
              <a:gd name="T0" fmla="*/ 2147483646 w 1344"/>
              <a:gd name="T1" fmla="*/ 2147483646 h 2352"/>
              <a:gd name="T2" fmla="*/ 2147483646 w 1344"/>
              <a:gd name="T3" fmla="*/ 2147483646 h 2352"/>
              <a:gd name="T4" fmla="*/ 2147483646 w 1344"/>
              <a:gd name="T5" fmla="*/ 2147483646 h 2352"/>
              <a:gd name="T6" fmla="*/ 2147483646 w 1344"/>
              <a:gd name="T7" fmla="*/ 0 h 2352"/>
              <a:gd name="T8" fmla="*/ 0 w 1344"/>
              <a:gd name="T9" fmla="*/ 0 h 2352"/>
              <a:gd name="T10" fmla="*/ 0 60000 65536"/>
              <a:gd name="T11" fmla="*/ 0 60000 65536"/>
              <a:gd name="T12" fmla="*/ 0 60000 65536"/>
              <a:gd name="T13" fmla="*/ 0 60000 65536"/>
              <a:gd name="T14" fmla="*/ 0 60000 65536"/>
              <a:gd name="T15" fmla="*/ 0 w 1344"/>
              <a:gd name="T16" fmla="*/ 0 h 2352"/>
              <a:gd name="T17" fmla="*/ 1344 w 1344"/>
              <a:gd name="T18" fmla="*/ 2352 h 2352"/>
            </a:gdLst>
            <a:ahLst/>
            <a:cxnLst>
              <a:cxn ang="T10">
                <a:pos x="T0" y="T1"/>
              </a:cxn>
              <a:cxn ang="T11">
                <a:pos x="T2" y="T3"/>
              </a:cxn>
              <a:cxn ang="T12">
                <a:pos x="T4" y="T5"/>
              </a:cxn>
              <a:cxn ang="T13">
                <a:pos x="T6" y="T7"/>
              </a:cxn>
              <a:cxn ang="T14">
                <a:pos x="T8" y="T9"/>
              </a:cxn>
            </a:cxnLst>
            <a:rect l="T15" t="T16" r="T17" b="T18"/>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7" name="Group 88"/>
          <p:cNvGrpSpPr>
            <a:grpSpLocks/>
          </p:cNvGrpSpPr>
          <p:nvPr/>
        </p:nvGrpSpPr>
        <p:grpSpPr bwMode="auto">
          <a:xfrm>
            <a:off x="2819658" y="4031826"/>
            <a:ext cx="1636938" cy="251989"/>
            <a:chOff x="2256" y="2640"/>
            <a:chExt cx="1632" cy="192"/>
          </a:xfrm>
          <a:solidFill>
            <a:srgbClr val="99CCFF"/>
          </a:solidFill>
        </p:grpSpPr>
        <p:sp>
          <p:nvSpPr>
            <p:cNvPr id="175167" name="Rectangle 8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17</a:t>
              </a:r>
            </a:p>
          </p:txBody>
        </p:sp>
        <p:sp>
          <p:nvSpPr>
            <p:cNvPr id="175168" name="Rectangle 9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25</a:t>
              </a:r>
            </a:p>
          </p:txBody>
        </p:sp>
      </p:grpSp>
      <p:grpSp>
        <p:nvGrpSpPr>
          <p:cNvPr id="28" name="Group 91"/>
          <p:cNvGrpSpPr>
            <a:grpSpLocks/>
          </p:cNvGrpSpPr>
          <p:nvPr/>
        </p:nvGrpSpPr>
        <p:grpSpPr bwMode="auto">
          <a:xfrm>
            <a:off x="2819658" y="3779837"/>
            <a:ext cx="1636938" cy="251989"/>
            <a:chOff x="2256" y="2640"/>
            <a:chExt cx="1632" cy="192"/>
          </a:xfrm>
          <a:solidFill>
            <a:srgbClr val="99CCFF"/>
          </a:solidFill>
        </p:grpSpPr>
        <p:sp>
          <p:nvSpPr>
            <p:cNvPr id="175165" name="Rectangle 9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66" name="Rectangle 9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26</a:t>
              </a:r>
            </a:p>
          </p:txBody>
        </p:sp>
      </p:grpSp>
      <p:grpSp>
        <p:nvGrpSpPr>
          <p:cNvPr id="29" name="Group 94"/>
          <p:cNvGrpSpPr>
            <a:grpSpLocks/>
          </p:cNvGrpSpPr>
          <p:nvPr/>
        </p:nvGrpSpPr>
        <p:grpSpPr bwMode="auto">
          <a:xfrm>
            <a:off x="2819658" y="3527848"/>
            <a:ext cx="1636938" cy="251989"/>
            <a:chOff x="2256" y="2640"/>
            <a:chExt cx="1632" cy="192"/>
          </a:xfrm>
          <a:solidFill>
            <a:srgbClr val="99CCFF"/>
          </a:solidFill>
        </p:grpSpPr>
        <p:sp>
          <p:nvSpPr>
            <p:cNvPr id="175163" name="Rectangle 9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5164" name="Rectangle 9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27</a:t>
              </a:r>
            </a:p>
          </p:txBody>
        </p:sp>
      </p:grpSp>
      <p:grpSp>
        <p:nvGrpSpPr>
          <p:cNvPr id="30" name="Group 97"/>
          <p:cNvGrpSpPr>
            <a:grpSpLocks/>
          </p:cNvGrpSpPr>
          <p:nvPr/>
        </p:nvGrpSpPr>
        <p:grpSpPr bwMode="auto">
          <a:xfrm>
            <a:off x="2819658" y="3275859"/>
            <a:ext cx="1636938" cy="251989"/>
            <a:chOff x="2256" y="2640"/>
            <a:chExt cx="1632" cy="192"/>
          </a:xfrm>
          <a:solidFill>
            <a:srgbClr val="99CCFF"/>
          </a:solidFill>
        </p:grpSpPr>
        <p:sp>
          <p:nvSpPr>
            <p:cNvPr id="175161" name="Rectangle 9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62" name="Rectangle 9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28</a:t>
              </a:r>
            </a:p>
          </p:txBody>
        </p:sp>
      </p:grpSp>
      <p:grpSp>
        <p:nvGrpSpPr>
          <p:cNvPr id="31" name="Group 100"/>
          <p:cNvGrpSpPr>
            <a:grpSpLocks/>
          </p:cNvGrpSpPr>
          <p:nvPr/>
        </p:nvGrpSpPr>
        <p:grpSpPr bwMode="auto">
          <a:xfrm>
            <a:off x="2819658" y="3023868"/>
            <a:ext cx="1636938" cy="251989"/>
            <a:chOff x="2256" y="2640"/>
            <a:chExt cx="1632" cy="192"/>
          </a:xfrm>
          <a:solidFill>
            <a:srgbClr val="99CCFF"/>
          </a:solidFill>
        </p:grpSpPr>
        <p:sp>
          <p:nvSpPr>
            <p:cNvPr id="175159" name="Rectangle 10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u(</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60" name="Rectangle 10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29</a:t>
              </a:r>
            </a:p>
          </p:txBody>
        </p:sp>
      </p:grpSp>
      <p:grpSp>
        <p:nvGrpSpPr>
          <p:cNvPr id="76832" name="Group 103"/>
          <p:cNvGrpSpPr>
            <a:grpSpLocks/>
          </p:cNvGrpSpPr>
          <p:nvPr/>
        </p:nvGrpSpPr>
        <p:grpSpPr bwMode="auto">
          <a:xfrm>
            <a:off x="2819658" y="2771880"/>
            <a:ext cx="1636938" cy="251989"/>
            <a:chOff x="2256" y="2640"/>
            <a:chExt cx="1632" cy="192"/>
          </a:xfrm>
          <a:solidFill>
            <a:srgbClr val="99CCFF"/>
          </a:solidFill>
        </p:grpSpPr>
        <p:sp>
          <p:nvSpPr>
            <p:cNvPr id="175157" name="Rectangle 10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v(</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5158" name="Rectangle 10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30</a:t>
              </a:r>
            </a:p>
          </p:txBody>
        </p:sp>
      </p:grpSp>
      <p:grpSp>
        <p:nvGrpSpPr>
          <p:cNvPr id="76833" name="Group 106"/>
          <p:cNvGrpSpPr>
            <a:grpSpLocks/>
          </p:cNvGrpSpPr>
          <p:nvPr/>
        </p:nvGrpSpPr>
        <p:grpSpPr bwMode="auto">
          <a:xfrm>
            <a:off x="2819658" y="2519891"/>
            <a:ext cx="1636938" cy="251989"/>
            <a:chOff x="2256" y="2640"/>
            <a:chExt cx="1632" cy="192"/>
          </a:xfrm>
          <a:solidFill>
            <a:srgbClr val="99CCFF"/>
          </a:solidFill>
        </p:grpSpPr>
        <p:sp>
          <p:nvSpPr>
            <p:cNvPr id="175155" name="Rectangle 10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5156" name="Rectangle 10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31</a:t>
              </a:r>
            </a:p>
          </p:txBody>
        </p:sp>
      </p:grpSp>
      <p:grpSp>
        <p:nvGrpSpPr>
          <p:cNvPr id="76834" name="Group 109"/>
          <p:cNvGrpSpPr>
            <a:grpSpLocks/>
          </p:cNvGrpSpPr>
          <p:nvPr/>
        </p:nvGrpSpPr>
        <p:grpSpPr bwMode="auto">
          <a:xfrm>
            <a:off x="2819658" y="2267902"/>
            <a:ext cx="1636938" cy="251989"/>
            <a:chOff x="2256" y="2640"/>
            <a:chExt cx="1632" cy="192"/>
          </a:xfrm>
          <a:solidFill>
            <a:srgbClr val="99CCFF"/>
          </a:solidFill>
        </p:grpSpPr>
        <p:sp>
          <p:nvSpPr>
            <p:cNvPr id="175153" name="Rectangle 11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d</a:t>
              </a:r>
            </a:p>
          </p:txBody>
        </p:sp>
        <p:sp>
          <p:nvSpPr>
            <p:cNvPr id="175154" name="Rectangle 11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32</a:t>
              </a:r>
            </a:p>
          </p:txBody>
        </p:sp>
      </p:grpSp>
      <p:sp>
        <p:nvSpPr>
          <p:cNvPr id="76912" name="Rectangle 112"/>
          <p:cNvSpPr>
            <a:spLocks noChangeArrowheads="1"/>
          </p:cNvSpPr>
          <p:nvPr/>
        </p:nvSpPr>
        <p:spPr bwMode="auto">
          <a:xfrm>
            <a:off x="1971675" y="2268538"/>
            <a:ext cx="1071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76913" name="Rectangle 113"/>
          <p:cNvSpPr>
            <a:spLocks noChangeArrowheads="1"/>
          </p:cNvSpPr>
          <p:nvPr/>
        </p:nvSpPr>
        <p:spPr bwMode="auto">
          <a:xfrm>
            <a:off x="2066925" y="4032250"/>
            <a:ext cx="1071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SP </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76914" name="Freeform 114"/>
          <p:cNvSpPr>
            <a:spLocks/>
          </p:cNvSpPr>
          <p:nvPr/>
        </p:nvSpPr>
        <p:spPr bwMode="auto">
          <a:xfrm>
            <a:off x="2693988" y="4221163"/>
            <a:ext cx="188912" cy="19526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76915" name="Freeform 115"/>
          <p:cNvSpPr>
            <a:spLocks/>
          </p:cNvSpPr>
          <p:nvPr/>
        </p:nvSpPr>
        <p:spPr bwMode="auto">
          <a:xfrm>
            <a:off x="2125663" y="3403600"/>
            <a:ext cx="1162050" cy="250825"/>
          </a:xfrm>
          <a:custGeom>
            <a:avLst/>
            <a:gdLst>
              <a:gd name="T0" fmla="*/ 2147483646 w 1632"/>
              <a:gd name="T1" fmla="*/ 2147483646 h 1728"/>
              <a:gd name="T2" fmla="*/ 2147483646 w 1632"/>
              <a:gd name="T3" fmla="*/ 2147483646 h 1728"/>
              <a:gd name="T4" fmla="*/ 2147483646 w 1632"/>
              <a:gd name="T5" fmla="*/ 0 h 1728"/>
              <a:gd name="T6" fmla="*/ 0 w 1632"/>
              <a:gd name="T7" fmla="*/ 0 h 1728"/>
              <a:gd name="T8" fmla="*/ 0 60000 65536"/>
              <a:gd name="T9" fmla="*/ 0 60000 65536"/>
              <a:gd name="T10" fmla="*/ 0 60000 65536"/>
              <a:gd name="T11" fmla="*/ 0 60000 65536"/>
              <a:gd name="T12" fmla="*/ 0 w 1632"/>
              <a:gd name="T13" fmla="*/ 0 h 1728"/>
              <a:gd name="T14" fmla="*/ 1632 w 1632"/>
              <a:gd name="T15" fmla="*/ 1728 h 1728"/>
            </a:gdLst>
            <a:ahLst/>
            <a:cxnLst>
              <a:cxn ang="T8">
                <a:pos x="T0" y="T1"/>
              </a:cxn>
              <a:cxn ang="T9">
                <a:pos x="T2" y="T3"/>
              </a:cxn>
              <a:cxn ang="T10">
                <a:pos x="T4" y="T5"/>
              </a:cxn>
              <a:cxn ang="T11">
                <a:pos x="T6" y="T7"/>
              </a:cxn>
            </a:cxnLst>
            <a:rect l="T12" t="T13" r="T14" b="T15"/>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3" name="文本框 2"/>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4" name="文本框 3"/>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9BBB59">
                    <a:lumMod val="75000"/>
                  </a:srgbClr>
                </a:solidFill>
                <a:latin typeface="微软雅黑" panose="020B0503020204020204" pitchFamily="34" charset="-122"/>
                <a:ea typeface="微软雅黑" panose="020B0503020204020204" pitchFamily="34" charset="-122"/>
                <a:cs typeface="+mn-cs"/>
              </a:rPr>
              <a:t> </a:t>
            </a:r>
            <a:r>
              <a:rPr lang="en-US" altLang="zh-CN" sz="2644" dirty="0">
                <a:solidFill>
                  <a:srgbClr val="9BBB59">
                    <a:lumMod val="75000"/>
                  </a:srgbClr>
                </a:solidFill>
                <a:latin typeface="微软雅黑" panose="020B0503020204020204" pitchFamily="34" charset="-122"/>
                <a:ea typeface="微软雅黑" panose="020B0503020204020204" pitchFamily="34" charset="-122"/>
                <a:cs typeface="+mn-cs"/>
              </a:rPr>
              <a:t>S</a:t>
            </a:r>
            <a:endParaRPr lang="zh-CN" altLang="en-US" sz="1488" dirty="0">
              <a:solidFill>
                <a:srgbClr val="9BBB59">
                  <a:lumMod val="75000"/>
                </a:srgbClr>
              </a:solidFill>
              <a:latin typeface="Arial" panose="020B0604020202020204"/>
              <a:ea typeface="黑体" panose="02010609060101010101" pitchFamily="49" charset="-122"/>
              <a:cs typeface="+mn-cs"/>
            </a:endParaRPr>
          </a:p>
        </p:txBody>
      </p:sp>
      <p:sp>
        <p:nvSpPr>
          <p:cNvPr id="5" name="文本框 4"/>
          <p:cNvSpPr txBox="1"/>
          <p:nvPr/>
        </p:nvSpPr>
        <p:spPr>
          <a:xfrm>
            <a:off x="2741613" y="1050925"/>
            <a:ext cx="1576387"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70C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70C0"/>
                </a:solidFill>
                <a:latin typeface="微软雅黑" panose="020B0503020204020204" pitchFamily="34" charset="-122"/>
                <a:ea typeface="微软雅黑" panose="020B0503020204020204" pitchFamily="34" charset="-122"/>
                <a:cs typeface="+mn-cs"/>
              </a:rPr>
              <a:t> </a:t>
            </a:r>
            <a:r>
              <a:rPr lang="en-US" altLang="zh-CN" sz="2644" dirty="0">
                <a:solidFill>
                  <a:srgbClr val="0070C0"/>
                </a:solidFill>
                <a:latin typeface="微软雅黑" panose="020B0503020204020204" pitchFamily="34" charset="-122"/>
                <a:ea typeface="微软雅黑" panose="020B0503020204020204" pitchFamily="34" charset="-122"/>
                <a:cs typeface="+mn-cs"/>
              </a:rPr>
              <a:t>Q</a:t>
            </a:r>
            <a:endParaRPr lang="zh-CN" altLang="en-US" sz="1488" dirty="0">
              <a:solidFill>
                <a:srgbClr val="0070C0"/>
              </a:solidFill>
              <a:latin typeface="Arial" panose="020B0604020202020204"/>
              <a:ea typeface="黑体" panose="02010609060101010101" pitchFamily="49" charset="-122"/>
              <a:cs typeface="+mn-cs"/>
            </a:endParaRPr>
          </a:p>
        </p:txBody>
      </p:sp>
      <p:sp>
        <p:nvSpPr>
          <p:cNvPr id="6" name="文本框 5"/>
          <p:cNvSpPr txBox="1"/>
          <p:nvPr/>
        </p:nvSpPr>
        <p:spPr>
          <a:xfrm>
            <a:off x="1411288" y="1452563"/>
            <a:ext cx="15208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B0F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B0F0"/>
                </a:solidFill>
                <a:latin typeface="微软雅黑" panose="020B0503020204020204" pitchFamily="34" charset="-122"/>
                <a:ea typeface="微软雅黑" panose="020B0503020204020204" pitchFamily="34" charset="-122"/>
                <a:cs typeface="+mn-cs"/>
              </a:rPr>
              <a:t> </a:t>
            </a:r>
            <a:r>
              <a:rPr lang="en-US" altLang="zh-CN" sz="2644" dirty="0">
                <a:solidFill>
                  <a:srgbClr val="00B0F0"/>
                </a:solidFill>
                <a:latin typeface="微软雅黑" panose="020B0503020204020204" pitchFamily="34" charset="-122"/>
                <a:ea typeface="微软雅黑" panose="020B0503020204020204" pitchFamily="34" charset="-122"/>
                <a:cs typeface="+mn-cs"/>
              </a:rPr>
              <a:t>R</a:t>
            </a:r>
            <a:endParaRPr lang="zh-CN" altLang="en-US" sz="1488" dirty="0">
              <a:solidFill>
                <a:srgbClr val="00B0F0"/>
              </a:solidFill>
              <a:latin typeface="Arial" panose="020B0604020202020204"/>
              <a:ea typeface="黑体" panose="02010609060101010101" pitchFamily="49" charset="-122"/>
              <a:cs typeface="+mn-cs"/>
            </a:endParaRPr>
          </a:p>
        </p:txBody>
      </p:sp>
      <p:sp>
        <p:nvSpPr>
          <p:cNvPr id="7" name="文本框 6"/>
          <p:cNvSpPr txBox="1"/>
          <p:nvPr/>
        </p:nvSpPr>
        <p:spPr>
          <a:xfrm>
            <a:off x="2763838" y="1447800"/>
            <a:ext cx="1520825" cy="500063"/>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9999FF"/>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9999FF"/>
                </a:solidFill>
                <a:latin typeface="微软雅黑" panose="020B0503020204020204" pitchFamily="34" charset="-122"/>
                <a:ea typeface="微软雅黑" panose="020B0503020204020204" pitchFamily="34" charset="-122"/>
                <a:cs typeface="+mn-cs"/>
              </a:rPr>
              <a:t> </a:t>
            </a:r>
            <a:r>
              <a:rPr lang="en-US" altLang="zh-CN" sz="2644" dirty="0">
                <a:solidFill>
                  <a:srgbClr val="9999FF"/>
                </a:solidFill>
                <a:latin typeface="微软雅黑" panose="020B0503020204020204" pitchFamily="34" charset="-122"/>
                <a:ea typeface="微软雅黑" panose="020B0503020204020204" pitchFamily="34" charset="-122"/>
                <a:cs typeface="+mn-cs"/>
              </a:rPr>
              <a:t>R</a:t>
            </a:r>
            <a:endParaRPr lang="zh-CN" altLang="en-US" sz="1488" dirty="0">
              <a:solidFill>
                <a:srgbClr val="9999FF"/>
              </a:solidFill>
              <a:latin typeface="Arial" panose="020B0604020202020204"/>
              <a:ea typeface="黑体" panose="02010609060101010101" pitchFamily="49" charset="-122"/>
              <a:cs typeface="+mn-cs"/>
            </a:endParaRPr>
          </a:p>
        </p:txBody>
      </p:sp>
      <p:pic>
        <p:nvPicPr>
          <p:cNvPr id="539700" name="图片 11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灯片编号占位符 7">
            <a:extLst>
              <a:ext uri="{FF2B5EF4-FFF2-40B4-BE49-F238E27FC236}">
                <a16:creationId xmlns:a16="http://schemas.microsoft.com/office/drawing/2014/main" id="{8D2C7A70-7533-0491-FCB3-225CFACAB30B}"/>
              </a:ext>
            </a:extLst>
          </p:cNvPr>
          <p:cNvSpPr>
            <a:spLocks noGrp="1"/>
          </p:cNvSpPr>
          <p:nvPr>
            <p:ph type="sldNum" sz="quarter" idx="12"/>
          </p:nvPr>
        </p:nvSpPr>
        <p:spPr/>
        <p:txBody>
          <a:bodyPr/>
          <a:lstStyle/>
          <a:p>
            <a:pPr>
              <a:defRPr/>
            </a:pPr>
            <a:fld id="{AF24DC6D-F0E2-4288-9C5E-C42098F430F0}" type="slidenum">
              <a:rPr lang="en-US" smtClean="0"/>
              <a:pPr>
                <a:defRPr/>
              </a:pPr>
              <a:t>50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down)">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76832"/>
                                        </p:tgtEl>
                                        <p:attrNameLst>
                                          <p:attrName>style.visibility</p:attrName>
                                        </p:attrNameLst>
                                      </p:cBhvr>
                                      <p:to>
                                        <p:strVal val="visible"/>
                                      </p:to>
                                    </p:set>
                                    <p:animEffect transition="in" filter="wipe(down)">
                                      <p:cBhvr>
                                        <p:cTn id="37" dur="500"/>
                                        <p:tgtEl>
                                          <p:spTgt spid="7683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76833"/>
                                        </p:tgtEl>
                                        <p:attrNameLst>
                                          <p:attrName>style.visibility</p:attrName>
                                        </p:attrNameLst>
                                      </p:cBhvr>
                                      <p:to>
                                        <p:strVal val="visible"/>
                                      </p:to>
                                    </p:set>
                                    <p:animEffect transition="in" filter="wipe(down)">
                                      <p:cBhvr>
                                        <p:cTn id="42" dur="500"/>
                                        <p:tgtEl>
                                          <p:spTgt spid="7683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76834"/>
                                        </p:tgtEl>
                                        <p:attrNameLst>
                                          <p:attrName>style.visibility</p:attrName>
                                        </p:attrNameLst>
                                      </p:cBhvr>
                                      <p:to>
                                        <p:strVal val="visible"/>
                                      </p:to>
                                    </p:set>
                                    <p:animEffect transition="in" filter="wipe(down)">
                                      <p:cBhvr>
                                        <p:cTn id="47" dur="500"/>
                                        <p:tgtEl>
                                          <p:spTgt spid="7683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6912"/>
                                        </p:tgtEl>
                                        <p:attrNameLst>
                                          <p:attrName>style.visibility</p:attrName>
                                        </p:attrNameLst>
                                      </p:cBhvr>
                                      <p:to>
                                        <p:strVal val="visible"/>
                                      </p:to>
                                    </p:set>
                                    <p:animEffect transition="in" filter="wipe(down)">
                                      <p:cBhvr>
                                        <p:cTn id="52" dur="500"/>
                                        <p:tgtEl>
                                          <p:spTgt spid="769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6913"/>
                                        </p:tgtEl>
                                        <p:attrNameLst>
                                          <p:attrName>style.visibility</p:attrName>
                                        </p:attrNameLst>
                                      </p:cBhvr>
                                      <p:to>
                                        <p:strVal val="visible"/>
                                      </p:to>
                                    </p:set>
                                    <p:animEffect transition="in" filter="wipe(down)">
                                      <p:cBhvr>
                                        <p:cTn id="57" dur="500"/>
                                        <p:tgtEl>
                                          <p:spTgt spid="7691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76914"/>
                                        </p:tgtEl>
                                        <p:attrNameLst>
                                          <p:attrName>style.visibility</p:attrName>
                                        </p:attrNameLst>
                                      </p:cBhvr>
                                      <p:to>
                                        <p:strVal val="visible"/>
                                      </p:to>
                                    </p:set>
                                    <p:animEffect transition="in" filter="wipe(up)">
                                      <p:cBhvr>
                                        <p:cTn id="62" dur="500"/>
                                        <p:tgtEl>
                                          <p:spTgt spid="769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2" fill="hold" nodeType="clickEffect">
                                  <p:stCondLst>
                                    <p:cond delay="0"/>
                                  </p:stCondLst>
                                  <p:childTnLst>
                                    <p:set>
                                      <p:cBhvr>
                                        <p:cTn id="66" dur="1" fill="hold">
                                          <p:stCondLst>
                                            <p:cond delay="0"/>
                                          </p:stCondLst>
                                        </p:cTn>
                                        <p:tgtEl>
                                          <p:spTgt spid="76915"/>
                                        </p:tgtEl>
                                        <p:attrNameLst>
                                          <p:attrName>style.visibility</p:attrName>
                                        </p:attrNameLst>
                                      </p:cBhvr>
                                      <p:to>
                                        <p:strVal val="visible"/>
                                      </p:to>
                                    </p:set>
                                    <p:animEffect transition="in" filter="wipe(right)">
                                      <p:cBhvr>
                                        <p:cTn id="67" dur="500"/>
                                        <p:tgtEl>
                                          <p:spTgt spid="7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12" grpId="0" autoUpdateAnimBg="0"/>
      <p:bldP spid="76913" grpId="0" autoUpdateAnimBg="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r>
              <a:rPr lang="zh-CN" altLang="en-US" dirty="0"/>
              <a:t>测试</a:t>
            </a:r>
          </a:p>
        </p:txBody>
      </p:sp>
      <p:sp>
        <p:nvSpPr>
          <p:cNvPr id="3" name="内容占位符 2"/>
          <p:cNvSpPr>
            <a:spLocks noGrp="1"/>
          </p:cNvSpPr>
          <p:nvPr>
            <p:ph idx="1"/>
          </p:nvPr>
        </p:nvSpPr>
        <p:spPr>
          <a:xfrm>
            <a:off x="378849" y="4364876"/>
            <a:ext cx="4054475" cy="3487738"/>
          </a:xfrm>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对于图示的程序，过程</a:t>
            </a:r>
            <a:r>
              <a:rPr lang="en-US" altLang="zh-CN" sz="2646" dirty="0">
                <a:solidFill>
                  <a:schemeClr val="tx1">
                    <a:lumMod val="75000"/>
                    <a:lumOff val="25000"/>
                  </a:schemeClr>
                </a:solidFill>
              </a:rPr>
              <a:t>R</a:t>
            </a:r>
            <a:r>
              <a:rPr lang="zh-CN" altLang="en-US" sz="2646" dirty="0">
                <a:solidFill>
                  <a:schemeClr val="tx1">
                    <a:lumMod val="75000"/>
                    <a:lumOff val="25000"/>
                  </a:schemeClr>
                </a:solidFill>
              </a:rPr>
              <a:t>能否调用过程</a:t>
            </a:r>
            <a:r>
              <a:rPr lang="en-US" altLang="zh-CN" sz="2646" dirty="0">
                <a:solidFill>
                  <a:schemeClr val="tx1">
                    <a:lumMod val="75000"/>
                    <a:lumOff val="25000"/>
                  </a:schemeClr>
                </a:solidFill>
              </a:rPr>
              <a:t>Q?</a:t>
            </a:r>
          </a:p>
          <a:p>
            <a:pPr marL="0" indent="0" defTabSz="503972" eaLnBrk="1" fontAlgn="auto" hangingPunct="1">
              <a:spcBef>
                <a:spcPts val="1102"/>
              </a:spcBef>
              <a:spcAft>
                <a:spcPts val="0"/>
              </a:spcAft>
              <a:buFont typeface="Wingdings 3" charset="2"/>
              <a:buNone/>
              <a:defRPr/>
            </a:pPr>
            <a:r>
              <a:rPr lang="en-US" altLang="zh-CN" sz="2646" dirty="0">
                <a:solidFill>
                  <a:schemeClr val="tx1">
                    <a:lumMod val="75000"/>
                    <a:lumOff val="25000"/>
                  </a:schemeClr>
                </a:solidFill>
              </a:rPr>
              <a:t>A. </a:t>
            </a:r>
            <a:r>
              <a:rPr lang="zh-CN" altLang="en-US" sz="2646" dirty="0">
                <a:solidFill>
                  <a:schemeClr val="tx1">
                    <a:lumMod val="75000"/>
                    <a:lumOff val="25000"/>
                  </a:schemeClr>
                </a:solidFill>
              </a:rPr>
              <a:t>不可以</a:t>
            </a:r>
            <a:endParaRPr lang="en-US" altLang="zh-CN" sz="2646" dirty="0">
              <a:solidFill>
                <a:schemeClr val="tx1">
                  <a:lumMod val="75000"/>
                  <a:lumOff val="25000"/>
                </a:schemeClr>
              </a:solidFill>
            </a:endParaRPr>
          </a:p>
          <a:p>
            <a:pPr marL="0" indent="0" defTabSz="503972" eaLnBrk="1" fontAlgn="auto" hangingPunct="1">
              <a:spcBef>
                <a:spcPts val="1102"/>
              </a:spcBef>
              <a:spcAft>
                <a:spcPts val="0"/>
              </a:spcAft>
              <a:buFont typeface="Wingdings 3" charset="2"/>
              <a:buNone/>
              <a:defRPr/>
            </a:pPr>
            <a:r>
              <a:rPr lang="en-US" altLang="zh-CN" sz="2646" dirty="0">
                <a:solidFill>
                  <a:schemeClr val="tx1">
                    <a:lumMod val="75000"/>
                    <a:lumOff val="25000"/>
                  </a:schemeClr>
                </a:solidFill>
              </a:rPr>
              <a:t>B. </a:t>
            </a:r>
            <a:r>
              <a:rPr lang="zh-CN" altLang="en-US" sz="2646" dirty="0">
                <a:solidFill>
                  <a:schemeClr val="tx1">
                    <a:lumMod val="75000"/>
                    <a:lumOff val="25000"/>
                  </a:schemeClr>
                </a:solidFill>
              </a:rPr>
              <a:t>可以</a:t>
            </a:r>
          </a:p>
        </p:txBody>
      </p:sp>
      <p:sp>
        <p:nvSpPr>
          <p:cNvPr id="4" name="Rectangle 3"/>
          <p:cNvSpPr txBox="1">
            <a:spLocks noChangeArrowheads="1"/>
          </p:cNvSpPr>
          <p:nvPr/>
        </p:nvSpPr>
        <p:spPr>
          <a:xfrm>
            <a:off x="4451350" y="220663"/>
            <a:ext cx="5499100" cy="7118350"/>
          </a:xfrm>
          <a:prstGeom prst="rect">
            <a:avLst/>
          </a:prstGeom>
          <a:ln w="19050" cap="rnd" cmpd="sng" algn="ctr">
            <a:solidFill>
              <a:schemeClr val="accent1"/>
            </a:solidFill>
            <a:prstDash val="solid"/>
            <a:headEnd/>
            <a:tailEnd/>
          </a:ln>
        </p:spPr>
        <p:style>
          <a:lnRef idx="2">
            <a:schemeClr val="accent1"/>
          </a:lnRef>
          <a:fillRef idx="1">
            <a:schemeClr val="lt1"/>
          </a:fillRef>
          <a:effectRef idx="0">
            <a:schemeClr val="accent1"/>
          </a:effectRef>
          <a:fontRef idx="minor">
            <a:schemeClr val="dk1"/>
          </a:fontRef>
        </p:style>
        <p:txBody>
          <a:bodyPr lIns="76121" tIns="79367" rIns="76121" bIns="38062"/>
          <a:lstStyle>
            <a:lvl1pPr marL="342900" indent="-342900" defTabSz="457200">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defTabSz="457200">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defTabSz="457200">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defTabSz="457200">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defTabSz="457200">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514600" indent="-228600" defTabSz="457200" fontAlgn="base">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2971800" indent="-228600" defTabSz="457200" fontAlgn="base">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429000" indent="-228600" defTabSz="457200" fontAlgn="base">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3886200" indent="-228600" defTabSz="457200" fontAlgn="base">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00000"/>
                </a:solidFill>
                <a:ea typeface="Droid Sans Fallback"/>
                <a:cs typeface="Droid Sans Fallback"/>
              </a:rPr>
              <a:t>program P;</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err="1">
                <a:solidFill>
                  <a:srgbClr val="CC6600"/>
                </a:solidFill>
                <a:ea typeface="Droid Sans Fallback"/>
                <a:cs typeface="Droid Sans Fallback"/>
              </a:rPr>
              <a:t>var</a:t>
            </a:r>
            <a:r>
              <a:rPr lang="en-US" altLang="zh-CN" sz="2200" dirty="0">
                <a:solidFill>
                  <a:srgbClr val="CC6600"/>
                </a:solidFill>
                <a:ea typeface="Droid Sans Fallback"/>
                <a:cs typeface="Droid Sans Fallback"/>
              </a:rPr>
              <a:t> a, x : 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procedure Q</a:t>
            </a:r>
            <a:r>
              <a:rPr lang="en-US" altLang="zh-CN" sz="2200" dirty="0">
                <a:solidFill>
                  <a:srgbClr val="0070C0"/>
                </a:solidFill>
                <a:ea typeface="Droid Sans Fallback"/>
                <a:cs typeface="Droid Sans Fallback"/>
              </a:rPr>
              <a:t>(b: 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	</a:t>
            </a:r>
            <a:r>
              <a:rPr lang="en-US" altLang="zh-CN" sz="2200" dirty="0" err="1">
                <a:solidFill>
                  <a:srgbClr val="0070C0"/>
                </a:solidFill>
                <a:ea typeface="Droid Sans Fallback"/>
                <a:cs typeface="Droid Sans Fallback"/>
              </a:rPr>
              <a:t>var</a:t>
            </a:r>
            <a:r>
              <a:rPr lang="en-US" altLang="zh-CN" sz="2200" dirty="0">
                <a:solidFill>
                  <a:srgbClr val="0070C0"/>
                </a:solidFill>
                <a:ea typeface="Droid Sans Fallback"/>
                <a:cs typeface="Droid Sans Fallback"/>
              </a:rPr>
              <a:t> i: 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8080"/>
                </a:solidFill>
                <a:ea typeface="Droid Sans Fallback"/>
                <a:cs typeface="Droid Sans Fallback"/>
              </a:rPr>
              <a:t>	</a:t>
            </a:r>
            <a:r>
              <a:rPr lang="en-US" altLang="zh-CN" sz="2200" dirty="0">
                <a:solidFill>
                  <a:srgbClr val="0070C0"/>
                </a:solidFill>
                <a:ea typeface="Droid Sans Fallback"/>
                <a:cs typeface="Droid Sans Fallback"/>
              </a:rPr>
              <a:t>procedure </a:t>
            </a:r>
            <a:r>
              <a:rPr lang="en-US" altLang="zh-CN" sz="2200" dirty="0">
                <a:solidFill>
                  <a:srgbClr val="00B0F0"/>
                </a:solidFill>
                <a:ea typeface="Droid Sans Fallback"/>
                <a:cs typeface="Droid Sans Fallback"/>
              </a:rPr>
              <a:t>R(u: integer; </a:t>
            </a:r>
            <a:r>
              <a:rPr lang="en-US" altLang="zh-CN" sz="2200" dirty="0" err="1">
                <a:solidFill>
                  <a:srgbClr val="00B0F0"/>
                </a:solidFill>
                <a:ea typeface="Droid Sans Fallback"/>
                <a:cs typeface="Droid Sans Fallback"/>
              </a:rPr>
              <a:t>var</a:t>
            </a:r>
            <a:r>
              <a:rPr lang="en-US" altLang="zh-CN" sz="2200" dirty="0">
                <a:solidFill>
                  <a:srgbClr val="00B0F0"/>
                </a:solidFill>
                <a:ea typeface="Droid Sans Fallback"/>
                <a:cs typeface="Droid Sans Fallback"/>
              </a:rPr>
              <a:t> v: 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a:t>
            </a:r>
            <a:r>
              <a:rPr lang="en-US" altLang="zh-CN" sz="2200" dirty="0" err="1">
                <a:solidFill>
                  <a:srgbClr val="00B0F0"/>
                </a:solidFill>
                <a:ea typeface="Droid Sans Fallback"/>
                <a:cs typeface="Droid Sans Fallback"/>
              </a:rPr>
              <a:t>var</a:t>
            </a:r>
            <a:r>
              <a:rPr lang="en-US" altLang="zh-CN" sz="2200" dirty="0">
                <a:solidFill>
                  <a:srgbClr val="00B0F0"/>
                </a:solidFill>
                <a:ea typeface="Droid Sans Fallback"/>
                <a:cs typeface="Droid Sans Fallback"/>
              </a:rPr>
              <a:t> c, d: 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begin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if u=1 then R(u+1, v)</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v:=(a+c)*(b-d);</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B0F0"/>
                </a:solidFill>
                <a:ea typeface="Droid Sans Fallback"/>
                <a:cs typeface="Droid Sans Fallback"/>
              </a:rPr>
              <a:t>	end {R}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begin</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	R(1, x);</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70C0"/>
                </a:solidFill>
                <a:ea typeface="Droid Sans Fallback"/>
                <a:cs typeface="Droid Sans Fallback"/>
              </a:rPr>
              <a:t>end {Q}</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procedure S</a:t>
            </a:r>
            <a:r>
              <a:rPr lang="en-US" altLang="zh-CN" sz="2200" dirty="0">
                <a:solidFill>
                  <a:srgbClr val="006600"/>
                </a:solidFill>
                <a:ea typeface="Droid Sans Fallback"/>
                <a:cs typeface="Droid Sans Fallback"/>
              </a:rPr>
              <a:t>;</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	</a:t>
            </a:r>
            <a:r>
              <a:rPr lang="en-US" altLang="zh-CN" sz="2200" dirty="0" err="1">
                <a:solidFill>
                  <a:srgbClr val="006600"/>
                </a:solidFill>
                <a:ea typeface="Droid Sans Fallback"/>
                <a:cs typeface="Droid Sans Fallback"/>
              </a:rPr>
              <a:t>var</a:t>
            </a:r>
            <a:r>
              <a:rPr lang="en-US" altLang="zh-CN" sz="2200" dirty="0">
                <a:solidFill>
                  <a:srgbClr val="006600"/>
                </a:solidFill>
                <a:ea typeface="Droid Sans Fallback"/>
                <a:cs typeface="Droid Sans Fallback"/>
              </a:rPr>
              <a:t> c, i:integer;</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begin</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	a:=1;</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	</a:t>
            </a:r>
            <a:r>
              <a:rPr lang="en-US" altLang="zh-CN" sz="2200" b="1" dirty="0">
                <a:solidFill>
                  <a:srgbClr val="FF0000"/>
                </a:solidFill>
                <a:ea typeface="Droid Sans Fallback"/>
                <a:cs typeface="Droid Sans Fallback"/>
              </a:rPr>
              <a:t>Q(c)</a:t>
            </a:r>
            <a:r>
              <a:rPr lang="en-US" altLang="zh-CN" sz="2200" dirty="0">
                <a:solidFill>
                  <a:srgbClr val="006600"/>
                </a:solidFill>
                <a:ea typeface="Droid Sans Fallback"/>
                <a:cs typeface="Droid Sans Fallback"/>
              </a:rPr>
              <a:t>;</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	......</a:t>
            </a:r>
          </a:p>
          <a:p>
            <a:pPr lvl="1"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006600"/>
                </a:solidFill>
                <a:ea typeface="Droid Sans Fallback"/>
                <a:cs typeface="Droid Sans Fallback"/>
              </a:rPr>
              <a:t>end {S}</a:t>
            </a:r>
          </a:p>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begin</a:t>
            </a:r>
          </a:p>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	a:=0;</a:t>
            </a:r>
          </a:p>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	S;</a:t>
            </a:r>
          </a:p>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	......</a:t>
            </a:r>
          </a:p>
          <a:p>
            <a:pPr eaLnBrk="1" hangingPunct="1">
              <a:lnSpc>
                <a:spcPct val="70000"/>
              </a:lnSpc>
              <a:spcBef>
                <a:spcPct val="0"/>
              </a:spcBef>
              <a:buClr>
                <a:srgbClr val="4F81BD"/>
              </a:buClr>
              <a:buFont typeface="Wingdings 3" panose="05040102010807070707" pitchFamily="18" charset="2"/>
              <a:buNone/>
              <a:defRPr/>
            </a:pPr>
            <a:r>
              <a:rPr lang="en-US" altLang="zh-CN" sz="2200" dirty="0">
                <a:solidFill>
                  <a:srgbClr val="CC6600"/>
                </a:solidFill>
                <a:ea typeface="Droid Sans Fallback"/>
                <a:cs typeface="Droid Sans Fallback"/>
              </a:rPr>
              <a:t>end. {P}</a:t>
            </a:r>
            <a:endParaRPr lang="zh-CN" altLang="en-US" sz="2200" dirty="0">
              <a:solidFill>
                <a:srgbClr val="CC6600"/>
              </a:solidFill>
              <a:ea typeface="Droid Sans Fallback"/>
              <a:cs typeface="Droid Sans Fallback"/>
            </a:endParaRPr>
          </a:p>
        </p:txBody>
      </p:sp>
      <p:sp>
        <p:nvSpPr>
          <p:cNvPr id="541701" name="内容占位符 2"/>
          <p:cNvSpPr txBox="1">
            <a:spLocks/>
          </p:cNvSpPr>
          <p:nvPr/>
        </p:nvSpPr>
        <p:spPr bwMode="auto">
          <a:xfrm>
            <a:off x="378850" y="1860550"/>
            <a:ext cx="4054475" cy="348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77825" indent="-377825" defTabSz="503238">
              <a:spcBef>
                <a:spcPts val="1100"/>
              </a:spcBef>
              <a:buClr>
                <a:schemeClr val="accent1"/>
              </a:buClr>
              <a:buSzPct val="80000"/>
              <a:buFont typeface="Wingdings 3" panose="05040102010807070707" pitchFamily="18" charset="2"/>
              <a:buChar char=""/>
              <a:defRPr sz="3000">
                <a:solidFill>
                  <a:srgbClr val="404040"/>
                </a:solidFill>
                <a:latin typeface="微软雅黑" panose="020B0503020204020204" pitchFamily="34" charset="-122"/>
                <a:ea typeface="微软雅黑" panose="020B0503020204020204" pitchFamily="34" charset="-122"/>
              </a:defRPr>
            </a:lvl1pPr>
            <a:lvl2pPr marL="817563" indent="-314325" defTabSz="503238">
              <a:spcBef>
                <a:spcPts val="1100"/>
              </a:spcBef>
              <a:buClr>
                <a:schemeClr val="accent1"/>
              </a:buClr>
              <a:buSzPct val="80000"/>
              <a:buFont typeface="Wingdings 3" panose="05040102010807070707" pitchFamily="18" charset="2"/>
              <a:buChar char=""/>
              <a:defRPr sz="2600">
                <a:solidFill>
                  <a:srgbClr val="404040"/>
                </a:solidFill>
                <a:latin typeface="微软雅黑" panose="020B0503020204020204" pitchFamily="34" charset="-122"/>
                <a:ea typeface="微软雅黑" panose="020B0503020204020204" pitchFamily="34" charset="-122"/>
              </a:defRPr>
            </a:lvl2pPr>
            <a:lvl3pPr marL="1258888" indent="-250825" defTabSz="503238">
              <a:spcBef>
                <a:spcPts val="1100"/>
              </a:spcBef>
              <a:buClr>
                <a:schemeClr val="accent1"/>
              </a:buClr>
              <a:buSzPct val="80000"/>
              <a:buFont typeface="Wingdings 3" panose="05040102010807070707" pitchFamily="18" charset="2"/>
              <a:buChar char=""/>
              <a:defRPr sz="2200">
                <a:solidFill>
                  <a:srgbClr val="404040"/>
                </a:solidFill>
                <a:latin typeface="微软雅黑" panose="020B0503020204020204" pitchFamily="34" charset="-122"/>
                <a:ea typeface="微软雅黑" panose="020B0503020204020204" pitchFamily="34" charset="-122"/>
              </a:defRPr>
            </a:lvl3pPr>
            <a:lvl4pPr marL="1763713"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4pPr>
            <a:lvl5pPr marL="2266950" indent="-250825" defTabSz="503238">
              <a:spcBef>
                <a:spcPts val="1100"/>
              </a:spcBef>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5pPr>
            <a:lvl6pPr marL="27241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6pPr>
            <a:lvl7pPr marL="31813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7pPr>
            <a:lvl8pPr marL="36385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8pPr>
            <a:lvl9pPr marL="4095750" indent="-250825" defTabSz="503238" eaLnBrk="0" fontAlgn="base" hangingPunct="0">
              <a:spcBef>
                <a:spcPts val="1100"/>
              </a:spcBef>
              <a:spcAft>
                <a:spcPct val="0"/>
              </a:spcAft>
              <a:buClr>
                <a:schemeClr val="accent1"/>
              </a:buClr>
              <a:buSzPct val="80000"/>
              <a:buFont typeface="Wingdings 3" panose="05040102010807070707" pitchFamily="18" charset="2"/>
              <a:buChar char=""/>
              <a:defRPr sz="1900">
                <a:solidFill>
                  <a:srgbClr val="404040"/>
                </a:solidFill>
                <a:latin typeface="微软雅黑" panose="020B0503020204020204" pitchFamily="34" charset="-122"/>
                <a:ea typeface="微软雅黑" panose="020B0503020204020204" pitchFamily="34" charset="-122"/>
              </a:defRPr>
            </a:lvl9pPr>
          </a:lstStyle>
          <a:p>
            <a:pPr eaLnBrk="1" hangingPunct="1"/>
            <a:r>
              <a:rPr lang="zh-CN" altLang="en-US" sz="2646" dirty="0">
                <a:solidFill>
                  <a:schemeClr val="tx1">
                    <a:lumMod val="75000"/>
                    <a:lumOff val="25000"/>
                  </a:schemeClr>
                </a:solidFill>
                <a:cs typeface="+mn-cs"/>
              </a:rPr>
              <a:t>对于图示的程序，把红色的</a:t>
            </a:r>
            <a:r>
              <a:rPr lang="en-US" altLang="zh-CN" sz="2646" dirty="0">
                <a:solidFill>
                  <a:schemeClr val="tx1">
                    <a:lumMod val="75000"/>
                    <a:lumOff val="25000"/>
                  </a:schemeClr>
                </a:solidFill>
                <a:cs typeface="+mn-cs"/>
              </a:rPr>
              <a:t>Q(c)</a:t>
            </a:r>
            <a:r>
              <a:rPr lang="zh-CN" altLang="en-US" sz="2646" dirty="0">
                <a:solidFill>
                  <a:schemeClr val="tx1">
                    <a:lumMod val="75000"/>
                    <a:lumOff val="25000"/>
                  </a:schemeClr>
                </a:solidFill>
                <a:cs typeface="+mn-cs"/>
              </a:rPr>
              <a:t>替换成</a:t>
            </a:r>
            <a:r>
              <a:rPr lang="en-US" altLang="zh-CN" sz="2646" dirty="0">
                <a:solidFill>
                  <a:schemeClr val="tx1">
                    <a:lumMod val="75000"/>
                    <a:lumOff val="25000"/>
                  </a:schemeClr>
                </a:solidFill>
                <a:cs typeface="+mn-cs"/>
              </a:rPr>
              <a:t>R(</a:t>
            </a:r>
            <a:r>
              <a:rPr lang="en-US" altLang="zh-CN" sz="2646" dirty="0" err="1">
                <a:solidFill>
                  <a:schemeClr val="tx1">
                    <a:lumMod val="75000"/>
                    <a:lumOff val="25000"/>
                  </a:schemeClr>
                </a:solidFill>
                <a:cs typeface="+mn-cs"/>
              </a:rPr>
              <a:t>c,c</a:t>
            </a:r>
            <a:r>
              <a:rPr lang="en-US" altLang="zh-CN" sz="2646" dirty="0">
                <a:solidFill>
                  <a:schemeClr val="tx1">
                    <a:lumMod val="75000"/>
                    <a:lumOff val="25000"/>
                  </a:schemeClr>
                </a:solidFill>
                <a:cs typeface="+mn-cs"/>
              </a:rPr>
              <a:t>)?</a:t>
            </a:r>
          </a:p>
          <a:p>
            <a:pPr eaLnBrk="1" hangingPunct="1">
              <a:buFont typeface="Wingdings 3" panose="05040102010807070707" pitchFamily="18" charset="2"/>
              <a:buNone/>
            </a:pPr>
            <a:r>
              <a:rPr lang="en-US" altLang="zh-CN" sz="2646" dirty="0">
                <a:solidFill>
                  <a:schemeClr val="tx1">
                    <a:lumMod val="75000"/>
                    <a:lumOff val="25000"/>
                  </a:schemeClr>
                </a:solidFill>
                <a:cs typeface="+mn-cs"/>
              </a:rPr>
              <a:t>A. </a:t>
            </a:r>
            <a:r>
              <a:rPr lang="zh-CN" altLang="en-US" sz="2646" dirty="0">
                <a:solidFill>
                  <a:schemeClr val="tx1">
                    <a:lumMod val="75000"/>
                    <a:lumOff val="25000"/>
                  </a:schemeClr>
                </a:solidFill>
                <a:cs typeface="+mn-cs"/>
              </a:rPr>
              <a:t>不可以</a:t>
            </a:r>
            <a:endParaRPr lang="en-US" altLang="zh-CN" sz="2646" dirty="0">
              <a:solidFill>
                <a:schemeClr val="tx1">
                  <a:lumMod val="75000"/>
                  <a:lumOff val="25000"/>
                </a:schemeClr>
              </a:solidFill>
              <a:cs typeface="+mn-cs"/>
            </a:endParaRPr>
          </a:p>
          <a:p>
            <a:pPr eaLnBrk="1" hangingPunct="1">
              <a:buFont typeface="Wingdings 3" panose="05040102010807070707" pitchFamily="18" charset="2"/>
              <a:buNone/>
            </a:pPr>
            <a:r>
              <a:rPr lang="en-US" altLang="zh-CN" sz="2646" dirty="0">
                <a:solidFill>
                  <a:schemeClr val="tx1">
                    <a:lumMod val="75000"/>
                    <a:lumOff val="25000"/>
                  </a:schemeClr>
                </a:solidFill>
                <a:cs typeface="+mn-cs"/>
              </a:rPr>
              <a:t>B. </a:t>
            </a:r>
            <a:r>
              <a:rPr lang="zh-CN" altLang="en-US" sz="2646" dirty="0">
                <a:solidFill>
                  <a:schemeClr val="tx1">
                    <a:lumMod val="75000"/>
                    <a:lumOff val="25000"/>
                  </a:schemeClr>
                </a:solidFill>
                <a:cs typeface="+mn-cs"/>
              </a:rPr>
              <a:t>可以</a:t>
            </a:r>
          </a:p>
        </p:txBody>
      </p:sp>
      <p:sp>
        <p:nvSpPr>
          <p:cNvPr id="9" name="矩形 8"/>
          <p:cNvSpPr/>
          <p:nvPr/>
        </p:nvSpPr>
        <p:spPr>
          <a:xfrm>
            <a:off x="6061075" y="5348288"/>
            <a:ext cx="1139825" cy="45085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400" b="1" dirty="0">
                <a:solidFill>
                  <a:srgbClr val="FF0000"/>
                </a:solidFill>
              </a:rPr>
              <a:t>R(</a:t>
            </a:r>
            <a:r>
              <a:rPr lang="en-US" altLang="zh-CN" sz="2400" b="1" dirty="0" err="1">
                <a:solidFill>
                  <a:srgbClr val="FF0000"/>
                </a:solidFill>
              </a:rPr>
              <a:t>c,c</a:t>
            </a:r>
            <a:r>
              <a:rPr lang="en-US" altLang="zh-CN" sz="2400" b="1" dirty="0">
                <a:solidFill>
                  <a:srgbClr val="FF0000"/>
                </a:solidFill>
              </a:rPr>
              <a:t>);</a:t>
            </a:r>
            <a:endParaRPr lang="zh-CN" altLang="en-US" sz="2400" dirty="0"/>
          </a:p>
        </p:txBody>
      </p:sp>
      <p:sp>
        <p:nvSpPr>
          <p:cNvPr id="6" name="灯片编号占位符 5">
            <a:extLst>
              <a:ext uri="{FF2B5EF4-FFF2-40B4-BE49-F238E27FC236}">
                <a16:creationId xmlns:a16="http://schemas.microsoft.com/office/drawing/2014/main" id="{F9334E26-4CBE-6FE7-6D3E-24A7E3E41313}"/>
              </a:ext>
            </a:extLst>
          </p:cNvPr>
          <p:cNvSpPr>
            <a:spLocks noGrp="1"/>
          </p:cNvSpPr>
          <p:nvPr>
            <p:ph type="sldNum" sz="quarter" idx="12"/>
          </p:nvPr>
        </p:nvSpPr>
        <p:spPr/>
        <p:txBody>
          <a:bodyPr/>
          <a:lstStyle/>
          <a:p>
            <a:pPr>
              <a:defRPr/>
            </a:pPr>
            <a:fld id="{CBE9AC54-2E90-4A44-AA2B-B05E6A791A35}"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43746" name="图片 1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3747" name="Group 60"/>
          <p:cNvGrpSpPr>
            <a:grpSpLocks/>
          </p:cNvGrpSpPr>
          <p:nvPr/>
        </p:nvGrpSpPr>
        <p:grpSpPr bwMode="auto">
          <a:xfrm>
            <a:off x="2819400" y="6048375"/>
            <a:ext cx="1636713" cy="250825"/>
            <a:chOff x="2256" y="2640"/>
            <a:chExt cx="1632" cy="192"/>
          </a:xfrm>
        </p:grpSpPr>
        <p:sp>
          <p:nvSpPr>
            <p:cNvPr id="177228" name="Rectangle 61"/>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7229" name="Rectangle 62"/>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17</a:t>
              </a:r>
            </a:p>
          </p:txBody>
        </p:sp>
      </p:grpSp>
      <p:grpSp>
        <p:nvGrpSpPr>
          <p:cNvPr id="543748" name="Group 63"/>
          <p:cNvGrpSpPr>
            <a:grpSpLocks/>
          </p:cNvGrpSpPr>
          <p:nvPr/>
        </p:nvGrpSpPr>
        <p:grpSpPr bwMode="auto">
          <a:xfrm>
            <a:off x="2819400" y="5795963"/>
            <a:ext cx="1636713" cy="252412"/>
            <a:chOff x="2256" y="2640"/>
            <a:chExt cx="1632" cy="192"/>
          </a:xfrm>
        </p:grpSpPr>
        <p:sp>
          <p:nvSpPr>
            <p:cNvPr id="177226" name="Rectangle 6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7" name="Rectangle 65"/>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18</a:t>
              </a:r>
            </a:p>
          </p:txBody>
        </p:sp>
      </p:grpSp>
      <p:grpSp>
        <p:nvGrpSpPr>
          <p:cNvPr id="543749" name="Group 66"/>
          <p:cNvGrpSpPr>
            <a:grpSpLocks/>
          </p:cNvGrpSpPr>
          <p:nvPr/>
        </p:nvGrpSpPr>
        <p:grpSpPr bwMode="auto">
          <a:xfrm>
            <a:off x="2819400" y="5543550"/>
            <a:ext cx="1636713" cy="252413"/>
            <a:chOff x="2256" y="2640"/>
            <a:chExt cx="1632" cy="192"/>
          </a:xfrm>
        </p:grpSpPr>
        <p:sp>
          <p:nvSpPr>
            <p:cNvPr id="177224" name="Rectangle 67"/>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7225" name="Rectangle 68"/>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19</a:t>
              </a:r>
            </a:p>
          </p:txBody>
        </p:sp>
      </p:grpSp>
      <p:grpSp>
        <p:nvGrpSpPr>
          <p:cNvPr id="543750" name="Group 69"/>
          <p:cNvGrpSpPr>
            <a:grpSpLocks/>
          </p:cNvGrpSpPr>
          <p:nvPr/>
        </p:nvGrpSpPr>
        <p:grpSpPr bwMode="auto">
          <a:xfrm>
            <a:off x="2819400" y="5291138"/>
            <a:ext cx="1636713" cy="252412"/>
            <a:chOff x="2256" y="2640"/>
            <a:chExt cx="1632" cy="192"/>
          </a:xfrm>
        </p:grpSpPr>
        <p:sp>
          <p:nvSpPr>
            <p:cNvPr id="177222" name="Rectangle 70"/>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3" name="Rectangle 71"/>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20</a:t>
              </a:r>
            </a:p>
          </p:txBody>
        </p:sp>
      </p:grpSp>
      <p:grpSp>
        <p:nvGrpSpPr>
          <p:cNvPr id="543751" name="Group 72"/>
          <p:cNvGrpSpPr>
            <a:grpSpLocks/>
          </p:cNvGrpSpPr>
          <p:nvPr/>
        </p:nvGrpSpPr>
        <p:grpSpPr bwMode="auto">
          <a:xfrm>
            <a:off x="2819400" y="5040313"/>
            <a:ext cx="1636713" cy="250825"/>
            <a:chOff x="2256" y="2640"/>
            <a:chExt cx="1632" cy="192"/>
          </a:xfrm>
        </p:grpSpPr>
        <p:sp>
          <p:nvSpPr>
            <p:cNvPr id="177220" name="Rectangle 7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u(</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1" name="Rectangle 74"/>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21</a:t>
              </a:r>
            </a:p>
          </p:txBody>
        </p:sp>
      </p:grpSp>
      <p:grpSp>
        <p:nvGrpSpPr>
          <p:cNvPr id="543752" name="Group 75"/>
          <p:cNvGrpSpPr>
            <a:grpSpLocks/>
          </p:cNvGrpSpPr>
          <p:nvPr/>
        </p:nvGrpSpPr>
        <p:grpSpPr bwMode="auto">
          <a:xfrm>
            <a:off x="2819400" y="4787900"/>
            <a:ext cx="1636713" cy="252413"/>
            <a:chOff x="2256" y="2640"/>
            <a:chExt cx="1632" cy="192"/>
          </a:xfrm>
        </p:grpSpPr>
        <p:sp>
          <p:nvSpPr>
            <p:cNvPr id="177218" name="Rectangle 7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v(</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19" name="Rectangle 77"/>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22</a:t>
              </a:r>
            </a:p>
          </p:txBody>
        </p:sp>
      </p:grpSp>
      <p:grpSp>
        <p:nvGrpSpPr>
          <p:cNvPr id="543753" name="Group 78"/>
          <p:cNvGrpSpPr>
            <a:grpSpLocks/>
          </p:cNvGrpSpPr>
          <p:nvPr/>
        </p:nvGrpSpPr>
        <p:grpSpPr bwMode="auto">
          <a:xfrm>
            <a:off x="2819400" y="4535488"/>
            <a:ext cx="1636713" cy="252412"/>
            <a:chOff x="2256" y="2640"/>
            <a:chExt cx="1632" cy="192"/>
          </a:xfrm>
        </p:grpSpPr>
        <p:sp>
          <p:nvSpPr>
            <p:cNvPr id="177216" name="Rectangle 7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7217" name="Rectangle 80"/>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23</a:t>
              </a:r>
            </a:p>
          </p:txBody>
        </p:sp>
      </p:grpSp>
      <p:grpSp>
        <p:nvGrpSpPr>
          <p:cNvPr id="543754" name="Group 81"/>
          <p:cNvGrpSpPr>
            <a:grpSpLocks/>
          </p:cNvGrpSpPr>
          <p:nvPr/>
        </p:nvGrpSpPr>
        <p:grpSpPr bwMode="auto">
          <a:xfrm>
            <a:off x="2819400" y="4283075"/>
            <a:ext cx="1636713" cy="252413"/>
            <a:chOff x="2256" y="2640"/>
            <a:chExt cx="1632" cy="192"/>
          </a:xfrm>
        </p:grpSpPr>
        <p:sp>
          <p:nvSpPr>
            <p:cNvPr id="177214" name="Rectangle 8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d</a:t>
              </a:r>
            </a:p>
          </p:txBody>
        </p:sp>
        <p:sp>
          <p:nvSpPr>
            <p:cNvPr id="177215" name="Rectangle 83"/>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24</a:t>
              </a:r>
            </a:p>
          </p:txBody>
        </p:sp>
      </p:grpSp>
      <p:sp>
        <p:nvSpPr>
          <p:cNvPr id="177187" name="Freeform 84"/>
          <p:cNvSpPr>
            <a:spLocks/>
          </p:cNvSpPr>
          <p:nvPr/>
        </p:nvSpPr>
        <p:spPr bwMode="auto">
          <a:xfrm>
            <a:off x="2122488" y="3402013"/>
            <a:ext cx="1190625" cy="2266950"/>
          </a:xfrm>
          <a:custGeom>
            <a:avLst/>
            <a:gdLst>
              <a:gd name="T0" fmla="*/ 2147483646 w 1632"/>
              <a:gd name="T1" fmla="*/ 2147483646 h 1728"/>
              <a:gd name="T2" fmla="*/ 2147483646 w 1632"/>
              <a:gd name="T3" fmla="*/ 2147483646 h 1728"/>
              <a:gd name="T4" fmla="*/ 2147483646 w 1632"/>
              <a:gd name="T5" fmla="*/ 0 h 1728"/>
              <a:gd name="T6" fmla="*/ 0 w 1632"/>
              <a:gd name="T7" fmla="*/ 0 h 1728"/>
              <a:gd name="T8" fmla="*/ 0 60000 65536"/>
              <a:gd name="T9" fmla="*/ 0 60000 65536"/>
              <a:gd name="T10" fmla="*/ 0 60000 65536"/>
              <a:gd name="T11" fmla="*/ 0 60000 65536"/>
              <a:gd name="T12" fmla="*/ 0 w 1632"/>
              <a:gd name="T13" fmla="*/ 0 h 1728"/>
              <a:gd name="T14" fmla="*/ 1632 w 1632"/>
              <a:gd name="T15" fmla="*/ 1728 h 1728"/>
            </a:gdLst>
            <a:ahLst/>
            <a:cxnLst>
              <a:cxn ang="T8">
                <a:pos x="T0" y="T1"/>
              </a:cxn>
              <a:cxn ang="T9">
                <a:pos x="T2" y="T3"/>
              </a:cxn>
              <a:cxn ang="T10">
                <a:pos x="T4" y="T5"/>
              </a:cxn>
              <a:cxn ang="T11">
                <a:pos x="T6" y="T7"/>
              </a:cxn>
            </a:cxnLst>
            <a:rect l="T12" t="T13" r="T14" b="T15"/>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7188" name="Freeform 85"/>
          <p:cNvSpPr>
            <a:spLocks/>
          </p:cNvSpPr>
          <p:nvPr/>
        </p:nvSpPr>
        <p:spPr bwMode="auto">
          <a:xfrm>
            <a:off x="2120900" y="3338513"/>
            <a:ext cx="892175" cy="3087687"/>
          </a:xfrm>
          <a:custGeom>
            <a:avLst/>
            <a:gdLst>
              <a:gd name="T0" fmla="*/ 2147483646 w 1344"/>
              <a:gd name="T1" fmla="*/ 2147483646 h 2352"/>
              <a:gd name="T2" fmla="*/ 2147483646 w 1344"/>
              <a:gd name="T3" fmla="*/ 2147483646 h 2352"/>
              <a:gd name="T4" fmla="*/ 2147483646 w 1344"/>
              <a:gd name="T5" fmla="*/ 2147483646 h 2352"/>
              <a:gd name="T6" fmla="*/ 2147483646 w 1344"/>
              <a:gd name="T7" fmla="*/ 0 h 2352"/>
              <a:gd name="T8" fmla="*/ 0 w 1344"/>
              <a:gd name="T9" fmla="*/ 0 h 2352"/>
              <a:gd name="T10" fmla="*/ 0 60000 65536"/>
              <a:gd name="T11" fmla="*/ 0 60000 65536"/>
              <a:gd name="T12" fmla="*/ 0 60000 65536"/>
              <a:gd name="T13" fmla="*/ 0 60000 65536"/>
              <a:gd name="T14" fmla="*/ 0 60000 65536"/>
              <a:gd name="T15" fmla="*/ 0 w 1344"/>
              <a:gd name="T16" fmla="*/ 0 h 2352"/>
              <a:gd name="T17" fmla="*/ 1344 w 1344"/>
              <a:gd name="T18" fmla="*/ 2352 h 2352"/>
            </a:gdLst>
            <a:ahLst/>
            <a:cxnLst>
              <a:cxn ang="T10">
                <a:pos x="T0" y="T1"/>
              </a:cxn>
              <a:cxn ang="T11">
                <a:pos x="T2" y="T3"/>
              </a:cxn>
              <a:cxn ang="T12">
                <a:pos x="T4" y="T5"/>
              </a:cxn>
              <a:cxn ang="T13">
                <a:pos x="T6" y="T7"/>
              </a:cxn>
              <a:cxn ang="T14">
                <a:pos x="T8" y="T9"/>
              </a:cxn>
            </a:cxnLst>
            <a:rect l="T15" t="T16" r="T17" b="T18"/>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11728" name="Freeform 112"/>
          <p:cNvSpPr>
            <a:spLocks/>
          </p:cNvSpPr>
          <p:nvPr/>
        </p:nvSpPr>
        <p:spPr bwMode="auto">
          <a:xfrm>
            <a:off x="2676525" y="4221163"/>
            <a:ext cx="188913" cy="19526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7" name="Group 116"/>
          <p:cNvGrpSpPr>
            <a:grpSpLocks/>
          </p:cNvGrpSpPr>
          <p:nvPr/>
        </p:nvGrpSpPr>
        <p:grpSpPr bwMode="auto">
          <a:xfrm>
            <a:off x="2819645" y="4027890"/>
            <a:ext cx="1636938" cy="251989"/>
            <a:chOff x="2256" y="2640"/>
            <a:chExt cx="1632" cy="192"/>
          </a:xfrm>
          <a:solidFill>
            <a:schemeClr val="tx2">
              <a:lumMod val="40000"/>
              <a:lumOff val="60000"/>
            </a:schemeClr>
          </a:solidFill>
        </p:grpSpPr>
        <p:sp>
          <p:nvSpPr>
            <p:cNvPr id="177212" name="Rectangle 11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17</a:t>
              </a:r>
            </a:p>
          </p:txBody>
        </p:sp>
        <p:sp>
          <p:nvSpPr>
            <p:cNvPr id="177213" name="Rectangle 11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25</a:t>
              </a:r>
            </a:p>
          </p:txBody>
        </p:sp>
      </p:grpSp>
      <p:grpSp>
        <p:nvGrpSpPr>
          <p:cNvPr id="28" name="Group 119"/>
          <p:cNvGrpSpPr>
            <a:grpSpLocks/>
          </p:cNvGrpSpPr>
          <p:nvPr/>
        </p:nvGrpSpPr>
        <p:grpSpPr bwMode="auto">
          <a:xfrm>
            <a:off x="2819645" y="3775901"/>
            <a:ext cx="1636938" cy="251989"/>
            <a:chOff x="2256" y="2640"/>
            <a:chExt cx="1632" cy="192"/>
          </a:xfrm>
          <a:solidFill>
            <a:schemeClr val="tx2">
              <a:lumMod val="40000"/>
              <a:lumOff val="60000"/>
            </a:schemeClr>
          </a:solidFill>
        </p:grpSpPr>
        <p:sp>
          <p:nvSpPr>
            <p:cNvPr id="177210" name="Rectangle 12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11" name="Rectangle 12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26</a:t>
              </a:r>
            </a:p>
          </p:txBody>
        </p:sp>
      </p:grpSp>
      <p:grpSp>
        <p:nvGrpSpPr>
          <p:cNvPr id="29" name="Group 122"/>
          <p:cNvGrpSpPr>
            <a:grpSpLocks/>
          </p:cNvGrpSpPr>
          <p:nvPr/>
        </p:nvGrpSpPr>
        <p:grpSpPr bwMode="auto">
          <a:xfrm>
            <a:off x="2819645" y="3523912"/>
            <a:ext cx="1636938" cy="251989"/>
            <a:chOff x="2256" y="2640"/>
            <a:chExt cx="1632" cy="192"/>
          </a:xfrm>
          <a:solidFill>
            <a:schemeClr val="tx2">
              <a:lumMod val="40000"/>
              <a:lumOff val="60000"/>
            </a:schemeClr>
          </a:solidFill>
        </p:grpSpPr>
        <p:sp>
          <p:nvSpPr>
            <p:cNvPr id="177208" name="Rectangle 12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77209" name="Rectangle 12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27</a:t>
              </a:r>
            </a:p>
          </p:txBody>
        </p:sp>
      </p:grpSp>
      <p:grpSp>
        <p:nvGrpSpPr>
          <p:cNvPr id="30" name="Group 125"/>
          <p:cNvGrpSpPr>
            <a:grpSpLocks/>
          </p:cNvGrpSpPr>
          <p:nvPr/>
        </p:nvGrpSpPr>
        <p:grpSpPr bwMode="auto">
          <a:xfrm>
            <a:off x="2819645" y="3271922"/>
            <a:ext cx="1636938" cy="251989"/>
            <a:chOff x="2256" y="2640"/>
            <a:chExt cx="1632" cy="192"/>
          </a:xfrm>
          <a:solidFill>
            <a:schemeClr val="tx2">
              <a:lumMod val="40000"/>
              <a:lumOff val="60000"/>
            </a:schemeClr>
          </a:solidFill>
        </p:grpSpPr>
        <p:sp>
          <p:nvSpPr>
            <p:cNvPr id="177206" name="Rectangle 12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07" name="Rectangle 12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28</a:t>
              </a:r>
            </a:p>
          </p:txBody>
        </p:sp>
      </p:grpSp>
      <p:grpSp>
        <p:nvGrpSpPr>
          <p:cNvPr id="31" name="Group 128"/>
          <p:cNvGrpSpPr>
            <a:grpSpLocks/>
          </p:cNvGrpSpPr>
          <p:nvPr/>
        </p:nvGrpSpPr>
        <p:grpSpPr bwMode="auto">
          <a:xfrm>
            <a:off x="2819645" y="3019933"/>
            <a:ext cx="1636938" cy="251989"/>
            <a:chOff x="2256" y="2640"/>
            <a:chExt cx="1632" cy="192"/>
          </a:xfrm>
          <a:solidFill>
            <a:schemeClr val="tx2">
              <a:lumMod val="40000"/>
              <a:lumOff val="60000"/>
            </a:schemeClr>
          </a:solidFill>
        </p:grpSpPr>
        <p:sp>
          <p:nvSpPr>
            <p:cNvPr id="177204" name="Rectangle 12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b</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05" name="Rectangle 13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29</a:t>
              </a:r>
            </a:p>
          </p:txBody>
        </p:sp>
      </p:grpSp>
      <p:grpSp>
        <p:nvGrpSpPr>
          <p:cNvPr id="89088" name="Group 131"/>
          <p:cNvGrpSpPr>
            <a:grpSpLocks/>
          </p:cNvGrpSpPr>
          <p:nvPr/>
        </p:nvGrpSpPr>
        <p:grpSpPr bwMode="auto">
          <a:xfrm>
            <a:off x="2819645" y="2767944"/>
            <a:ext cx="1636938" cy="251989"/>
            <a:chOff x="2256" y="2640"/>
            <a:chExt cx="1632" cy="192"/>
          </a:xfrm>
          <a:solidFill>
            <a:schemeClr val="tx2">
              <a:lumMod val="40000"/>
              <a:lumOff val="60000"/>
            </a:schemeClr>
          </a:solidFill>
        </p:grpSpPr>
        <p:sp>
          <p:nvSpPr>
            <p:cNvPr id="177202" name="Rectangle 13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7203" name="Rectangle 13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30</a:t>
              </a:r>
            </a:p>
          </p:txBody>
        </p:sp>
      </p:grpSp>
      <p:sp>
        <p:nvSpPr>
          <p:cNvPr id="111750" name="Line 134"/>
          <p:cNvSpPr>
            <a:spLocks noChangeShapeType="1"/>
          </p:cNvSpPr>
          <p:nvPr/>
        </p:nvSpPr>
        <p:spPr bwMode="auto">
          <a:xfrm flipH="1">
            <a:off x="2317750" y="3660775"/>
            <a:ext cx="1011238" cy="1588"/>
          </a:xfrm>
          <a:prstGeom prst="line">
            <a:avLst/>
          </a:prstGeom>
          <a:noFill/>
          <a:ln w="19050">
            <a:solidFill>
              <a:srgbClr val="0000FF"/>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11730" name="Text Box 114"/>
          <p:cNvSpPr txBox="1">
            <a:spLocks noChangeArrowheads="1"/>
          </p:cNvSpPr>
          <p:nvPr/>
        </p:nvSpPr>
        <p:spPr bwMode="auto">
          <a:xfrm>
            <a:off x="4032250" y="1755775"/>
            <a:ext cx="3036888" cy="1771650"/>
          </a:xfrm>
          <a:prstGeom prst="rect">
            <a:avLst/>
          </a:prstGeom>
          <a:ln>
            <a:headEnd/>
            <a:tailEnd type="none" w="lg" len="lg"/>
          </a:ln>
        </p:spPr>
        <p:style>
          <a:lnRef idx="2">
            <a:schemeClr val="accent3">
              <a:shade val="50000"/>
            </a:schemeClr>
          </a:lnRef>
          <a:fillRef idx="1">
            <a:schemeClr val="accent3"/>
          </a:fillRef>
          <a:effectRef idx="0">
            <a:schemeClr val="accent3"/>
          </a:effectRef>
          <a:fontRef idx="minor">
            <a:schemeClr val="lt1"/>
          </a:fontRef>
        </p:style>
        <p:txBody>
          <a:bodyPr lIns="14881" rIns="14881">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kumimoji="1" lang="zh-CN" altLang="en-US" sz="3968" dirty="0">
                <a:solidFill>
                  <a:srgbClr val="C00000"/>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a:t>
            </a:r>
            <a:r>
              <a:rPr kumimoji="1" lang="en-US" altLang="zh-CN" sz="2315" dirty="0">
                <a:solidFill>
                  <a:prstClr val="white"/>
                </a:solidFill>
                <a:latin typeface="微软雅黑" panose="020B0503020204020204" pitchFamily="34" charset="-122"/>
              </a:rPr>
              <a:t>N</a:t>
            </a:r>
            <a:r>
              <a:rPr kumimoji="1" lang="zh-CN" altLang="en-US" sz="2315" dirty="0">
                <a:solidFill>
                  <a:prstClr val="white"/>
                </a:solidFill>
                <a:latin typeface="微软雅黑" panose="020B0503020204020204" pitchFamily="34" charset="-122"/>
              </a:rPr>
              <a:t>层过程调用第 </a:t>
            </a:r>
            <a:r>
              <a:rPr kumimoji="1" lang="en-US" altLang="zh-CN" sz="2315" dirty="0">
                <a:solidFill>
                  <a:prstClr val="white"/>
                </a:solidFill>
                <a:latin typeface="微软雅黑" panose="020B0503020204020204" pitchFamily="34" charset="-122"/>
              </a:rPr>
              <a:t>N-x</a:t>
            </a:r>
            <a:r>
              <a:rPr kumimoji="1" lang="zh-CN" altLang="en-US" sz="2315" dirty="0">
                <a:solidFill>
                  <a:prstClr val="white"/>
                </a:solidFill>
                <a:latin typeface="微软雅黑" panose="020B0503020204020204" pitchFamily="34" charset="-122"/>
              </a:rPr>
              <a:t>层过程，如何确定被调用过程</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第 </a:t>
            </a:r>
            <a:r>
              <a:rPr kumimoji="1" lang="en-US" altLang="zh-CN" sz="2315" dirty="0">
                <a:solidFill>
                  <a:prstClr val="white"/>
                </a:solidFill>
                <a:latin typeface="微软雅黑" panose="020B0503020204020204" pitchFamily="34" charset="-122"/>
              </a:rPr>
              <a:t>N-x</a:t>
            </a:r>
            <a:r>
              <a:rPr kumimoji="1" lang="zh-CN" altLang="en-US" sz="2315" dirty="0">
                <a:solidFill>
                  <a:prstClr val="white"/>
                </a:solidFill>
                <a:latin typeface="微软雅黑" panose="020B0503020204020204" pitchFamily="34" charset="-122"/>
              </a:rPr>
              <a:t>层</a:t>
            </a:r>
            <a:r>
              <a:rPr kumimoji="1" lang="en-US" altLang="zh-CN" sz="2315" dirty="0">
                <a:solidFill>
                  <a:prstClr val="white"/>
                </a:solidFill>
                <a:latin typeface="微软雅黑" panose="020B0503020204020204" pitchFamily="34" charset="-122"/>
              </a:rPr>
              <a:t>)</a:t>
            </a:r>
            <a:r>
              <a:rPr kumimoji="1" lang="zh-CN" altLang="en-US" sz="2315" dirty="0">
                <a:solidFill>
                  <a:prstClr val="white"/>
                </a:solidFill>
                <a:latin typeface="微软雅黑" panose="020B0503020204020204" pitchFamily="34" charset="-122"/>
              </a:rPr>
              <a:t>的静态链？</a:t>
            </a:r>
          </a:p>
        </p:txBody>
      </p:sp>
      <p:sp>
        <p:nvSpPr>
          <p:cNvPr id="111731" name="Text Box 115"/>
          <p:cNvSpPr txBox="1">
            <a:spLocks noChangeArrowheads="1"/>
          </p:cNvSpPr>
          <p:nvPr/>
        </p:nvSpPr>
        <p:spPr bwMode="auto">
          <a:xfrm>
            <a:off x="4121150" y="3768725"/>
            <a:ext cx="2916238" cy="1670050"/>
          </a:xfrm>
          <a:prstGeom prst="rect">
            <a:avLst/>
          </a:prstGeom>
          <a:ln>
            <a:headEnd/>
            <a:tailEnd type="none" w="lg" len="lg"/>
          </a:ln>
        </p:spPr>
        <p:style>
          <a:lnRef idx="2">
            <a:schemeClr val="accent1">
              <a:shade val="50000"/>
            </a:schemeClr>
          </a:lnRef>
          <a:fillRef idx="1">
            <a:schemeClr val="accent1"/>
          </a:fillRef>
          <a:effectRef idx="0">
            <a:schemeClr val="accent1"/>
          </a:effectRef>
          <a:fontRef idx="minor">
            <a:schemeClr val="lt1"/>
          </a:fontRef>
        </p:style>
        <p:txBody>
          <a:bodyPr lIns="14881" rIns="14881">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3307" dirty="0">
                <a:solidFill>
                  <a:srgbClr val="C00000"/>
                </a:solidFill>
                <a:latin typeface="微软雅黑" panose="020B0503020204020204" pitchFamily="34" charset="-122"/>
              </a:rPr>
              <a:t>A:</a:t>
            </a:r>
            <a:r>
              <a:rPr lang="zh-CN" altLang="en-US" sz="2315" dirty="0">
                <a:solidFill>
                  <a:prstClr val="white"/>
                </a:solidFill>
                <a:latin typeface="微软雅黑" panose="020B0503020204020204" pitchFamily="34" charset="-122"/>
              </a:rPr>
              <a:t>沿着调用过程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第</a:t>
            </a:r>
            <a:r>
              <a:rPr lang="en-US" altLang="zh-CN" sz="2315" dirty="0">
                <a:solidFill>
                  <a:prstClr val="white"/>
                </a:solidFill>
                <a:latin typeface="微软雅黑" panose="020B0503020204020204" pitchFamily="34" charset="-122"/>
              </a:rPr>
              <a:t>N</a:t>
            </a:r>
            <a:r>
              <a:rPr lang="zh-CN" altLang="en-US" sz="2315" dirty="0">
                <a:solidFill>
                  <a:prstClr val="white"/>
                </a:solidFill>
                <a:latin typeface="微软雅黑" panose="020B0503020204020204" pitchFamily="34" charset="-122"/>
              </a:rPr>
              <a:t>层过程</a:t>
            </a:r>
            <a:r>
              <a:rPr lang="en-US" altLang="zh-CN" sz="2315" dirty="0">
                <a:solidFill>
                  <a:prstClr val="white"/>
                </a:solidFill>
                <a:latin typeface="微软雅黑" panose="020B0503020204020204" pitchFamily="34" charset="-122"/>
              </a:rPr>
              <a:t>)</a:t>
            </a:r>
            <a:r>
              <a:rPr lang="zh-CN" altLang="en-US" sz="2315" dirty="0">
                <a:solidFill>
                  <a:prstClr val="white"/>
                </a:solidFill>
                <a:latin typeface="微软雅黑" panose="020B0503020204020204" pitchFamily="34" charset="-122"/>
              </a:rPr>
              <a:t>的静态链向前走</a:t>
            </a:r>
            <a:r>
              <a:rPr lang="en-US" altLang="zh-CN" sz="2315" dirty="0">
                <a:solidFill>
                  <a:prstClr val="white"/>
                </a:solidFill>
                <a:latin typeface="微软雅黑" panose="020B0503020204020204" pitchFamily="34" charset="-122"/>
              </a:rPr>
              <a:t>x</a:t>
            </a:r>
            <a:r>
              <a:rPr lang="zh-CN" altLang="en-US" sz="2315" dirty="0">
                <a:solidFill>
                  <a:prstClr val="white"/>
                </a:solidFill>
                <a:latin typeface="微软雅黑" panose="020B0503020204020204" pitchFamily="34" charset="-122"/>
              </a:rPr>
              <a:t>步到达的活动记录的静态链的值。</a:t>
            </a:r>
            <a:endParaRPr lang="en-US" altLang="zh-CN" sz="2315" dirty="0">
              <a:solidFill>
                <a:prstClr val="white"/>
              </a:solidFill>
              <a:latin typeface="微软雅黑" panose="020B0503020204020204" pitchFamily="34" charset="-122"/>
            </a:endParaRPr>
          </a:p>
        </p:txBody>
      </p:sp>
      <p:grpSp>
        <p:nvGrpSpPr>
          <p:cNvPr id="543767" name="Group 2"/>
          <p:cNvGrpSpPr>
            <a:grpSpLocks/>
          </p:cNvGrpSpPr>
          <p:nvPr/>
        </p:nvGrpSpPr>
        <p:grpSpPr bwMode="auto">
          <a:xfrm>
            <a:off x="488950" y="6048375"/>
            <a:ext cx="1636713" cy="250825"/>
            <a:chOff x="2256" y="2640"/>
            <a:chExt cx="1632" cy="192"/>
          </a:xfrm>
        </p:grpSpPr>
        <p:sp>
          <p:nvSpPr>
            <p:cNvPr id="117"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18" name="Rectangle 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43768" name="Group 5"/>
          <p:cNvGrpSpPr>
            <a:grpSpLocks/>
          </p:cNvGrpSpPr>
          <p:nvPr/>
        </p:nvGrpSpPr>
        <p:grpSpPr bwMode="auto">
          <a:xfrm>
            <a:off x="488950" y="5795963"/>
            <a:ext cx="1636713" cy="252412"/>
            <a:chOff x="2256" y="2640"/>
            <a:chExt cx="1632" cy="192"/>
          </a:xfrm>
        </p:grpSpPr>
        <p:sp>
          <p:nvSpPr>
            <p:cNvPr id="120"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21" name="Rectangle 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43769" name="Group 8"/>
          <p:cNvGrpSpPr>
            <a:grpSpLocks/>
          </p:cNvGrpSpPr>
          <p:nvPr/>
        </p:nvGrpSpPr>
        <p:grpSpPr bwMode="auto">
          <a:xfrm>
            <a:off x="488950" y="5543550"/>
            <a:ext cx="1636713" cy="252413"/>
            <a:chOff x="2256" y="2640"/>
            <a:chExt cx="1632" cy="192"/>
          </a:xfrm>
        </p:grpSpPr>
        <p:sp>
          <p:nvSpPr>
            <p:cNvPr id="123"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24" name="Rectangle 1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43770" name="Group 11"/>
          <p:cNvGrpSpPr>
            <a:grpSpLocks/>
          </p:cNvGrpSpPr>
          <p:nvPr/>
        </p:nvGrpSpPr>
        <p:grpSpPr bwMode="auto">
          <a:xfrm>
            <a:off x="488950" y="5291138"/>
            <a:ext cx="1636713" cy="252412"/>
            <a:chOff x="2256" y="2640"/>
            <a:chExt cx="1632" cy="192"/>
          </a:xfrm>
        </p:grpSpPr>
        <p:sp>
          <p:nvSpPr>
            <p:cNvPr id="126"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27" name="Rectangle 1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43771" name="Group 14"/>
          <p:cNvGrpSpPr>
            <a:grpSpLocks/>
          </p:cNvGrpSpPr>
          <p:nvPr/>
        </p:nvGrpSpPr>
        <p:grpSpPr bwMode="auto">
          <a:xfrm>
            <a:off x="488950" y="5040313"/>
            <a:ext cx="1636713" cy="250825"/>
            <a:chOff x="2256" y="2640"/>
            <a:chExt cx="1632" cy="192"/>
          </a:xfrm>
        </p:grpSpPr>
        <p:sp>
          <p:nvSpPr>
            <p:cNvPr id="129" name="Rectangle 1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30" name="Rectangle 16"/>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543772" name="Group 17"/>
          <p:cNvGrpSpPr>
            <a:grpSpLocks/>
          </p:cNvGrpSpPr>
          <p:nvPr/>
        </p:nvGrpSpPr>
        <p:grpSpPr bwMode="auto">
          <a:xfrm>
            <a:off x="488950" y="4787900"/>
            <a:ext cx="1636713" cy="252413"/>
            <a:chOff x="2256" y="2640"/>
            <a:chExt cx="1632" cy="192"/>
          </a:xfrm>
        </p:grpSpPr>
        <p:sp>
          <p:nvSpPr>
            <p:cNvPr id="132" name="Rectangle 1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33" name="Rectangle 19"/>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543773" name="Group 20"/>
          <p:cNvGrpSpPr>
            <a:grpSpLocks/>
          </p:cNvGrpSpPr>
          <p:nvPr/>
        </p:nvGrpSpPr>
        <p:grpSpPr bwMode="auto">
          <a:xfrm>
            <a:off x="488950" y="4535488"/>
            <a:ext cx="1636713" cy="252412"/>
            <a:chOff x="2256" y="2640"/>
            <a:chExt cx="1632" cy="192"/>
          </a:xfrm>
        </p:grpSpPr>
        <p:sp>
          <p:nvSpPr>
            <p:cNvPr id="135" name="Rectangle 21"/>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36" name="Rectangle 22"/>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543774" name="Group 23"/>
          <p:cNvGrpSpPr>
            <a:grpSpLocks/>
          </p:cNvGrpSpPr>
          <p:nvPr/>
        </p:nvGrpSpPr>
        <p:grpSpPr bwMode="auto">
          <a:xfrm>
            <a:off x="488950" y="4283075"/>
            <a:ext cx="1636713" cy="252413"/>
            <a:chOff x="2256" y="2640"/>
            <a:chExt cx="1632" cy="192"/>
          </a:xfrm>
        </p:grpSpPr>
        <p:sp>
          <p:nvSpPr>
            <p:cNvPr id="138" name="Rectangle 24"/>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39" name="Rectangle 25"/>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543775" name="Group 26"/>
          <p:cNvGrpSpPr>
            <a:grpSpLocks/>
          </p:cNvGrpSpPr>
          <p:nvPr/>
        </p:nvGrpSpPr>
        <p:grpSpPr bwMode="auto">
          <a:xfrm>
            <a:off x="488950" y="4032250"/>
            <a:ext cx="1636713" cy="250825"/>
            <a:chOff x="2256" y="2640"/>
            <a:chExt cx="1632" cy="192"/>
          </a:xfrm>
        </p:grpSpPr>
        <p:sp>
          <p:nvSpPr>
            <p:cNvPr id="141" name="Rectangle 27"/>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dirty="0">
                  <a:solidFill>
                    <a:prstClr val="black"/>
                  </a:solidFill>
                  <a:latin typeface="Times New Roman" panose="02020603050405020304" pitchFamily="18" charset="0"/>
                  <a:ea typeface="宋体" panose="02010600030101010101" pitchFamily="2" charset="-122"/>
                  <a:cs typeface="+mn-cs"/>
                </a:rPr>
                <a:t>0(形参个数)</a:t>
              </a:r>
            </a:p>
          </p:txBody>
        </p:sp>
        <p:sp>
          <p:nvSpPr>
            <p:cNvPr id="142" name="Rectangle 28"/>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543776" name="Group 29"/>
          <p:cNvGrpSpPr>
            <a:grpSpLocks/>
          </p:cNvGrpSpPr>
          <p:nvPr/>
        </p:nvGrpSpPr>
        <p:grpSpPr bwMode="auto">
          <a:xfrm>
            <a:off x="488950" y="3779838"/>
            <a:ext cx="1636713" cy="252412"/>
            <a:chOff x="2256" y="2640"/>
            <a:chExt cx="1632" cy="192"/>
          </a:xfrm>
        </p:grpSpPr>
        <p:sp>
          <p:nvSpPr>
            <p:cNvPr id="144" name="Rectangle 30"/>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45" name="Rectangle 31"/>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543777" name="Group 32"/>
          <p:cNvGrpSpPr>
            <a:grpSpLocks/>
          </p:cNvGrpSpPr>
          <p:nvPr/>
        </p:nvGrpSpPr>
        <p:grpSpPr bwMode="auto">
          <a:xfrm>
            <a:off x="488950" y="3527425"/>
            <a:ext cx="1636713" cy="252413"/>
            <a:chOff x="2256" y="2640"/>
            <a:chExt cx="1632" cy="192"/>
          </a:xfrm>
        </p:grpSpPr>
        <p:sp>
          <p:nvSpPr>
            <p:cNvPr id="147" name="Rectangle 33"/>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48" name="Rectangle 34"/>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149" name="Rectangle 35"/>
          <p:cNvSpPr>
            <a:spLocks noChangeArrowheads="1"/>
          </p:cNvSpPr>
          <p:nvPr/>
        </p:nvSpPr>
        <p:spPr bwMode="auto">
          <a:xfrm>
            <a:off x="-33338" y="6297613"/>
            <a:ext cx="1069976"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动态链</a:t>
            </a:r>
          </a:p>
        </p:txBody>
      </p:sp>
      <p:sp>
        <p:nvSpPr>
          <p:cNvPr id="150" name="Freeform 36"/>
          <p:cNvSpPr>
            <a:spLocks/>
          </p:cNvSpPr>
          <p:nvPr/>
        </p:nvSpPr>
        <p:spPr bwMode="auto">
          <a:xfrm>
            <a:off x="346075" y="4913313"/>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51" name="Rectangle 37"/>
          <p:cNvSpPr>
            <a:spLocks noChangeArrowheads="1"/>
          </p:cNvSpPr>
          <p:nvPr/>
        </p:nvSpPr>
        <p:spPr bwMode="auto">
          <a:xfrm>
            <a:off x="1592263" y="6294438"/>
            <a:ext cx="10715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静态链</a:t>
            </a:r>
          </a:p>
        </p:txBody>
      </p:sp>
      <p:sp>
        <p:nvSpPr>
          <p:cNvPr id="152" name="Freeform 38"/>
          <p:cNvSpPr>
            <a:spLocks/>
          </p:cNvSpPr>
          <p:nvPr/>
        </p:nvSpPr>
        <p:spPr bwMode="auto">
          <a:xfrm>
            <a:off x="2127250" y="4410075"/>
            <a:ext cx="177800"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53" name="Group 40"/>
          <p:cNvGrpSpPr>
            <a:grpSpLocks/>
          </p:cNvGrpSpPr>
          <p:nvPr/>
        </p:nvGrpSpPr>
        <p:grpSpPr bwMode="auto">
          <a:xfrm>
            <a:off x="488758" y="3275859"/>
            <a:ext cx="1636938" cy="251989"/>
            <a:chOff x="2256" y="2640"/>
            <a:chExt cx="1632" cy="192"/>
          </a:xfrm>
          <a:solidFill>
            <a:schemeClr val="tx2">
              <a:lumMod val="40000"/>
              <a:lumOff val="60000"/>
            </a:schemeClr>
          </a:solidFill>
        </p:grpSpPr>
        <p:sp>
          <p:nvSpPr>
            <p:cNvPr id="154" name="Rectangle 4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5</a:t>
              </a:r>
            </a:p>
          </p:txBody>
        </p:sp>
        <p:sp>
          <p:nvSpPr>
            <p:cNvPr id="155" name="Rectangle 4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11</a:t>
              </a:r>
            </a:p>
          </p:txBody>
        </p:sp>
      </p:grpSp>
      <p:grpSp>
        <p:nvGrpSpPr>
          <p:cNvPr id="156" name="Group 43"/>
          <p:cNvGrpSpPr>
            <a:grpSpLocks/>
          </p:cNvGrpSpPr>
          <p:nvPr/>
        </p:nvGrpSpPr>
        <p:grpSpPr bwMode="auto">
          <a:xfrm>
            <a:off x="488758" y="3023868"/>
            <a:ext cx="1636938" cy="251989"/>
            <a:chOff x="2256" y="2640"/>
            <a:chExt cx="1632" cy="192"/>
          </a:xfrm>
          <a:solidFill>
            <a:schemeClr val="tx2">
              <a:lumMod val="40000"/>
              <a:lumOff val="60000"/>
            </a:schemeClr>
          </a:solidFill>
        </p:grpSpPr>
        <p:sp>
          <p:nvSpPr>
            <p:cNvPr id="157" name="Rectangle 4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58" name="Rectangle 4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12</a:t>
              </a:r>
            </a:p>
          </p:txBody>
        </p:sp>
      </p:grpSp>
      <p:grpSp>
        <p:nvGrpSpPr>
          <p:cNvPr id="159" name="Group 46"/>
          <p:cNvGrpSpPr>
            <a:grpSpLocks/>
          </p:cNvGrpSpPr>
          <p:nvPr/>
        </p:nvGrpSpPr>
        <p:grpSpPr bwMode="auto">
          <a:xfrm>
            <a:off x="488758" y="2771880"/>
            <a:ext cx="1636938" cy="251989"/>
            <a:chOff x="2256" y="2640"/>
            <a:chExt cx="1632" cy="192"/>
          </a:xfrm>
          <a:solidFill>
            <a:schemeClr val="tx2">
              <a:lumMod val="40000"/>
              <a:lumOff val="60000"/>
            </a:schemeClr>
          </a:solidFill>
        </p:grpSpPr>
        <p:sp>
          <p:nvSpPr>
            <p:cNvPr id="160" name="Rectangle 4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61" name="Rectangle 4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13</a:t>
              </a:r>
            </a:p>
          </p:txBody>
        </p:sp>
      </p:grpSp>
      <p:grpSp>
        <p:nvGrpSpPr>
          <p:cNvPr id="162" name="Group 49"/>
          <p:cNvGrpSpPr>
            <a:grpSpLocks/>
          </p:cNvGrpSpPr>
          <p:nvPr/>
        </p:nvGrpSpPr>
        <p:grpSpPr bwMode="auto">
          <a:xfrm>
            <a:off x="488758" y="2519891"/>
            <a:ext cx="1636938" cy="251989"/>
            <a:chOff x="2256" y="2640"/>
            <a:chExt cx="1632" cy="192"/>
          </a:xfrm>
          <a:solidFill>
            <a:schemeClr val="tx2">
              <a:lumMod val="40000"/>
              <a:lumOff val="60000"/>
            </a:schemeClr>
          </a:solidFill>
        </p:grpSpPr>
        <p:sp>
          <p:nvSpPr>
            <p:cNvPr id="163" name="Rectangle 5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64" name="Rectangle 5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14</a:t>
              </a:r>
            </a:p>
          </p:txBody>
        </p:sp>
      </p:grpSp>
      <p:grpSp>
        <p:nvGrpSpPr>
          <p:cNvPr id="165" name="Group 52"/>
          <p:cNvGrpSpPr>
            <a:grpSpLocks/>
          </p:cNvGrpSpPr>
          <p:nvPr/>
        </p:nvGrpSpPr>
        <p:grpSpPr bwMode="auto">
          <a:xfrm>
            <a:off x="488758" y="2267902"/>
            <a:ext cx="1636938" cy="251989"/>
            <a:chOff x="2256" y="2640"/>
            <a:chExt cx="1632" cy="192"/>
          </a:xfrm>
          <a:solidFill>
            <a:schemeClr val="tx2">
              <a:lumMod val="40000"/>
              <a:lumOff val="60000"/>
            </a:schemeClr>
          </a:solidFill>
        </p:grpSpPr>
        <p:sp>
          <p:nvSpPr>
            <p:cNvPr id="166"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dirty="0">
                  <a:solidFill>
                    <a:prstClr val="black"/>
                  </a:solidFill>
                  <a:latin typeface="Times New Roman" panose="02020603050405020304" pitchFamily="18" charset="0"/>
                  <a:ea typeface="宋体" panose="02010600030101010101" pitchFamily="2" charset="-122"/>
                  <a:cs typeface="+mn-cs"/>
                </a:rPr>
                <a:t>b</a:t>
              </a:r>
              <a:r>
                <a:rPr kumimoji="1" lang="zh-CN" altLang="en-US" sz="1652" b="1" dirty="0">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dirty="0">
                <a:solidFill>
                  <a:prstClr val="black"/>
                </a:solidFill>
                <a:latin typeface="Times New Roman" panose="02020603050405020304" pitchFamily="18" charset="0"/>
                <a:ea typeface="宋体" panose="02010600030101010101" pitchFamily="2" charset="-122"/>
                <a:cs typeface="+mn-cs"/>
              </a:endParaRPr>
            </a:p>
          </p:txBody>
        </p:sp>
        <p:sp>
          <p:nvSpPr>
            <p:cNvPr id="167" name="Rectangle 5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15</a:t>
              </a:r>
            </a:p>
          </p:txBody>
        </p:sp>
      </p:grpSp>
      <p:grpSp>
        <p:nvGrpSpPr>
          <p:cNvPr id="168" name="Group 55"/>
          <p:cNvGrpSpPr>
            <a:grpSpLocks/>
          </p:cNvGrpSpPr>
          <p:nvPr/>
        </p:nvGrpSpPr>
        <p:grpSpPr bwMode="auto">
          <a:xfrm>
            <a:off x="488758" y="2015913"/>
            <a:ext cx="1636938" cy="251989"/>
            <a:chOff x="2256" y="2640"/>
            <a:chExt cx="1632" cy="192"/>
          </a:xfrm>
          <a:solidFill>
            <a:schemeClr val="tx2">
              <a:lumMod val="40000"/>
              <a:lumOff val="60000"/>
            </a:schemeClr>
          </a:solidFill>
        </p:grpSpPr>
        <p:sp>
          <p:nvSpPr>
            <p:cNvPr id="169"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0"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171" name="Freeform 58"/>
          <p:cNvSpPr>
            <a:spLocks/>
          </p:cNvSpPr>
          <p:nvPr/>
        </p:nvSpPr>
        <p:spPr bwMode="auto">
          <a:xfrm>
            <a:off x="342900" y="3362325"/>
            <a:ext cx="188913" cy="1549400"/>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2" name="Freeform 59"/>
          <p:cNvSpPr>
            <a:spLocks/>
          </p:cNvSpPr>
          <p:nvPr/>
        </p:nvSpPr>
        <p:spPr bwMode="auto">
          <a:xfrm>
            <a:off x="2127250" y="2897188"/>
            <a:ext cx="177800" cy="3276600"/>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9" name="文本框 178"/>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180" name="文本框 179"/>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B0F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B0F0"/>
                </a:solidFill>
                <a:latin typeface="微软雅黑" panose="020B0503020204020204" pitchFamily="34" charset="-122"/>
                <a:ea typeface="微软雅黑" panose="020B0503020204020204" pitchFamily="34" charset="-122"/>
                <a:cs typeface="+mn-cs"/>
              </a:rPr>
              <a:t> </a:t>
            </a:r>
            <a:r>
              <a:rPr lang="en-US" altLang="zh-CN" sz="2644" dirty="0">
                <a:solidFill>
                  <a:srgbClr val="00B0F0"/>
                </a:solidFill>
                <a:latin typeface="微软雅黑" panose="020B0503020204020204" pitchFamily="34" charset="-122"/>
                <a:ea typeface="微软雅黑" panose="020B0503020204020204" pitchFamily="34" charset="-122"/>
                <a:cs typeface="+mn-cs"/>
              </a:rPr>
              <a:t>S</a:t>
            </a:r>
            <a:endParaRPr lang="zh-CN" altLang="en-US" sz="1488" dirty="0">
              <a:solidFill>
                <a:srgbClr val="00B0F0"/>
              </a:solidFill>
              <a:latin typeface="Arial" panose="020B0604020202020204"/>
              <a:ea typeface="黑体" panose="02010609060101010101" pitchFamily="49" charset="-122"/>
              <a:cs typeface="+mn-cs"/>
            </a:endParaRPr>
          </a:p>
        </p:txBody>
      </p:sp>
      <p:sp>
        <p:nvSpPr>
          <p:cNvPr id="181" name="文本框 180"/>
          <p:cNvSpPr txBox="1"/>
          <p:nvPr/>
        </p:nvSpPr>
        <p:spPr>
          <a:xfrm>
            <a:off x="2741613" y="1050925"/>
            <a:ext cx="1576387"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6600CC"/>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6600CC"/>
                </a:solidFill>
                <a:latin typeface="微软雅黑" panose="020B0503020204020204" pitchFamily="34" charset="-122"/>
                <a:ea typeface="微软雅黑" panose="020B0503020204020204" pitchFamily="34" charset="-122"/>
                <a:cs typeface="+mn-cs"/>
              </a:rPr>
              <a:t> </a:t>
            </a:r>
            <a:r>
              <a:rPr lang="en-US" altLang="zh-CN" sz="2644" dirty="0">
                <a:solidFill>
                  <a:srgbClr val="6600CC"/>
                </a:solidFill>
                <a:latin typeface="微软雅黑" panose="020B0503020204020204" pitchFamily="34" charset="-122"/>
                <a:ea typeface="微软雅黑" panose="020B0503020204020204" pitchFamily="34" charset="-122"/>
                <a:cs typeface="+mn-cs"/>
              </a:rPr>
              <a:t>Q</a:t>
            </a:r>
            <a:endParaRPr lang="zh-CN" altLang="en-US" sz="1488" dirty="0">
              <a:solidFill>
                <a:prstClr val="black"/>
              </a:solidFill>
              <a:latin typeface="Arial" panose="020B0604020202020204"/>
              <a:ea typeface="黑体" panose="02010609060101010101" pitchFamily="49" charset="-122"/>
              <a:cs typeface="+mn-cs"/>
            </a:endParaRPr>
          </a:p>
        </p:txBody>
      </p:sp>
      <p:sp>
        <p:nvSpPr>
          <p:cNvPr id="182" name="文本框 181"/>
          <p:cNvSpPr txBox="1"/>
          <p:nvPr/>
        </p:nvSpPr>
        <p:spPr>
          <a:xfrm>
            <a:off x="1411288" y="1452563"/>
            <a:ext cx="15208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9999"/>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9999"/>
                </a:solidFill>
                <a:latin typeface="微软雅黑" panose="020B0503020204020204" pitchFamily="34" charset="-122"/>
                <a:ea typeface="微软雅黑" panose="020B0503020204020204" pitchFamily="34" charset="-122"/>
                <a:cs typeface="+mn-cs"/>
              </a:rPr>
              <a:t> </a:t>
            </a:r>
            <a:r>
              <a:rPr lang="en-US" altLang="zh-CN" sz="2644" dirty="0">
                <a:solidFill>
                  <a:srgbClr val="009999"/>
                </a:solidFill>
                <a:latin typeface="微软雅黑" panose="020B0503020204020204" pitchFamily="34" charset="-122"/>
                <a:ea typeface="微软雅黑" panose="020B0503020204020204" pitchFamily="34" charset="-122"/>
                <a:cs typeface="+mn-cs"/>
              </a:rPr>
              <a:t>R</a:t>
            </a:r>
            <a:endParaRPr lang="zh-CN" altLang="en-US" sz="1488" dirty="0">
              <a:solidFill>
                <a:prstClr val="black"/>
              </a:solidFill>
              <a:latin typeface="Arial" panose="020B0604020202020204"/>
              <a:ea typeface="黑体" panose="02010609060101010101" pitchFamily="49" charset="-122"/>
              <a:cs typeface="+mn-cs"/>
            </a:endParaRPr>
          </a:p>
        </p:txBody>
      </p:sp>
      <p:sp>
        <p:nvSpPr>
          <p:cNvPr id="183" name="文本框 182"/>
          <p:cNvSpPr txBox="1"/>
          <p:nvPr/>
        </p:nvSpPr>
        <p:spPr>
          <a:xfrm>
            <a:off x="2763838" y="1447800"/>
            <a:ext cx="1574800" cy="500063"/>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6600CC"/>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6600CC"/>
                </a:solidFill>
                <a:latin typeface="微软雅黑" panose="020B0503020204020204" pitchFamily="34" charset="-122"/>
                <a:ea typeface="微软雅黑" panose="020B0503020204020204" pitchFamily="34" charset="-122"/>
                <a:cs typeface="+mn-cs"/>
              </a:rPr>
              <a:t> </a:t>
            </a:r>
            <a:r>
              <a:rPr lang="en-US" altLang="zh-CN" sz="2644" dirty="0">
                <a:solidFill>
                  <a:srgbClr val="6600CC"/>
                </a:solidFill>
                <a:latin typeface="微软雅黑" panose="020B0503020204020204" pitchFamily="34" charset="-122"/>
                <a:ea typeface="微软雅黑" panose="020B0503020204020204" pitchFamily="34" charset="-122"/>
                <a:cs typeface="+mn-cs"/>
              </a:rPr>
              <a:t>Q</a:t>
            </a:r>
            <a:endParaRPr lang="zh-CN" altLang="en-US" sz="2644" dirty="0">
              <a:solidFill>
                <a:prstClr val="black"/>
              </a:solidFill>
              <a:latin typeface="Arial" panose="020B0604020202020204"/>
              <a:ea typeface="黑体" panose="02010609060101010101" pitchFamily="49" charset="-122"/>
              <a:cs typeface="+mn-cs"/>
            </a:endParaRPr>
          </a:p>
        </p:txBody>
      </p:sp>
      <p:sp>
        <p:nvSpPr>
          <p:cNvPr id="111726" name="Rectangle 110"/>
          <p:cNvSpPr>
            <a:spLocks noChangeArrowheads="1"/>
          </p:cNvSpPr>
          <p:nvPr/>
        </p:nvSpPr>
        <p:spPr bwMode="auto">
          <a:xfrm>
            <a:off x="1976438" y="2768600"/>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111727" name="Rectangle 111"/>
          <p:cNvSpPr>
            <a:spLocks noChangeArrowheads="1"/>
          </p:cNvSpPr>
          <p:nvPr/>
        </p:nvSpPr>
        <p:spPr bwMode="auto">
          <a:xfrm>
            <a:off x="2035175" y="4032250"/>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SP </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 name="灯片编号占位符 2">
            <a:extLst>
              <a:ext uri="{FF2B5EF4-FFF2-40B4-BE49-F238E27FC236}">
                <a16:creationId xmlns:a16="http://schemas.microsoft.com/office/drawing/2014/main" id="{C0A1106B-30B6-8ED6-B7DB-FCFDF1B8C6EA}"/>
              </a:ext>
            </a:extLst>
          </p:cNvPr>
          <p:cNvSpPr>
            <a:spLocks noGrp="1"/>
          </p:cNvSpPr>
          <p:nvPr>
            <p:ph type="sldNum" sz="quarter" idx="12"/>
          </p:nvPr>
        </p:nvSpPr>
        <p:spPr/>
        <p:txBody>
          <a:bodyPr/>
          <a:lstStyle/>
          <a:p>
            <a:pPr>
              <a:defRPr/>
            </a:pPr>
            <a:fld id="{9F876B47-8EE2-4FAD-A1DD-102715043ED8}" type="slidenum">
              <a:rPr lang="en-US" smtClean="0"/>
              <a:pPr>
                <a:defRPr/>
              </a:pPr>
              <a:t>52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wipe(left)">
                                      <p:cBhvr>
                                        <p:cTn id="7" dur="500"/>
                                        <p:tgtEl>
                                          <p:spTgt spid="1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down)">
                                      <p:cBhvr>
                                        <p:cTn id="17" dur="500"/>
                                        <p:tgtEl>
                                          <p:spTgt spid="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down)">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89088"/>
                                        </p:tgtEl>
                                        <p:attrNameLst>
                                          <p:attrName>style.visibility</p:attrName>
                                        </p:attrNameLst>
                                      </p:cBhvr>
                                      <p:to>
                                        <p:strVal val="visible"/>
                                      </p:to>
                                    </p:set>
                                    <p:animEffect transition="in" filter="wipe(down)">
                                      <p:cBhvr>
                                        <p:cTn id="37" dur="500"/>
                                        <p:tgtEl>
                                          <p:spTgt spid="890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1726"/>
                                        </p:tgtEl>
                                        <p:attrNameLst>
                                          <p:attrName>style.visibility</p:attrName>
                                        </p:attrNameLst>
                                      </p:cBhvr>
                                      <p:to>
                                        <p:strVal val="visible"/>
                                      </p:to>
                                    </p:set>
                                    <p:animEffect transition="in" filter="wipe(down)">
                                      <p:cBhvr>
                                        <p:cTn id="42" dur="500"/>
                                        <p:tgtEl>
                                          <p:spTgt spid="11172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1727"/>
                                        </p:tgtEl>
                                        <p:attrNameLst>
                                          <p:attrName>style.visibility</p:attrName>
                                        </p:attrNameLst>
                                      </p:cBhvr>
                                      <p:to>
                                        <p:strVal val="visible"/>
                                      </p:to>
                                    </p:set>
                                    <p:animEffect transition="in" filter="wipe(down)">
                                      <p:cBhvr>
                                        <p:cTn id="47" dur="500"/>
                                        <p:tgtEl>
                                          <p:spTgt spid="11172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11728"/>
                                        </p:tgtEl>
                                        <p:attrNameLst>
                                          <p:attrName>style.visibility</p:attrName>
                                        </p:attrNameLst>
                                      </p:cBhvr>
                                      <p:to>
                                        <p:strVal val="visible"/>
                                      </p:to>
                                    </p:set>
                                    <p:animEffect transition="in" filter="wipe(up)">
                                      <p:cBhvr>
                                        <p:cTn id="52" dur="500"/>
                                        <p:tgtEl>
                                          <p:spTgt spid="11172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2" fill="hold" nodeType="clickEffect">
                                  <p:stCondLst>
                                    <p:cond delay="0"/>
                                  </p:stCondLst>
                                  <p:childTnLst>
                                    <p:set>
                                      <p:cBhvr>
                                        <p:cTn id="56" dur="1" fill="hold">
                                          <p:stCondLst>
                                            <p:cond delay="0"/>
                                          </p:stCondLst>
                                        </p:cTn>
                                        <p:tgtEl>
                                          <p:spTgt spid="111750"/>
                                        </p:tgtEl>
                                        <p:attrNameLst>
                                          <p:attrName>style.visibility</p:attrName>
                                        </p:attrNameLst>
                                      </p:cBhvr>
                                      <p:to>
                                        <p:strVal val="visible"/>
                                      </p:to>
                                    </p:set>
                                    <p:animEffect transition="in" filter="wipe(right)">
                                      <p:cBhvr>
                                        <p:cTn id="57" dur="500"/>
                                        <p:tgtEl>
                                          <p:spTgt spid="11175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1" nodeType="clickEffect">
                                  <p:stCondLst>
                                    <p:cond delay="0"/>
                                  </p:stCondLst>
                                  <p:childTnLst>
                                    <p:set>
                                      <p:cBhvr>
                                        <p:cTn id="61" dur="1" fill="hold">
                                          <p:stCondLst>
                                            <p:cond delay="0"/>
                                          </p:stCondLst>
                                        </p:cTn>
                                        <p:tgtEl>
                                          <p:spTgt spid="111730"/>
                                        </p:tgtEl>
                                        <p:attrNameLst>
                                          <p:attrName>style.visibility</p:attrName>
                                        </p:attrNameLst>
                                      </p:cBhvr>
                                      <p:to>
                                        <p:strVal val="visible"/>
                                      </p:to>
                                    </p:set>
                                    <p:animEffect transition="in" filter="blinds(horizontal)">
                                      <p:cBhvr>
                                        <p:cTn id="62" dur="500"/>
                                        <p:tgtEl>
                                          <p:spTgt spid="1117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111731"/>
                                        </p:tgtEl>
                                        <p:attrNameLst>
                                          <p:attrName>style.visibility</p:attrName>
                                        </p:attrNameLst>
                                      </p:cBhvr>
                                      <p:to>
                                        <p:strVal val="visible"/>
                                      </p:to>
                                    </p:set>
                                    <p:animEffect transition="in" filter="box(in)">
                                      <p:cBhvr>
                                        <p:cTn id="67" dur="500"/>
                                        <p:tgtEl>
                                          <p:spTgt spid="11173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xit" presetSubtype="4" fill="hold" grpId="0" nodeType="clickEffect">
                                  <p:stCondLst>
                                    <p:cond delay="0"/>
                                  </p:stCondLst>
                                  <p:childTnLst>
                                    <p:animEffect transition="out" filter="wipe(down)">
                                      <p:cBhvr>
                                        <p:cTn id="71" dur="500"/>
                                        <p:tgtEl>
                                          <p:spTgt spid="111730"/>
                                        </p:tgtEl>
                                      </p:cBhvr>
                                    </p:animEffect>
                                    <p:set>
                                      <p:cBhvr>
                                        <p:cTn id="72" dur="1" fill="hold">
                                          <p:stCondLst>
                                            <p:cond delay="499"/>
                                          </p:stCondLst>
                                        </p:cTn>
                                        <p:tgtEl>
                                          <p:spTgt spid="111730"/>
                                        </p:tgtEl>
                                        <p:attrNameLst>
                                          <p:attrName>style.visibility</p:attrName>
                                        </p:attrNameLst>
                                      </p:cBhvr>
                                      <p:to>
                                        <p:strVal val="hidden"/>
                                      </p:to>
                                    </p:set>
                                  </p:childTnLst>
                                </p:cTn>
                              </p:par>
                              <p:par>
                                <p:cTn id="73" presetID="22" presetClass="exit" presetSubtype="4" fill="hold" grpId="1" nodeType="withEffect">
                                  <p:stCondLst>
                                    <p:cond delay="0"/>
                                  </p:stCondLst>
                                  <p:childTnLst>
                                    <p:animEffect transition="out" filter="wipe(down)">
                                      <p:cBhvr>
                                        <p:cTn id="74" dur="500"/>
                                        <p:tgtEl>
                                          <p:spTgt spid="111731"/>
                                        </p:tgtEl>
                                      </p:cBhvr>
                                    </p:animEffect>
                                    <p:set>
                                      <p:cBhvr>
                                        <p:cTn id="75" dur="1" fill="hold">
                                          <p:stCondLst>
                                            <p:cond delay="499"/>
                                          </p:stCondLst>
                                        </p:cTn>
                                        <p:tgtEl>
                                          <p:spTgt spid="1117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30" grpId="0" animBg="1"/>
      <p:bldP spid="111730" grpId="1" animBg="1"/>
      <p:bldP spid="111731" grpId="0" animBg="1"/>
      <p:bldP spid="111731" grpId="1" animBg="1"/>
      <p:bldP spid="183" grpId="0"/>
      <p:bldP spid="111726" grpId="0" autoUpdateAnimBg="0"/>
      <p:bldP spid="11172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noProof="1"/>
              <a:t>嵌套过程语言</a:t>
            </a:r>
            <a:r>
              <a:rPr lang="zh-CN" altLang="en-US" dirty="0"/>
              <a:t>的动态存储管理</a:t>
            </a:r>
            <a:endParaRPr lang="en-US" altLang="zh-CN" dirty="0"/>
          </a:p>
        </p:txBody>
      </p:sp>
      <p:sp>
        <p:nvSpPr>
          <p:cNvPr id="245763" name="Rectangle 3"/>
          <p:cNvSpPr>
            <a:spLocks noGrp="1" noChangeArrowheads="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非局部名字的访问的实现</a:t>
            </a:r>
          </a:p>
          <a:p>
            <a:pPr marL="818954" lvl="1" indent="-314982" defTabSz="503972" eaLnBrk="1" fontAlgn="auto" hangingPunct="1">
              <a:spcBef>
                <a:spcPts val="1102"/>
              </a:spcBef>
              <a:spcAft>
                <a:spcPts val="0"/>
              </a:spcAft>
              <a:buFont typeface="Wingdings 3" charset="2"/>
              <a:buChar char=""/>
              <a:defRPr/>
            </a:pPr>
            <a:r>
              <a:rPr lang="zh-CN" altLang="en-US" sz="2646" dirty="0">
                <a:solidFill>
                  <a:schemeClr val="tx1">
                    <a:lumMod val="75000"/>
                    <a:lumOff val="25000"/>
                  </a:schemeClr>
                </a:solidFill>
              </a:rPr>
              <a:t>静态链和活动记录</a:t>
            </a:r>
            <a:endParaRPr lang="en-US" altLang="zh-CN"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en-US" sz="2646" noProof="1">
                <a:solidFill>
                  <a:schemeClr val="tx1">
                    <a:lumMod val="75000"/>
                    <a:lumOff val="25000"/>
                  </a:schemeClr>
                </a:solidFill>
              </a:rPr>
              <a:t>根据调用过程的信息建立被调用过程的静态链</a:t>
            </a:r>
          </a:p>
          <a:p>
            <a:pPr marL="818954" lvl="1" indent="-314982" defTabSz="503972" eaLnBrk="1" fontAlgn="auto" hangingPunct="1">
              <a:spcBef>
                <a:spcPts val="1102"/>
              </a:spcBef>
              <a:spcAft>
                <a:spcPts val="0"/>
              </a:spcAft>
              <a:buFont typeface="Wingdings 3" charset="2"/>
              <a:buChar char=""/>
              <a:defRPr/>
            </a:pPr>
            <a:endParaRPr lang="zh-CN" altLang="zh-CN" sz="2646" noProof="1">
              <a:solidFill>
                <a:schemeClr val="tx1">
                  <a:lumMod val="75000"/>
                  <a:lumOff val="25000"/>
                </a:schemeClr>
              </a:solidFill>
            </a:endParaRPr>
          </a:p>
          <a:p>
            <a:pPr marL="377979" indent="-377979" defTabSz="503972" eaLnBrk="1" fontAlgn="auto" hangingPunct="1">
              <a:spcBef>
                <a:spcPts val="1102"/>
              </a:spcBef>
              <a:spcAft>
                <a:spcPts val="0"/>
              </a:spcAft>
              <a:buFont typeface="Wingdings 3" charset="2"/>
              <a:buChar char=""/>
              <a:defRPr/>
            </a:pPr>
            <a:endParaRPr lang="zh-CN" altLang="en-US" sz="308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58CE6044-A300-F47C-978A-20F1AB50D371}"/>
              </a:ext>
            </a:extLst>
          </p:cNvPr>
          <p:cNvSpPr>
            <a:spLocks noGrp="1"/>
          </p:cNvSpPr>
          <p:nvPr>
            <p:ph type="sldNum" sz="quarter" idx="12"/>
          </p:nvPr>
        </p:nvSpPr>
        <p:spPr/>
        <p:txBody>
          <a:bodyPr/>
          <a:lstStyle/>
          <a:p>
            <a:pPr>
              <a:defRPr/>
            </a:pPr>
            <a:fld id="{10734148-31B1-484D-A706-BB5779F70298}" type="slidenum">
              <a:rPr lang="en-US" smtClean="0"/>
              <a:pPr>
                <a:defRPr/>
              </a:pPr>
              <a:t>53</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wipe(left)">
                                      <p:cBhvr>
                                        <p:cTn id="7" dur="500"/>
                                        <p:tgtEl>
                                          <p:spTgt spid="245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63">
                                            <p:txEl>
                                              <p:pRg st="1" end="1"/>
                                            </p:txEl>
                                          </p:spTgt>
                                        </p:tgtEl>
                                        <p:attrNameLst>
                                          <p:attrName>style.visibility</p:attrName>
                                        </p:attrNameLst>
                                      </p:cBhvr>
                                      <p:to>
                                        <p:strVal val="visible"/>
                                      </p:to>
                                    </p:set>
                                    <p:animEffect transition="in" filter="wipe(left)">
                                      <p:cBhvr>
                                        <p:cTn id="12" dur="500"/>
                                        <p:tgtEl>
                                          <p:spTgt spid="245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63">
                                            <p:txEl>
                                              <p:pRg st="2" end="2"/>
                                            </p:txEl>
                                          </p:spTgt>
                                        </p:tgtEl>
                                        <p:attrNameLst>
                                          <p:attrName>style.visibility</p:attrName>
                                        </p:attrNameLst>
                                      </p:cBhvr>
                                      <p:to>
                                        <p:strVal val="visible"/>
                                      </p:to>
                                    </p:set>
                                    <p:animEffect transition="in" filter="wipe(left)">
                                      <p:cBhvr>
                                        <p:cTn id="17" dur="500"/>
                                        <p:tgtEl>
                                          <p:spTgt spid="2457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1491" name="Rectangle 2"/>
          <p:cNvSpPr>
            <a:spLocks noGrp="1" noChangeArrowheads="1"/>
          </p:cNvSpPr>
          <p:nvPr>
            <p:ph type="title"/>
          </p:nvPr>
        </p:nvSpPr>
        <p:spPr/>
        <p:txBody>
          <a:bodyPr rtlCol="0">
            <a:normAutofit/>
          </a:bodyPr>
          <a:lstStyle/>
          <a:p>
            <a:pPr defTabSz="503972" eaLnBrk="1" fontAlgn="auto" hangingPunct="1">
              <a:spcAft>
                <a:spcPts val="0"/>
              </a:spcAft>
              <a:defRPr/>
            </a:pPr>
            <a:r>
              <a:rPr lang="zh-CN" altLang="en-US" dirty="0"/>
              <a:t>静态链的建立和维护</a:t>
            </a:r>
          </a:p>
        </p:txBody>
      </p:sp>
      <p:sp>
        <p:nvSpPr>
          <p:cNvPr id="263171" name="Rectangle 3"/>
          <p:cNvSpPr>
            <a:spLocks noGrp="1" noChangeArrowheads="1"/>
          </p:cNvSpPr>
          <p:nvPr>
            <p:ph idx="1"/>
          </p:nvPr>
        </p:nvSpPr>
        <p:spPr>
          <a:xfrm>
            <a:off x="268288" y="2009775"/>
            <a:ext cx="7312025" cy="4797425"/>
          </a:xfrm>
        </p:spPr>
        <p:txBody>
          <a:bodyPr rtlCol="0">
            <a:noAutofit/>
          </a:bodyPr>
          <a:lstStyle/>
          <a:p>
            <a:pPr marL="377979" indent="-377979" defTabSz="503972" eaLnBrk="1" fontAlgn="auto" hangingPunct="1">
              <a:spcBef>
                <a:spcPts val="1102"/>
              </a:spcBef>
              <a:spcAft>
                <a:spcPts val="0"/>
              </a:spcAft>
              <a:buFont typeface="Wingdings 3" charset="2"/>
              <a:buChar char=""/>
              <a:defRPr/>
            </a:pPr>
            <a:r>
              <a:rPr lang="zh-CN" altLang="en-US" sz="3086" dirty="0">
                <a:solidFill>
                  <a:schemeClr val="tx1">
                    <a:lumMod val="75000"/>
                    <a:lumOff val="25000"/>
                  </a:schemeClr>
                </a:solidFill>
              </a:rPr>
              <a:t>如何根据调用过程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的活动记录信息建立被调用过程</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的静态链？</a:t>
            </a: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层过程调用第 </a:t>
            </a:r>
            <a:r>
              <a:rPr lang="en-US" altLang="zh-CN" sz="2646" noProof="1">
                <a:solidFill>
                  <a:schemeClr val="tx1">
                    <a:lumMod val="75000"/>
                    <a:lumOff val="25000"/>
                  </a:schemeClr>
                </a:solidFill>
              </a:rPr>
              <a:t>N+1</a:t>
            </a:r>
            <a:r>
              <a:rPr lang="zh-CN" altLang="zh-CN" sz="2646" dirty="0">
                <a:solidFill>
                  <a:schemeClr val="tx1">
                    <a:lumMod val="75000"/>
                    <a:lumOff val="25000"/>
                  </a:schemeClr>
                </a:solidFill>
              </a:rPr>
              <a:t>层过程</a:t>
            </a:r>
            <a:r>
              <a:rPr lang="zh-CN" altLang="en-US" sz="2646" dirty="0">
                <a:solidFill>
                  <a:schemeClr val="tx1">
                    <a:lumMod val="75000"/>
                    <a:lumOff val="25000"/>
                  </a:schemeClr>
                </a:solidFill>
              </a:rPr>
              <a:t>： </a:t>
            </a:r>
            <a:r>
              <a:rPr lang="en-US" altLang="zh-CN" sz="2646" dirty="0">
                <a:solidFill>
                  <a:schemeClr val="tx1">
                    <a:lumMod val="75000"/>
                    <a:lumOff val="25000"/>
                  </a:schemeClr>
                </a:solidFill>
              </a:rPr>
              <a:t>P2</a:t>
            </a:r>
            <a:r>
              <a:rPr lang="zh-CN" altLang="en-US" sz="2646" dirty="0">
                <a:solidFill>
                  <a:schemeClr val="tx1">
                    <a:lumMod val="75000"/>
                    <a:lumOff val="25000"/>
                  </a:schemeClr>
                </a:solidFill>
              </a:rPr>
              <a:t>的静态链为</a:t>
            </a:r>
            <a:r>
              <a:rPr lang="zh-CN" altLang="zh-CN" sz="2646" dirty="0">
                <a:solidFill>
                  <a:schemeClr val="tx1">
                    <a:lumMod val="75000"/>
                    <a:lumOff val="25000"/>
                  </a:schemeClr>
                </a:solidFill>
              </a:rPr>
              <a:t>调用过程</a:t>
            </a:r>
            <a:r>
              <a:rPr lang="en-US" altLang="zh-CN" sz="2646" dirty="0">
                <a:solidFill>
                  <a:schemeClr val="tx1">
                    <a:lumMod val="75000"/>
                    <a:lumOff val="25000"/>
                  </a:schemeClr>
                </a:solidFill>
              </a:rPr>
              <a:t>P1</a:t>
            </a:r>
            <a:r>
              <a:rPr lang="en-US" altLang="zh-CN" sz="2646" noProof="1">
                <a:solidFill>
                  <a:schemeClr val="tx1">
                    <a:lumMod val="75000"/>
                    <a:lumOff val="25000"/>
                  </a:schemeClr>
                </a:solidFill>
              </a:rPr>
              <a:t>(</a:t>
            </a: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a:t>
            </a:r>
            <a:r>
              <a:rPr lang="zh-CN" altLang="zh-CN" sz="2646" noProof="1">
                <a:solidFill>
                  <a:schemeClr val="tx1">
                    <a:lumMod val="75000"/>
                    <a:lumOff val="25000"/>
                  </a:schemeClr>
                </a:solidFill>
              </a:rPr>
              <a:t>)</a:t>
            </a:r>
            <a:r>
              <a:rPr lang="zh-CN" altLang="zh-CN" sz="2646" dirty="0">
                <a:solidFill>
                  <a:schemeClr val="tx1">
                    <a:lumMod val="75000"/>
                    <a:lumOff val="25000"/>
                  </a:schemeClr>
                </a:solidFill>
              </a:rPr>
              <a:t>的最新活动记录的起始地址</a:t>
            </a:r>
            <a:endParaRPr lang="zh-CN" altLang="zh-CN" sz="2646" noProof="1">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层过程调用第 </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a:t>
            </a:r>
            <a:r>
              <a:rPr lang="zh-CN" altLang="en-US" sz="2646" dirty="0">
                <a:solidFill>
                  <a:schemeClr val="tx1">
                    <a:lumMod val="75000"/>
                    <a:lumOff val="25000"/>
                  </a:schemeClr>
                </a:solidFill>
              </a:rPr>
              <a:t>： </a:t>
            </a:r>
            <a:r>
              <a:rPr lang="en-US" altLang="zh-CN" sz="2646" dirty="0">
                <a:solidFill>
                  <a:schemeClr val="tx1">
                    <a:lumMod val="75000"/>
                    <a:lumOff val="25000"/>
                  </a:schemeClr>
                </a:solidFill>
              </a:rPr>
              <a:t>P2</a:t>
            </a:r>
            <a:r>
              <a:rPr lang="zh-CN" altLang="en-US" sz="2646" dirty="0">
                <a:solidFill>
                  <a:schemeClr val="tx1">
                    <a:lumMod val="75000"/>
                    <a:lumOff val="25000"/>
                  </a:schemeClr>
                </a:solidFill>
              </a:rPr>
              <a:t>的静态链为</a:t>
            </a:r>
            <a:r>
              <a:rPr lang="zh-CN" altLang="zh-CN" sz="2646" dirty="0">
                <a:solidFill>
                  <a:schemeClr val="tx1">
                    <a:lumMod val="75000"/>
                    <a:lumOff val="25000"/>
                  </a:schemeClr>
                </a:solidFill>
              </a:rPr>
              <a:t>调用过程</a:t>
            </a:r>
            <a:r>
              <a:rPr lang="en-US" altLang="zh-CN" sz="2646" dirty="0">
                <a:solidFill>
                  <a:schemeClr val="tx1">
                    <a:lumMod val="75000"/>
                    <a:lumOff val="25000"/>
                  </a:schemeClr>
                </a:solidFill>
              </a:rPr>
              <a:t>P1</a:t>
            </a:r>
            <a:r>
              <a:rPr lang="en-US" altLang="zh-CN" sz="2646" noProof="1">
                <a:solidFill>
                  <a:schemeClr val="tx1">
                    <a:lumMod val="75000"/>
                    <a:lumOff val="25000"/>
                  </a:schemeClr>
                </a:solidFill>
              </a:rPr>
              <a:t>(</a:t>
            </a: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a:t>
            </a:r>
            <a:r>
              <a:rPr lang="zh-CN" altLang="zh-CN" sz="2646" noProof="1">
                <a:solidFill>
                  <a:schemeClr val="tx1">
                    <a:lumMod val="75000"/>
                    <a:lumOff val="25000"/>
                  </a:schemeClr>
                </a:solidFill>
              </a:rPr>
              <a:t>)</a:t>
            </a:r>
            <a:r>
              <a:rPr lang="zh-CN" altLang="zh-CN" sz="2646" dirty="0">
                <a:solidFill>
                  <a:schemeClr val="tx1">
                    <a:lumMod val="75000"/>
                    <a:lumOff val="25000"/>
                  </a:schemeClr>
                </a:solidFill>
              </a:rPr>
              <a:t>的静态链的值</a:t>
            </a:r>
            <a:endParaRPr lang="zh-CN" altLang="en-US" sz="2646" dirty="0">
              <a:solidFill>
                <a:schemeClr val="tx1">
                  <a:lumMod val="75000"/>
                  <a:lumOff val="25000"/>
                </a:schemeClr>
              </a:solidFill>
            </a:endParaRPr>
          </a:p>
          <a:p>
            <a:pPr marL="818954" lvl="1" indent="-314982" defTabSz="503972" eaLnBrk="1" fontAlgn="auto" hangingPunct="1">
              <a:spcBef>
                <a:spcPts val="1102"/>
              </a:spcBef>
              <a:spcAft>
                <a:spcPts val="0"/>
              </a:spcAft>
              <a:buFont typeface="Wingdings 3" charset="2"/>
              <a:buChar char=""/>
              <a:defRPr/>
            </a:pP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层过程调用第 </a:t>
            </a:r>
            <a:r>
              <a:rPr lang="en-US" altLang="zh-CN" sz="2646" noProof="1">
                <a:solidFill>
                  <a:schemeClr val="tx1">
                    <a:lumMod val="75000"/>
                    <a:lumOff val="25000"/>
                  </a:schemeClr>
                </a:solidFill>
              </a:rPr>
              <a:t>N-x</a:t>
            </a:r>
            <a:r>
              <a:rPr lang="zh-CN" altLang="zh-CN" sz="2646" dirty="0">
                <a:solidFill>
                  <a:schemeClr val="tx1">
                    <a:lumMod val="75000"/>
                    <a:lumOff val="25000"/>
                  </a:schemeClr>
                </a:solidFill>
              </a:rPr>
              <a:t>层过程</a:t>
            </a:r>
            <a:r>
              <a:rPr lang="zh-CN" altLang="en-US" sz="2646" dirty="0">
                <a:solidFill>
                  <a:schemeClr val="tx1">
                    <a:lumMod val="75000"/>
                    <a:lumOff val="25000"/>
                  </a:schemeClr>
                </a:solidFill>
              </a:rPr>
              <a:t>： </a:t>
            </a:r>
            <a:r>
              <a:rPr lang="en-US" altLang="zh-CN" sz="2646" dirty="0">
                <a:solidFill>
                  <a:schemeClr val="tx1">
                    <a:lumMod val="75000"/>
                    <a:lumOff val="25000"/>
                  </a:schemeClr>
                </a:solidFill>
              </a:rPr>
              <a:t>P2</a:t>
            </a:r>
            <a:r>
              <a:rPr lang="zh-CN" altLang="en-US" sz="2646" dirty="0">
                <a:solidFill>
                  <a:schemeClr val="tx1">
                    <a:lumMod val="75000"/>
                    <a:lumOff val="25000"/>
                  </a:schemeClr>
                </a:solidFill>
              </a:rPr>
              <a:t>的静态链为</a:t>
            </a:r>
            <a:r>
              <a:rPr lang="zh-CN" altLang="zh-CN" sz="2646" dirty="0">
                <a:solidFill>
                  <a:schemeClr val="tx1">
                    <a:lumMod val="75000"/>
                    <a:lumOff val="25000"/>
                  </a:schemeClr>
                </a:solidFill>
              </a:rPr>
              <a:t>沿着调用过程</a:t>
            </a:r>
            <a:r>
              <a:rPr lang="en-US" altLang="zh-CN" sz="2646" dirty="0">
                <a:solidFill>
                  <a:schemeClr val="tx1">
                    <a:lumMod val="75000"/>
                    <a:lumOff val="25000"/>
                  </a:schemeClr>
                </a:solidFill>
              </a:rPr>
              <a:t>P1</a:t>
            </a:r>
            <a:r>
              <a:rPr lang="en-US" altLang="zh-CN" sz="2646" noProof="1">
                <a:solidFill>
                  <a:schemeClr val="tx1">
                    <a:lumMod val="75000"/>
                    <a:lumOff val="25000"/>
                  </a:schemeClr>
                </a:solidFill>
              </a:rPr>
              <a:t>(</a:t>
            </a:r>
            <a:r>
              <a:rPr lang="zh-CN" altLang="zh-CN" sz="2646" dirty="0">
                <a:solidFill>
                  <a:schemeClr val="tx1">
                    <a:lumMod val="75000"/>
                    <a:lumOff val="25000"/>
                  </a:schemeClr>
                </a:solidFill>
              </a:rPr>
              <a:t>第</a:t>
            </a:r>
            <a:r>
              <a:rPr lang="en-US" altLang="zh-CN" sz="2646" noProof="1">
                <a:solidFill>
                  <a:schemeClr val="tx1">
                    <a:lumMod val="75000"/>
                    <a:lumOff val="25000"/>
                  </a:schemeClr>
                </a:solidFill>
              </a:rPr>
              <a:t>N</a:t>
            </a:r>
            <a:r>
              <a:rPr lang="zh-CN" altLang="zh-CN" sz="2646" dirty="0">
                <a:solidFill>
                  <a:schemeClr val="tx1">
                    <a:lumMod val="75000"/>
                    <a:lumOff val="25000"/>
                  </a:schemeClr>
                </a:solidFill>
              </a:rPr>
              <a:t>层过程</a:t>
            </a:r>
            <a:r>
              <a:rPr lang="zh-CN" altLang="zh-CN" sz="2646" noProof="1">
                <a:solidFill>
                  <a:schemeClr val="tx1">
                    <a:lumMod val="75000"/>
                    <a:lumOff val="25000"/>
                  </a:schemeClr>
                </a:solidFill>
              </a:rPr>
              <a:t>)</a:t>
            </a:r>
            <a:r>
              <a:rPr lang="zh-CN" altLang="zh-CN" sz="2646" dirty="0">
                <a:solidFill>
                  <a:schemeClr val="tx1">
                    <a:lumMod val="75000"/>
                    <a:lumOff val="25000"/>
                  </a:schemeClr>
                </a:solidFill>
              </a:rPr>
              <a:t>的静态链向前走</a:t>
            </a:r>
            <a:r>
              <a:rPr lang="en-US" altLang="zh-CN" sz="2646" noProof="1">
                <a:solidFill>
                  <a:schemeClr val="tx1">
                    <a:lumMod val="75000"/>
                    <a:lumOff val="25000"/>
                  </a:schemeClr>
                </a:solidFill>
              </a:rPr>
              <a:t>x</a:t>
            </a:r>
            <a:r>
              <a:rPr lang="zh-CN" altLang="zh-CN" sz="2646" dirty="0">
                <a:solidFill>
                  <a:schemeClr val="tx1">
                    <a:lumMod val="75000"/>
                    <a:lumOff val="25000"/>
                  </a:schemeClr>
                </a:solidFill>
              </a:rPr>
              <a:t>步到达的活动记录的静态链的值</a:t>
            </a:r>
            <a:endParaRPr lang="zh-CN" altLang="zh-CN" sz="2646" noProof="1">
              <a:solidFill>
                <a:schemeClr val="tx1">
                  <a:lumMod val="75000"/>
                  <a:lumOff val="25000"/>
                </a:schemeClr>
              </a:solidFill>
            </a:endParaRPr>
          </a:p>
        </p:txBody>
      </p:sp>
      <p:grpSp>
        <p:nvGrpSpPr>
          <p:cNvPr id="25" name="Group 4"/>
          <p:cNvGrpSpPr>
            <a:grpSpLocks noChangeAspect="1"/>
          </p:cNvGrpSpPr>
          <p:nvPr/>
        </p:nvGrpSpPr>
        <p:grpSpPr bwMode="auto">
          <a:xfrm>
            <a:off x="8304213" y="2998788"/>
            <a:ext cx="1343025" cy="1949450"/>
            <a:chOff x="1440" y="1056"/>
            <a:chExt cx="1248" cy="1872"/>
          </a:xfrm>
        </p:grpSpPr>
        <p:sp>
          <p:nvSpPr>
            <p:cNvPr id="26" name="Freeform 5"/>
            <p:cNvSpPr>
              <a:spLocks noChangeAspect="1"/>
            </p:cNvSpPr>
            <p:nvPr/>
          </p:nvSpPr>
          <p:spPr bwMode="auto">
            <a:xfrm>
              <a:off x="1440" y="1248"/>
              <a:ext cx="575" cy="1680"/>
            </a:xfrm>
            <a:custGeom>
              <a:avLst/>
              <a:gdLst>
                <a:gd name="T0" fmla="*/ 21030878 w 240"/>
                <a:gd name="T1" fmla="*/ 0 h 1632"/>
                <a:gd name="T2" fmla="*/ 0 w 240"/>
                <a:gd name="T3" fmla="*/ 0 h 1632"/>
                <a:gd name="T4" fmla="*/ 0 w 240"/>
                <a:gd name="T5" fmla="*/ 2378 h 1632"/>
                <a:gd name="T6" fmla="*/ 21030878 w 240"/>
                <a:gd name="T7" fmla="*/ 2378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27" name="Freeform 6"/>
            <p:cNvSpPr>
              <a:spLocks noChangeAspect="1"/>
            </p:cNvSpPr>
            <p:nvPr/>
          </p:nvSpPr>
          <p:spPr bwMode="auto">
            <a:xfrm>
              <a:off x="1585" y="1487"/>
              <a:ext cx="143" cy="625"/>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28" name="Freeform 7"/>
            <p:cNvSpPr>
              <a:spLocks noChangeAspect="1"/>
            </p:cNvSpPr>
            <p:nvPr/>
          </p:nvSpPr>
          <p:spPr bwMode="auto">
            <a:xfrm>
              <a:off x="1585" y="2305"/>
              <a:ext cx="143" cy="576"/>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29" name="Rectangle 8"/>
            <p:cNvSpPr>
              <a:spLocks noChangeAspect="1" noChangeArrowheads="1"/>
            </p:cNvSpPr>
            <p:nvPr/>
          </p:nvSpPr>
          <p:spPr bwMode="auto">
            <a:xfrm>
              <a:off x="2015" y="1056"/>
              <a:ext cx="6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P0</a:t>
              </a:r>
              <a:endParaRPr kumimoji="1" lang="en-US" altLang="zh-CN" sz="2646">
                <a:solidFill>
                  <a:prstClr val="black"/>
                </a:solidFill>
                <a:latin typeface="微软雅黑" panose="020B0503020204020204" pitchFamily="34" charset="-122"/>
                <a:cs typeface="+mn-cs"/>
              </a:endParaRPr>
            </a:p>
          </p:txBody>
        </p:sp>
        <p:sp>
          <p:nvSpPr>
            <p:cNvPr id="30" name="Rectangle 9"/>
            <p:cNvSpPr>
              <a:spLocks noChangeAspect="1" noChangeArrowheads="1"/>
            </p:cNvSpPr>
            <p:nvPr/>
          </p:nvSpPr>
          <p:spPr bwMode="auto">
            <a:xfrm>
              <a:off x="1728" y="2112"/>
              <a:ext cx="6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sp>
          <p:nvSpPr>
            <p:cNvPr id="31" name="Rectangle 10"/>
            <p:cNvSpPr>
              <a:spLocks noChangeAspect="1" noChangeArrowheads="1"/>
            </p:cNvSpPr>
            <p:nvPr/>
          </p:nvSpPr>
          <p:spPr bwMode="auto">
            <a:xfrm>
              <a:off x="1728" y="1344"/>
              <a:ext cx="6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P2</a:t>
              </a:r>
              <a:endParaRPr kumimoji="1" lang="en-US" altLang="zh-CN" sz="2646">
                <a:solidFill>
                  <a:prstClr val="black"/>
                </a:solidFill>
                <a:latin typeface="微软雅黑" panose="020B0503020204020204" pitchFamily="34" charset="-122"/>
                <a:cs typeface="+mn-cs"/>
              </a:endParaRPr>
            </a:p>
          </p:txBody>
        </p:sp>
      </p:grpSp>
      <p:grpSp>
        <p:nvGrpSpPr>
          <p:cNvPr id="32" name="Group 11"/>
          <p:cNvGrpSpPr>
            <a:grpSpLocks noChangeAspect="1"/>
          </p:cNvGrpSpPr>
          <p:nvPr/>
        </p:nvGrpSpPr>
        <p:grpSpPr bwMode="auto">
          <a:xfrm>
            <a:off x="8304213" y="776288"/>
            <a:ext cx="1477962" cy="2082800"/>
            <a:chOff x="2928" y="1344"/>
            <a:chExt cx="1145" cy="1632"/>
          </a:xfrm>
        </p:grpSpPr>
        <p:sp>
          <p:nvSpPr>
            <p:cNvPr id="33" name="Freeform 12"/>
            <p:cNvSpPr>
              <a:spLocks noChangeAspect="1"/>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4" name="Freeform 13"/>
            <p:cNvSpPr>
              <a:spLocks noChangeAspect="1"/>
            </p:cNvSpPr>
            <p:nvPr/>
          </p:nvSpPr>
          <p:spPr bwMode="auto">
            <a:xfrm>
              <a:off x="3050" y="1758"/>
              <a:ext cx="310" cy="1072"/>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5" name="Freeform 14"/>
            <p:cNvSpPr>
              <a:spLocks noChangeAspect="1"/>
            </p:cNvSpPr>
            <p:nvPr/>
          </p:nvSpPr>
          <p:spPr bwMode="auto">
            <a:xfrm>
              <a:off x="3120" y="2111"/>
              <a:ext cx="144"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6" name="Rectangle 15"/>
            <p:cNvSpPr>
              <a:spLocks noChangeAspect="1"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P0</a:t>
              </a:r>
              <a:endParaRPr kumimoji="1" lang="en-US" altLang="zh-CN" sz="2646">
                <a:solidFill>
                  <a:prstClr val="black"/>
                </a:solidFill>
                <a:latin typeface="微软雅黑" panose="020B0503020204020204" pitchFamily="34" charset="-122"/>
                <a:cs typeface="+mn-cs"/>
              </a:endParaRPr>
            </a:p>
          </p:txBody>
        </p:sp>
        <p:sp>
          <p:nvSpPr>
            <p:cNvPr id="37" name="Rectangle 16"/>
            <p:cNvSpPr>
              <a:spLocks noChangeAspect="1" noChangeArrowheads="1"/>
            </p:cNvSpPr>
            <p:nvPr/>
          </p:nvSpPr>
          <p:spPr bwMode="auto">
            <a:xfrm>
              <a:off x="3216" y="1968"/>
              <a:ext cx="56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P2</a:t>
              </a:r>
              <a:endParaRPr kumimoji="1" lang="en-US" altLang="zh-CN" sz="2646">
                <a:solidFill>
                  <a:prstClr val="black"/>
                </a:solidFill>
                <a:latin typeface="微软雅黑" panose="020B0503020204020204" pitchFamily="34" charset="-122"/>
                <a:cs typeface="+mn-cs"/>
              </a:endParaRPr>
            </a:p>
          </p:txBody>
        </p:sp>
        <p:sp>
          <p:nvSpPr>
            <p:cNvPr id="38" name="Rectangle 17"/>
            <p:cNvSpPr>
              <a:spLocks noChangeAspect="1" noChangeArrowheads="1"/>
            </p:cNvSpPr>
            <p:nvPr/>
          </p:nvSpPr>
          <p:spPr bwMode="auto">
            <a:xfrm>
              <a:off x="3312" y="1633"/>
              <a:ext cx="5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grpSp>
      <p:grpSp>
        <p:nvGrpSpPr>
          <p:cNvPr id="39" name="Group 18"/>
          <p:cNvGrpSpPr>
            <a:grpSpLocks noChangeAspect="1"/>
          </p:cNvGrpSpPr>
          <p:nvPr/>
        </p:nvGrpSpPr>
        <p:grpSpPr bwMode="auto">
          <a:xfrm>
            <a:off x="8304213" y="5062538"/>
            <a:ext cx="1477962" cy="2082800"/>
            <a:chOff x="2928" y="1344"/>
            <a:chExt cx="1145" cy="1632"/>
          </a:xfrm>
        </p:grpSpPr>
        <p:sp>
          <p:nvSpPr>
            <p:cNvPr id="40" name="Freeform 19"/>
            <p:cNvSpPr>
              <a:spLocks noChangeAspect="1"/>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41" name="Freeform 20"/>
            <p:cNvSpPr>
              <a:spLocks noChangeAspect="1"/>
            </p:cNvSpPr>
            <p:nvPr/>
          </p:nvSpPr>
          <p:spPr bwMode="auto">
            <a:xfrm>
              <a:off x="3050" y="1758"/>
              <a:ext cx="310" cy="1072"/>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42" name="Freeform 21"/>
            <p:cNvSpPr>
              <a:spLocks noChangeAspect="1"/>
            </p:cNvSpPr>
            <p:nvPr/>
          </p:nvSpPr>
          <p:spPr bwMode="auto">
            <a:xfrm>
              <a:off x="3120" y="2111"/>
              <a:ext cx="144"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43" name="Rectangle 22"/>
            <p:cNvSpPr>
              <a:spLocks noChangeAspect="1"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P0</a:t>
              </a:r>
              <a:endParaRPr kumimoji="1" lang="en-US" altLang="zh-CN" sz="2646">
                <a:solidFill>
                  <a:prstClr val="black"/>
                </a:solidFill>
                <a:latin typeface="微软雅黑" panose="020B0503020204020204" pitchFamily="34" charset="-122"/>
                <a:cs typeface="+mn-cs"/>
              </a:endParaRPr>
            </a:p>
          </p:txBody>
        </p:sp>
        <p:sp>
          <p:nvSpPr>
            <p:cNvPr id="44" name="Rectangle 23"/>
            <p:cNvSpPr>
              <a:spLocks noChangeAspect="1" noChangeArrowheads="1"/>
            </p:cNvSpPr>
            <p:nvPr/>
          </p:nvSpPr>
          <p:spPr bwMode="auto">
            <a:xfrm>
              <a:off x="3216" y="1968"/>
              <a:ext cx="568"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sp>
          <p:nvSpPr>
            <p:cNvPr id="45" name="Rectangle 24"/>
            <p:cNvSpPr>
              <a:spLocks noChangeAspect="1" noChangeArrowheads="1"/>
            </p:cNvSpPr>
            <p:nvPr/>
          </p:nvSpPr>
          <p:spPr bwMode="auto">
            <a:xfrm>
              <a:off x="3312" y="1633"/>
              <a:ext cx="5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2646">
                  <a:solidFill>
                    <a:prstClr val="black"/>
                  </a:solidFill>
                  <a:latin typeface="微软雅黑" panose="020B0503020204020204" pitchFamily="34" charset="-122"/>
                  <a:cs typeface="+mn-cs"/>
                </a:rPr>
                <a:t>P2</a:t>
              </a:r>
              <a:endParaRPr kumimoji="1" lang="en-US" altLang="zh-CN" sz="2646">
                <a:solidFill>
                  <a:prstClr val="black"/>
                </a:solidFill>
                <a:latin typeface="微软雅黑" panose="020B0503020204020204" pitchFamily="34" charset="-122"/>
                <a:cs typeface="+mn-cs"/>
              </a:endParaRPr>
            </a:p>
          </p:txBody>
        </p:sp>
      </p:grpSp>
      <p:sp>
        <p:nvSpPr>
          <p:cNvPr id="3" name="灯片编号占位符 2">
            <a:extLst>
              <a:ext uri="{FF2B5EF4-FFF2-40B4-BE49-F238E27FC236}">
                <a16:creationId xmlns:a16="http://schemas.microsoft.com/office/drawing/2014/main" id="{BC6C772D-44CD-E111-6919-BDD51EC66C08}"/>
              </a:ext>
            </a:extLst>
          </p:cNvPr>
          <p:cNvSpPr>
            <a:spLocks noGrp="1"/>
          </p:cNvSpPr>
          <p:nvPr>
            <p:ph type="sldNum" sz="quarter" idx="12"/>
          </p:nvPr>
        </p:nvSpPr>
        <p:spPr/>
        <p:txBody>
          <a:bodyPr/>
          <a:lstStyle/>
          <a:p>
            <a:pPr>
              <a:defRPr/>
            </a:pPr>
            <a:fld id="{67579396-F93F-4ECB-B71C-2122ECF1BA2B}" type="slidenum">
              <a:rPr lang="en-US" smtClean="0"/>
              <a:pPr>
                <a:defRPr/>
              </a:pPr>
              <a:t>54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3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63171">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3171">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63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49890" name="图片 1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9891" name="Group 60"/>
          <p:cNvGrpSpPr>
            <a:grpSpLocks/>
          </p:cNvGrpSpPr>
          <p:nvPr/>
        </p:nvGrpSpPr>
        <p:grpSpPr bwMode="auto">
          <a:xfrm>
            <a:off x="2819400" y="6048375"/>
            <a:ext cx="1636713" cy="250825"/>
            <a:chOff x="2256" y="2640"/>
            <a:chExt cx="1632" cy="192"/>
          </a:xfrm>
        </p:grpSpPr>
        <p:sp>
          <p:nvSpPr>
            <p:cNvPr id="177228" name="Rectangle 61"/>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7229" name="Rectangle 62"/>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17</a:t>
              </a:r>
            </a:p>
          </p:txBody>
        </p:sp>
      </p:grpSp>
      <p:grpSp>
        <p:nvGrpSpPr>
          <p:cNvPr id="549892" name="Group 63"/>
          <p:cNvGrpSpPr>
            <a:grpSpLocks/>
          </p:cNvGrpSpPr>
          <p:nvPr/>
        </p:nvGrpSpPr>
        <p:grpSpPr bwMode="auto">
          <a:xfrm>
            <a:off x="2819400" y="5795963"/>
            <a:ext cx="1636713" cy="252412"/>
            <a:chOff x="2256" y="2640"/>
            <a:chExt cx="1632" cy="192"/>
          </a:xfrm>
        </p:grpSpPr>
        <p:sp>
          <p:nvSpPr>
            <p:cNvPr id="177226" name="Rectangle 6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7" name="Rectangle 65"/>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18</a:t>
              </a:r>
            </a:p>
          </p:txBody>
        </p:sp>
      </p:grpSp>
      <p:grpSp>
        <p:nvGrpSpPr>
          <p:cNvPr id="549893" name="Group 66"/>
          <p:cNvGrpSpPr>
            <a:grpSpLocks/>
          </p:cNvGrpSpPr>
          <p:nvPr/>
        </p:nvGrpSpPr>
        <p:grpSpPr bwMode="auto">
          <a:xfrm>
            <a:off x="2819400" y="5543550"/>
            <a:ext cx="1636713" cy="252413"/>
            <a:chOff x="2256" y="2640"/>
            <a:chExt cx="1632" cy="192"/>
          </a:xfrm>
        </p:grpSpPr>
        <p:sp>
          <p:nvSpPr>
            <p:cNvPr id="177224" name="Rectangle 67"/>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11</a:t>
              </a:r>
            </a:p>
          </p:txBody>
        </p:sp>
        <p:sp>
          <p:nvSpPr>
            <p:cNvPr id="177225" name="Rectangle 68"/>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19</a:t>
              </a:r>
            </a:p>
          </p:txBody>
        </p:sp>
      </p:grpSp>
      <p:grpSp>
        <p:nvGrpSpPr>
          <p:cNvPr id="549894" name="Group 69"/>
          <p:cNvGrpSpPr>
            <a:grpSpLocks/>
          </p:cNvGrpSpPr>
          <p:nvPr/>
        </p:nvGrpSpPr>
        <p:grpSpPr bwMode="auto">
          <a:xfrm>
            <a:off x="2819400" y="5291138"/>
            <a:ext cx="1636713" cy="252412"/>
            <a:chOff x="2256" y="2640"/>
            <a:chExt cx="1632" cy="192"/>
          </a:xfrm>
        </p:grpSpPr>
        <p:sp>
          <p:nvSpPr>
            <p:cNvPr id="177222" name="Rectangle 70"/>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3" name="Rectangle 71"/>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20</a:t>
              </a:r>
            </a:p>
          </p:txBody>
        </p:sp>
      </p:grpSp>
      <p:grpSp>
        <p:nvGrpSpPr>
          <p:cNvPr id="549895" name="Group 72"/>
          <p:cNvGrpSpPr>
            <a:grpSpLocks/>
          </p:cNvGrpSpPr>
          <p:nvPr/>
        </p:nvGrpSpPr>
        <p:grpSpPr bwMode="auto">
          <a:xfrm>
            <a:off x="2819400" y="5040313"/>
            <a:ext cx="1636713" cy="250825"/>
            <a:chOff x="2256" y="2640"/>
            <a:chExt cx="1632" cy="192"/>
          </a:xfrm>
        </p:grpSpPr>
        <p:sp>
          <p:nvSpPr>
            <p:cNvPr id="177220" name="Rectangle 7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u(</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21" name="Rectangle 74"/>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21</a:t>
              </a:r>
            </a:p>
          </p:txBody>
        </p:sp>
      </p:grpSp>
      <p:grpSp>
        <p:nvGrpSpPr>
          <p:cNvPr id="549896" name="Group 75"/>
          <p:cNvGrpSpPr>
            <a:grpSpLocks/>
          </p:cNvGrpSpPr>
          <p:nvPr/>
        </p:nvGrpSpPr>
        <p:grpSpPr bwMode="auto">
          <a:xfrm>
            <a:off x="2819400" y="4787900"/>
            <a:ext cx="1636713" cy="252413"/>
            <a:chOff x="2256" y="2640"/>
            <a:chExt cx="1632" cy="192"/>
          </a:xfrm>
        </p:grpSpPr>
        <p:sp>
          <p:nvSpPr>
            <p:cNvPr id="177218" name="Rectangle 7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v(</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19" name="Rectangle 77"/>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22</a:t>
              </a:r>
            </a:p>
          </p:txBody>
        </p:sp>
      </p:grpSp>
      <p:grpSp>
        <p:nvGrpSpPr>
          <p:cNvPr id="549897" name="Group 78"/>
          <p:cNvGrpSpPr>
            <a:grpSpLocks/>
          </p:cNvGrpSpPr>
          <p:nvPr/>
        </p:nvGrpSpPr>
        <p:grpSpPr bwMode="auto">
          <a:xfrm>
            <a:off x="2819400" y="4535488"/>
            <a:ext cx="1636713" cy="252412"/>
            <a:chOff x="2256" y="2640"/>
            <a:chExt cx="1632" cy="192"/>
          </a:xfrm>
        </p:grpSpPr>
        <p:sp>
          <p:nvSpPr>
            <p:cNvPr id="177216" name="Rectangle 7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77217" name="Rectangle 80"/>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23</a:t>
              </a:r>
            </a:p>
          </p:txBody>
        </p:sp>
      </p:grpSp>
      <p:grpSp>
        <p:nvGrpSpPr>
          <p:cNvPr id="549898" name="Group 81"/>
          <p:cNvGrpSpPr>
            <a:grpSpLocks/>
          </p:cNvGrpSpPr>
          <p:nvPr/>
        </p:nvGrpSpPr>
        <p:grpSpPr bwMode="auto">
          <a:xfrm>
            <a:off x="2819400" y="4283075"/>
            <a:ext cx="1636713" cy="252413"/>
            <a:chOff x="2256" y="2640"/>
            <a:chExt cx="1632" cy="192"/>
          </a:xfrm>
        </p:grpSpPr>
        <p:sp>
          <p:nvSpPr>
            <p:cNvPr id="177214" name="Rectangle 8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d</a:t>
              </a:r>
            </a:p>
          </p:txBody>
        </p:sp>
        <p:sp>
          <p:nvSpPr>
            <p:cNvPr id="177215" name="Rectangle 83"/>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24</a:t>
              </a:r>
            </a:p>
          </p:txBody>
        </p:sp>
      </p:grpSp>
      <p:sp>
        <p:nvSpPr>
          <p:cNvPr id="177187" name="Freeform 84"/>
          <p:cNvSpPr>
            <a:spLocks/>
          </p:cNvSpPr>
          <p:nvPr/>
        </p:nvSpPr>
        <p:spPr bwMode="auto">
          <a:xfrm>
            <a:off x="2122488" y="3402013"/>
            <a:ext cx="1190625" cy="2266950"/>
          </a:xfrm>
          <a:custGeom>
            <a:avLst/>
            <a:gdLst>
              <a:gd name="T0" fmla="*/ 2147483646 w 1632"/>
              <a:gd name="T1" fmla="*/ 2147483646 h 1728"/>
              <a:gd name="T2" fmla="*/ 2147483646 w 1632"/>
              <a:gd name="T3" fmla="*/ 2147483646 h 1728"/>
              <a:gd name="T4" fmla="*/ 2147483646 w 1632"/>
              <a:gd name="T5" fmla="*/ 0 h 1728"/>
              <a:gd name="T6" fmla="*/ 0 w 1632"/>
              <a:gd name="T7" fmla="*/ 0 h 1728"/>
              <a:gd name="T8" fmla="*/ 0 60000 65536"/>
              <a:gd name="T9" fmla="*/ 0 60000 65536"/>
              <a:gd name="T10" fmla="*/ 0 60000 65536"/>
              <a:gd name="T11" fmla="*/ 0 60000 65536"/>
              <a:gd name="T12" fmla="*/ 0 w 1632"/>
              <a:gd name="T13" fmla="*/ 0 h 1728"/>
              <a:gd name="T14" fmla="*/ 1632 w 1632"/>
              <a:gd name="T15" fmla="*/ 1728 h 1728"/>
            </a:gdLst>
            <a:ahLst/>
            <a:cxnLst>
              <a:cxn ang="T8">
                <a:pos x="T0" y="T1"/>
              </a:cxn>
              <a:cxn ang="T9">
                <a:pos x="T2" y="T3"/>
              </a:cxn>
              <a:cxn ang="T10">
                <a:pos x="T4" y="T5"/>
              </a:cxn>
              <a:cxn ang="T11">
                <a:pos x="T6" y="T7"/>
              </a:cxn>
            </a:cxnLst>
            <a:rect l="T12" t="T13" r="T14" b="T15"/>
            <a:pathLst>
              <a:path w="1632" h="1728">
                <a:moveTo>
                  <a:pt x="1632" y="1728"/>
                </a:moveTo>
                <a:lnTo>
                  <a:pt x="432" y="1728"/>
                </a:lnTo>
                <a:lnTo>
                  <a:pt x="432" y="0"/>
                </a:lnTo>
                <a:lnTo>
                  <a:pt x="0" y="0"/>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7188" name="Freeform 85"/>
          <p:cNvSpPr>
            <a:spLocks/>
          </p:cNvSpPr>
          <p:nvPr/>
        </p:nvSpPr>
        <p:spPr bwMode="auto">
          <a:xfrm>
            <a:off x="2120900" y="3338513"/>
            <a:ext cx="892175" cy="3087687"/>
          </a:xfrm>
          <a:custGeom>
            <a:avLst/>
            <a:gdLst>
              <a:gd name="T0" fmla="*/ 2147483646 w 1344"/>
              <a:gd name="T1" fmla="*/ 2147483646 h 2352"/>
              <a:gd name="T2" fmla="*/ 2147483646 w 1344"/>
              <a:gd name="T3" fmla="*/ 2147483646 h 2352"/>
              <a:gd name="T4" fmla="*/ 2147483646 w 1344"/>
              <a:gd name="T5" fmla="*/ 2147483646 h 2352"/>
              <a:gd name="T6" fmla="*/ 2147483646 w 1344"/>
              <a:gd name="T7" fmla="*/ 0 h 2352"/>
              <a:gd name="T8" fmla="*/ 0 w 1344"/>
              <a:gd name="T9" fmla="*/ 0 h 2352"/>
              <a:gd name="T10" fmla="*/ 0 60000 65536"/>
              <a:gd name="T11" fmla="*/ 0 60000 65536"/>
              <a:gd name="T12" fmla="*/ 0 60000 65536"/>
              <a:gd name="T13" fmla="*/ 0 60000 65536"/>
              <a:gd name="T14" fmla="*/ 0 60000 65536"/>
              <a:gd name="T15" fmla="*/ 0 w 1344"/>
              <a:gd name="T16" fmla="*/ 0 h 2352"/>
              <a:gd name="T17" fmla="*/ 1344 w 1344"/>
              <a:gd name="T18" fmla="*/ 2352 h 2352"/>
            </a:gdLst>
            <a:ahLst/>
            <a:cxnLst>
              <a:cxn ang="T10">
                <a:pos x="T0" y="T1"/>
              </a:cxn>
              <a:cxn ang="T11">
                <a:pos x="T2" y="T3"/>
              </a:cxn>
              <a:cxn ang="T12">
                <a:pos x="T4" y="T5"/>
              </a:cxn>
              <a:cxn ang="T13">
                <a:pos x="T6" y="T7"/>
              </a:cxn>
              <a:cxn ang="T14">
                <a:pos x="T8" y="T9"/>
              </a:cxn>
            </a:cxnLst>
            <a:rect l="T15" t="T16" r="T17" b="T18"/>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11728" name="Freeform 112"/>
          <p:cNvSpPr>
            <a:spLocks/>
          </p:cNvSpPr>
          <p:nvPr/>
        </p:nvSpPr>
        <p:spPr bwMode="auto">
          <a:xfrm>
            <a:off x="2676525" y="4221163"/>
            <a:ext cx="188913" cy="19526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7" name="Group 116"/>
          <p:cNvGrpSpPr>
            <a:grpSpLocks/>
          </p:cNvGrpSpPr>
          <p:nvPr/>
        </p:nvGrpSpPr>
        <p:grpSpPr bwMode="auto">
          <a:xfrm>
            <a:off x="2819645" y="4027890"/>
            <a:ext cx="1636938" cy="251989"/>
            <a:chOff x="2256" y="2640"/>
            <a:chExt cx="1632" cy="192"/>
          </a:xfrm>
          <a:solidFill>
            <a:schemeClr val="tx2">
              <a:lumMod val="40000"/>
              <a:lumOff val="60000"/>
            </a:schemeClr>
          </a:solidFill>
        </p:grpSpPr>
        <p:sp>
          <p:nvSpPr>
            <p:cNvPr id="177212" name="Rectangle 11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17</a:t>
              </a:r>
            </a:p>
          </p:txBody>
        </p:sp>
        <p:sp>
          <p:nvSpPr>
            <p:cNvPr id="177213" name="Rectangle 11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25</a:t>
              </a:r>
            </a:p>
          </p:txBody>
        </p:sp>
      </p:grpSp>
      <p:grpSp>
        <p:nvGrpSpPr>
          <p:cNvPr id="28" name="Group 119"/>
          <p:cNvGrpSpPr>
            <a:grpSpLocks/>
          </p:cNvGrpSpPr>
          <p:nvPr/>
        </p:nvGrpSpPr>
        <p:grpSpPr bwMode="auto">
          <a:xfrm>
            <a:off x="2819645" y="3775901"/>
            <a:ext cx="1636938" cy="251989"/>
            <a:chOff x="2256" y="2640"/>
            <a:chExt cx="1632" cy="192"/>
          </a:xfrm>
          <a:solidFill>
            <a:schemeClr val="tx2">
              <a:lumMod val="40000"/>
              <a:lumOff val="60000"/>
            </a:schemeClr>
          </a:solidFill>
        </p:grpSpPr>
        <p:sp>
          <p:nvSpPr>
            <p:cNvPr id="177210" name="Rectangle 12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11" name="Rectangle 12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26</a:t>
              </a:r>
            </a:p>
          </p:txBody>
        </p:sp>
      </p:grpSp>
      <p:grpSp>
        <p:nvGrpSpPr>
          <p:cNvPr id="29" name="Group 122"/>
          <p:cNvGrpSpPr>
            <a:grpSpLocks/>
          </p:cNvGrpSpPr>
          <p:nvPr/>
        </p:nvGrpSpPr>
        <p:grpSpPr bwMode="auto">
          <a:xfrm>
            <a:off x="2819645" y="3523912"/>
            <a:ext cx="1636938" cy="251989"/>
            <a:chOff x="2256" y="2640"/>
            <a:chExt cx="1632" cy="192"/>
          </a:xfrm>
          <a:solidFill>
            <a:schemeClr val="tx2">
              <a:lumMod val="40000"/>
              <a:lumOff val="60000"/>
            </a:schemeClr>
          </a:solidFill>
        </p:grpSpPr>
        <p:sp>
          <p:nvSpPr>
            <p:cNvPr id="177208" name="Rectangle 12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77209" name="Rectangle 12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27</a:t>
              </a:r>
            </a:p>
          </p:txBody>
        </p:sp>
      </p:grpSp>
      <p:grpSp>
        <p:nvGrpSpPr>
          <p:cNvPr id="30" name="Group 125"/>
          <p:cNvGrpSpPr>
            <a:grpSpLocks/>
          </p:cNvGrpSpPr>
          <p:nvPr/>
        </p:nvGrpSpPr>
        <p:grpSpPr bwMode="auto">
          <a:xfrm>
            <a:off x="2819645" y="3271922"/>
            <a:ext cx="1636938" cy="251989"/>
            <a:chOff x="2256" y="2640"/>
            <a:chExt cx="1632" cy="192"/>
          </a:xfrm>
          <a:solidFill>
            <a:schemeClr val="tx2">
              <a:lumMod val="40000"/>
              <a:lumOff val="60000"/>
            </a:schemeClr>
          </a:solidFill>
        </p:grpSpPr>
        <p:sp>
          <p:nvSpPr>
            <p:cNvPr id="177206" name="Rectangle 12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07" name="Rectangle 12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28</a:t>
              </a:r>
            </a:p>
          </p:txBody>
        </p:sp>
      </p:grpSp>
      <p:grpSp>
        <p:nvGrpSpPr>
          <p:cNvPr id="31" name="Group 128"/>
          <p:cNvGrpSpPr>
            <a:grpSpLocks/>
          </p:cNvGrpSpPr>
          <p:nvPr/>
        </p:nvGrpSpPr>
        <p:grpSpPr bwMode="auto">
          <a:xfrm>
            <a:off x="2819645" y="3019933"/>
            <a:ext cx="1636938" cy="251989"/>
            <a:chOff x="2256" y="2640"/>
            <a:chExt cx="1632" cy="192"/>
          </a:xfrm>
          <a:solidFill>
            <a:schemeClr val="tx2">
              <a:lumMod val="40000"/>
              <a:lumOff val="60000"/>
            </a:schemeClr>
          </a:solidFill>
        </p:grpSpPr>
        <p:sp>
          <p:nvSpPr>
            <p:cNvPr id="177204" name="Rectangle 12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b</a:t>
              </a:r>
              <a:r>
                <a:rPr kumimoji="1" lang="zh-CN" altLang="en-US" sz="1652" b="1">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77205" name="Rectangle 13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29</a:t>
              </a:r>
            </a:p>
          </p:txBody>
        </p:sp>
      </p:grpSp>
      <p:grpSp>
        <p:nvGrpSpPr>
          <p:cNvPr id="89088" name="Group 131"/>
          <p:cNvGrpSpPr>
            <a:grpSpLocks/>
          </p:cNvGrpSpPr>
          <p:nvPr/>
        </p:nvGrpSpPr>
        <p:grpSpPr bwMode="auto">
          <a:xfrm>
            <a:off x="2819645" y="2767944"/>
            <a:ext cx="1636938" cy="251989"/>
            <a:chOff x="2256" y="2640"/>
            <a:chExt cx="1632" cy="192"/>
          </a:xfrm>
          <a:solidFill>
            <a:schemeClr val="tx2">
              <a:lumMod val="40000"/>
              <a:lumOff val="60000"/>
            </a:schemeClr>
          </a:solidFill>
        </p:grpSpPr>
        <p:sp>
          <p:nvSpPr>
            <p:cNvPr id="177202" name="Rectangle 13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7203" name="Rectangle 13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30</a:t>
              </a:r>
            </a:p>
          </p:txBody>
        </p:sp>
      </p:grpSp>
      <p:sp>
        <p:nvSpPr>
          <p:cNvPr id="111750" name="Line 134"/>
          <p:cNvSpPr>
            <a:spLocks noChangeShapeType="1"/>
          </p:cNvSpPr>
          <p:nvPr/>
        </p:nvSpPr>
        <p:spPr bwMode="auto">
          <a:xfrm flipH="1">
            <a:off x="2317750" y="3660775"/>
            <a:ext cx="1011238" cy="1588"/>
          </a:xfrm>
          <a:prstGeom prst="line">
            <a:avLst/>
          </a:prstGeom>
          <a:noFill/>
          <a:ln w="19050">
            <a:solidFill>
              <a:srgbClr val="0000FF"/>
            </a:solidFill>
            <a:round/>
            <a:headEnd/>
            <a:tailEnd type="none"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549909" name="Group 2"/>
          <p:cNvGrpSpPr>
            <a:grpSpLocks/>
          </p:cNvGrpSpPr>
          <p:nvPr/>
        </p:nvGrpSpPr>
        <p:grpSpPr bwMode="auto">
          <a:xfrm>
            <a:off x="488950" y="6048375"/>
            <a:ext cx="1636713" cy="250825"/>
            <a:chOff x="2256" y="2640"/>
            <a:chExt cx="1632" cy="192"/>
          </a:xfrm>
        </p:grpSpPr>
        <p:sp>
          <p:nvSpPr>
            <p:cNvPr id="117" name="Rectangle 3"/>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18" name="Rectangle 4"/>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grpSp>
      <p:grpSp>
        <p:nvGrpSpPr>
          <p:cNvPr id="549910" name="Group 5"/>
          <p:cNvGrpSpPr>
            <a:grpSpLocks/>
          </p:cNvGrpSpPr>
          <p:nvPr/>
        </p:nvGrpSpPr>
        <p:grpSpPr bwMode="auto">
          <a:xfrm>
            <a:off x="488950" y="5795963"/>
            <a:ext cx="1636713" cy="252412"/>
            <a:chOff x="2256" y="2640"/>
            <a:chExt cx="1632" cy="192"/>
          </a:xfrm>
        </p:grpSpPr>
        <p:sp>
          <p:nvSpPr>
            <p:cNvPr id="120" name="Rectangle 6"/>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21" name="Rectangle 7"/>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a:t>
              </a:r>
            </a:p>
          </p:txBody>
        </p:sp>
      </p:grpSp>
      <p:grpSp>
        <p:nvGrpSpPr>
          <p:cNvPr id="549911" name="Group 8"/>
          <p:cNvGrpSpPr>
            <a:grpSpLocks/>
          </p:cNvGrpSpPr>
          <p:nvPr/>
        </p:nvGrpSpPr>
        <p:grpSpPr bwMode="auto">
          <a:xfrm>
            <a:off x="488950" y="5543550"/>
            <a:ext cx="1636713" cy="252413"/>
            <a:chOff x="2256" y="2640"/>
            <a:chExt cx="1632" cy="192"/>
          </a:xfrm>
        </p:grpSpPr>
        <p:sp>
          <p:nvSpPr>
            <p:cNvPr id="123" name="Rectangle 9"/>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24" name="Rectangle 10"/>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2</a:t>
              </a:r>
            </a:p>
          </p:txBody>
        </p:sp>
      </p:grpSp>
      <p:grpSp>
        <p:nvGrpSpPr>
          <p:cNvPr id="549912" name="Group 11"/>
          <p:cNvGrpSpPr>
            <a:grpSpLocks/>
          </p:cNvGrpSpPr>
          <p:nvPr/>
        </p:nvGrpSpPr>
        <p:grpSpPr bwMode="auto">
          <a:xfrm>
            <a:off x="488950" y="5291138"/>
            <a:ext cx="1636713" cy="252412"/>
            <a:chOff x="2256" y="2640"/>
            <a:chExt cx="1632" cy="192"/>
          </a:xfrm>
        </p:grpSpPr>
        <p:sp>
          <p:nvSpPr>
            <p:cNvPr id="126" name="Rectangle 12"/>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a</a:t>
              </a:r>
            </a:p>
          </p:txBody>
        </p:sp>
        <p:sp>
          <p:nvSpPr>
            <p:cNvPr id="127" name="Rectangle 13"/>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3</a:t>
              </a:r>
            </a:p>
          </p:txBody>
        </p:sp>
      </p:grpSp>
      <p:grpSp>
        <p:nvGrpSpPr>
          <p:cNvPr id="549913" name="Group 14"/>
          <p:cNvGrpSpPr>
            <a:grpSpLocks/>
          </p:cNvGrpSpPr>
          <p:nvPr/>
        </p:nvGrpSpPr>
        <p:grpSpPr bwMode="auto">
          <a:xfrm>
            <a:off x="488950" y="5040313"/>
            <a:ext cx="1636713" cy="250825"/>
            <a:chOff x="2256" y="2640"/>
            <a:chExt cx="1632" cy="192"/>
          </a:xfrm>
        </p:grpSpPr>
        <p:sp>
          <p:nvSpPr>
            <p:cNvPr id="129" name="Rectangle 15"/>
            <p:cNvSpPr>
              <a:spLocks noChangeArrowheads="1"/>
            </p:cNvSpPr>
            <p:nvPr/>
          </p:nvSpPr>
          <p:spPr bwMode="auto">
            <a:xfrm>
              <a:off x="2592" y="2640"/>
              <a:ext cx="1296" cy="192"/>
            </a:xfrm>
            <a:prstGeom prst="rect">
              <a:avLst/>
            </a:prstGeom>
            <a:solidFill>
              <a:srgbClr val="FFCC99"/>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x</a:t>
              </a:r>
            </a:p>
          </p:txBody>
        </p:sp>
        <p:sp>
          <p:nvSpPr>
            <p:cNvPr id="130" name="Rectangle 16"/>
            <p:cNvSpPr>
              <a:spLocks noChangeArrowheads="1"/>
            </p:cNvSpPr>
            <p:nvPr/>
          </p:nvSpPr>
          <p:spPr bwMode="auto">
            <a:xfrm>
              <a:off x="2256" y="2640"/>
              <a:ext cx="336" cy="192"/>
            </a:xfrm>
            <a:prstGeom prst="rect">
              <a:avLst/>
            </a:prstGeom>
            <a:solidFill>
              <a:srgbClr val="FFCC99"/>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4</a:t>
              </a:r>
            </a:p>
          </p:txBody>
        </p:sp>
      </p:grpSp>
      <p:grpSp>
        <p:nvGrpSpPr>
          <p:cNvPr id="549914" name="Group 17"/>
          <p:cNvGrpSpPr>
            <a:grpSpLocks/>
          </p:cNvGrpSpPr>
          <p:nvPr/>
        </p:nvGrpSpPr>
        <p:grpSpPr bwMode="auto">
          <a:xfrm>
            <a:off x="488950" y="4787900"/>
            <a:ext cx="1636713" cy="252413"/>
            <a:chOff x="2256" y="2640"/>
            <a:chExt cx="1632" cy="192"/>
          </a:xfrm>
        </p:grpSpPr>
        <p:sp>
          <p:nvSpPr>
            <p:cNvPr id="132" name="Rectangle 18"/>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33" name="Rectangle 19"/>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5</a:t>
              </a:r>
            </a:p>
          </p:txBody>
        </p:sp>
      </p:grpSp>
      <p:grpSp>
        <p:nvGrpSpPr>
          <p:cNvPr id="549915" name="Group 20"/>
          <p:cNvGrpSpPr>
            <a:grpSpLocks/>
          </p:cNvGrpSpPr>
          <p:nvPr/>
        </p:nvGrpSpPr>
        <p:grpSpPr bwMode="auto">
          <a:xfrm>
            <a:off x="488950" y="4535488"/>
            <a:ext cx="1636713" cy="252412"/>
            <a:chOff x="2256" y="2640"/>
            <a:chExt cx="1632" cy="192"/>
          </a:xfrm>
        </p:grpSpPr>
        <p:sp>
          <p:nvSpPr>
            <p:cNvPr id="135" name="Rectangle 21"/>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p>
          </p:txBody>
        </p:sp>
        <p:sp>
          <p:nvSpPr>
            <p:cNvPr id="136" name="Rectangle 22"/>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6</a:t>
              </a:r>
            </a:p>
          </p:txBody>
        </p:sp>
      </p:grpSp>
      <p:grpSp>
        <p:nvGrpSpPr>
          <p:cNvPr id="549916" name="Group 23"/>
          <p:cNvGrpSpPr>
            <a:grpSpLocks/>
          </p:cNvGrpSpPr>
          <p:nvPr/>
        </p:nvGrpSpPr>
        <p:grpSpPr bwMode="auto">
          <a:xfrm>
            <a:off x="488950" y="4283075"/>
            <a:ext cx="1636713" cy="252413"/>
            <a:chOff x="2256" y="2640"/>
            <a:chExt cx="1632" cy="192"/>
          </a:xfrm>
        </p:grpSpPr>
        <p:sp>
          <p:nvSpPr>
            <p:cNvPr id="138" name="Rectangle 24"/>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0</a:t>
              </a:r>
            </a:p>
          </p:txBody>
        </p:sp>
        <p:sp>
          <p:nvSpPr>
            <p:cNvPr id="139" name="Rectangle 25"/>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7</a:t>
              </a:r>
            </a:p>
          </p:txBody>
        </p:sp>
      </p:grpSp>
      <p:grpSp>
        <p:nvGrpSpPr>
          <p:cNvPr id="549917" name="Group 26"/>
          <p:cNvGrpSpPr>
            <a:grpSpLocks/>
          </p:cNvGrpSpPr>
          <p:nvPr/>
        </p:nvGrpSpPr>
        <p:grpSpPr bwMode="auto">
          <a:xfrm>
            <a:off x="488950" y="4032250"/>
            <a:ext cx="1636713" cy="250825"/>
            <a:chOff x="2256" y="2640"/>
            <a:chExt cx="1632" cy="192"/>
          </a:xfrm>
        </p:grpSpPr>
        <p:sp>
          <p:nvSpPr>
            <p:cNvPr id="141" name="Rectangle 27"/>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dirty="0">
                  <a:solidFill>
                    <a:prstClr val="black"/>
                  </a:solidFill>
                  <a:latin typeface="Times New Roman" panose="02020603050405020304" pitchFamily="18" charset="0"/>
                  <a:ea typeface="宋体" panose="02010600030101010101" pitchFamily="2" charset="-122"/>
                  <a:cs typeface="+mn-cs"/>
                </a:rPr>
                <a:t>0(形参个数)</a:t>
              </a:r>
            </a:p>
          </p:txBody>
        </p:sp>
        <p:sp>
          <p:nvSpPr>
            <p:cNvPr id="142" name="Rectangle 28"/>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8</a:t>
              </a:r>
            </a:p>
          </p:txBody>
        </p:sp>
      </p:grpSp>
      <p:grpSp>
        <p:nvGrpSpPr>
          <p:cNvPr id="549918" name="Group 29"/>
          <p:cNvGrpSpPr>
            <a:grpSpLocks/>
          </p:cNvGrpSpPr>
          <p:nvPr/>
        </p:nvGrpSpPr>
        <p:grpSpPr bwMode="auto">
          <a:xfrm>
            <a:off x="488950" y="3779838"/>
            <a:ext cx="1636713" cy="252412"/>
            <a:chOff x="2256" y="2640"/>
            <a:chExt cx="1632" cy="192"/>
          </a:xfrm>
        </p:grpSpPr>
        <p:sp>
          <p:nvSpPr>
            <p:cNvPr id="144" name="Rectangle 30"/>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c</a:t>
              </a:r>
            </a:p>
          </p:txBody>
        </p:sp>
        <p:sp>
          <p:nvSpPr>
            <p:cNvPr id="145" name="Rectangle 31"/>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9</a:t>
              </a:r>
            </a:p>
          </p:txBody>
        </p:sp>
      </p:grpSp>
      <p:grpSp>
        <p:nvGrpSpPr>
          <p:cNvPr id="549919" name="Group 32"/>
          <p:cNvGrpSpPr>
            <a:grpSpLocks/>
          </p:cNvGrpSpPr>
          <p:nvPr/>
        </p:nvGrpSpPr>
        <p:grpSpPr bwMode="auto">
          <a:xfrm>
            <a:off x="488950" y="3527425"/>
            <a:ext cx="1636713" cy="252413"/>
            <a:chOff x="2256" y="2640"/>
            <a:chExt cx="1632" cy="192"/>
          </a:xfrm>
        </p:grpSpPr>
        <p:sp>
          <p:nvSpPr>
            <p:cNvPr id="147" name="Rectangle 33"/>
            <p:cNvSpPr>
              <a:spLocks noChangeArrowheads="1"/>
            </p:cNvSpPr>
            <p:nvPr/>
          </p:nvSpPr>
          <p:spPr bwMode="auto">
            <a:xfrm>
              <a:off x="2592" y="2640"/>
              <a:ext cx="1296" cy="192"/>
            </a:xfrm>
            <a:prstGeom prst="rect">
              <a:avLst/>
            </a:prstGeom>
            <a:solidFill>
              <a:srgbClr val="CCFFFF"/>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48" name="Rectangle 34"/>
            <p:cNvSpPr>
              <a:spLocks noChangeArrowheads="1"/>
            </p:cNvSpPr>
            <p:nvPr/>
          </p:nvSpPr>
          <p:spPr bwMode="auto">
            <a:xfrm>
              <a:off x="2256" y="2640"/>
              <a:ext cx="336" cy="192"/>
            </a:xfrm>
            <a:prstGeom prst="rect">
              <a:avLst/>
            </a:prstGeom>
            <a:solidFill>
              <a:srgbClr val="CCFFFF"/>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10</a:t>
              </a:r>
            </a:p>
          </p:txBody>
        </p:sp>
      </p:grpSp>
      <p:sp>
        <p:nvSpPr>
          <p:cNvPr id="149" name="Rectangle 35"/>
          <p:cNvSpPr>
            <a:spLocks noChangeArrowheads="1"/>
          </p:cNvSpPr>
          <p:nvPr/>
        </p:nvSpPr>
        <p:spPr bwMode="auto">
          <a:xfrm>
            <a:off x="-33338" y="6297613"/>
            <a:ext cx="1069976"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动态链</a:t>
            </a:r>
          </a:p>
        </p:txBody>
      </p:sp>
      <p:sp>
        <p:nvSpPr>
          <p:cNvPr id="150" name="Freeform 36"/>
          <p:cNvSpPr>
            <a:spLocks/>
          </p:cNvSpPr>
          <p:nvPr/>
        </p:nvSpPr>
        <p:spPr bwMode="auto">
          <a:xfrm>
            <a:off x="346075" y="4913313"/>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51" name="Rectangle 37"/>
          <p:cNvSpPr>
            <a:spLocks noChangeArrowheads="1"/>
          </p:cNvSpPr>
          <p:nvPr/>
        </p:nvSpPr>
        <p:spPr bwMode="auto">
          <a:xfrm>
            <a:off x="1592263" y="6294438"/>
            <a:ext cx="10715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b="1" dirty="0">
                <a:solidFill>
                  <a:prstClr val="black"/>
                </a:solidFill>
                <a:latin typeface="Times New Roman" panose="02020603050405020304" pitchFamily="18" charset="0"/>
                <a:ea typeface="宋体" panose="02010600030101010101" pitchFamily="2" charset="-122"/>
                <a:cs typeface="+mn-cs"/>
              </a:rPr>
              <a:t>静态链</a:t>
            </a:r>
          </a:p>
        </p:txBody>
      </p:sp>
      <p:sp>
        <p:nvSpPr>
          <p:cNvPr id="152" name="Freeform 38"/>
          <p:cNvSpPr>
            <a:spLocks/>
          </p:cNvSpPr>
          <p:nvPr/>
        </p:nvSpPr>
        <p:spPr bwMode="auto">
          <a:xfrm>
            <a:off x="2127250" y="4410075"/>
            <a:ext cx="177800" cy="1763713"/>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153" name="Group 40"/>
          <p:cNvGrpSpPr>
            <a:grpSpLocks/>
          </p:cNvGrpSpPr>
          <p:nvPr/>
        </p:nvGrpSpPr>
        <p:grpSpPr bwMode="auto">
          <a:xfrm>
            <a:off x="488758" y="3275859"/>
            <a:ext cx="1636938" cy="251989"/>
            <a:chOff x="2256" y="2640"/>
            <a:chExt cx="1632" cy="192"/>
          </a:xfrm>
          <a:solidFill>
            <a:schemeClr val="tx2">
              <a:lumMod val="40000"/>
              <a:lumOff val="60000"/>
            </a:schemeClr>
          </a:solidFill>
        </p:grpSpPr>
        <p:sp>
          <p:nvSpPr>
            <p:cNvPr id="154" name="Rectangle 4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5</a:t>
              </a:r>
            </a:p>
          </p:txBody>
        </p:sp>
        <p:sp>
          <p:nvSpPr>
            <p:cNvPr id="155" name="Rectangle 4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11</a:t>
              </a:r>
            </a:p>
          </p:txBody>
        </p:sp>
      </p:grpSp>
      <p:grpSp>
        <p:nvGrpSpPr>
          <p:cNvPr id="156" name="Group 43"/>
          <p:cNvGrpSpPr>
            <a:grpSpLocks/>
          </p:cNvGrpSpPr>
          <p:nvPr/>
        </p:nvGrpSpPr>
        <p:grpSpPr bwMode="auto">
          <a:xfrm>
            <a:off x="488758" y="3023868"/>
            <a:ext cx="1636938" cy="251989"/>
            <a:chOff x="2256" y="2640"/>
            <a:chExt cx="1632" cy="192"/>
          </a:xfrm>
          <a:solidFill>
            <a:schemeClr val="tx2">
              <a:lumMod val="40000"/>
              <a:lumOff val="60000"/>
            </a:schemeClr>
          </a:solidFill>
        </p:grpSpPr>
        <p:sp>
          <p:nvSpPr>
            <p:cNvPr id="157" name="Rectangle 4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58" name="Rectangle 4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12</a:t>
              </a:r>
            </a:p>
          </p:txBody>
        </p:sp>
      </p:grpSp>
      <p:grpSp>
        <p:nvGrpSpPr>
          <p:cNvPr id="159" name="Group 46"/>
          <p:cNvGrpSpPr>
            <a:grpSpLocks/>
          </p:cNvGrpSpPr>
          <p:nvPr/>
        </p:nvGrpSpPr>
        <p:grpSpPr bwMode="auto">
          <a:xfrm>
            <a:off x="488758" y="2771880"/>
            <a:ext cx="1636938" cy="251989"/>
            <a:chOff x="2256" y="2640"/>
            <a:chExt cx="1632" cy="192"/>
          </a:xfrm>
          <a:solidFill>
            <a:schemeClr val="tx2">
              <a:lumMod val="40000"/>
              <a:lumOff val="60000"/>
            </a:schemeClr>
          </a:solidFill>
        </p:grpSpPr>
        <p:sp>
          <p:nvSpPr>
            <p:cNvPr id="160" name="Rectangle 4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0</a:t>
              </a:r>
            </a:p>
          </p:txBody>
        </p:sp>
        <p:sp>
          <p:nvSpPr>
            <p:cNvPr id="161" name="Rectangle 4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13</a:t>
              </a:r>
            </a:p>
          </p:txBody>
        </p:sp>
      </p:grpSp>
      <p:grpSp>
        <p:nvGrpSpPr>
          <p:cNvPr id="162" name="Group 49"/>
          <p:cNvGrpSpPr>
            <a:grpSpLocks/>
          </p:cNvGrpSpPr>
          <p:nvPr/>
        </p:nvGrpSpPr>
        <p:grpSpPr bwMode="auto">
          <a:xfrm>
            <a:off x="488758" y="2519891"/>
            <a:ext cx="1636938" cy="251989"/>
            <a:chOff x="2256" y="2640"/>
            <a:chExt cx="1632" cy="192"/>
          </a:xfrm>
          <a:solidFill>
            <a:schemeClr val="tx2">
              <a:lumMod val="40000"/>
              <a:lumOff val="60000"/>
            </a:schemeClr>
          </a:solidFill>
        </p:grpSpPr>
        <p:sp>
          <p:nvSpPr>
            <p:cNvPr id="163" name="Rectangle 5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2" b="1">
                <a:solidFill>
                  <a:prstClr val="black"/>
                </a:solidFill>
                <a:latin typeface="Times New Roman" panose="02020603050405020304" pitchFamily="18" charset="0"/>
                <a:ea typeface="宋体" panose="02010600030101010101" pitchFamily="2" charset="-122"/>
                <a:cs typeface="+mn-cs"/>
              </a:endParaRPr>
            </a:p>
          </p:txBody>
        </p:sp>
        <p:sp>
          <p:nvSpPr>
            <p:cNvPr id="164" name="Rectangle 5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14</a:t>
              </a:r>
            </a:p>
          </p:txBody>
        </p:sp>
      </p:grpSp>
      <p:grpSp>
        <p:nvGrpSpPr>
          <p:cNvPr id="165" name="Group 52"/>
          <p:cNvGrpSpPr>
            <a:grpSpLocks/>
          </p:cNvGrpSpPr>
          <p:nvPr/>
        </p:nvGrpSpPr>
        <p:grpSpPr bwMode="auto">
          <a:xfrm>
            <a:off x="488758" y="2267902"/>
            <a:ext cx="1636938" cy="251989"/>
            <a:chOff x="2256" y="2640"/>
            <a:chExt cx="1632" cy="192"/>
          </a:xfrm>
          <a:solidFill>
            <a:schemeClr val="tx2">
              <a:lumMod val="40000"/>
              <a:lumOff val="60000"/>
            </a:schemeClr>
          </a:solidFill>
        </p:grpSpPr>
        <p:sp>
          <p:nvSpPr>
            <p:cNvPr id="166"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dirty="0">
                  <a:solidFill>
                    <a:prstClr val="black"/>
                  </a:solidFill>
                  <a:latin typeface="Times New Roman" panose="02020603050405020304" pitchFamily="18" charset="0"/>
                  <a:ea typeface="宋体" panose="02010600030101010101" pitchFamily="2" charset="-122"/>
                  <a:cs typeface="+mn-cs"/>
                </a:rPr>
                <a:t>b</a:t>
              </a:r>
              <a:r>
                <a:rPr kumimoji="1" lang="zh-CN" altLang="en-US" sz="1652" b="1" dirty="0">
                  <a:solidFill>
                    <a:prstClr val="black"/>
                  </a:solidFill>
                  <a:latin typeface="Times New Roman" panose="02020603050405020304" pitchFamily="18" charset="0"/>
                  <a:ea typeface="宋体" panose="02010600030101010101" pitchFamily="2" charset="-122"/>
                  <a:cs typeface="+mn-cs"/>
                </a:rPr>
                <a:t>(形参)</a:t>
              </a:r>
              <a:endParaRPr kumimoji="1" lang="en-US" altLang="zh-CN" sz="1652" b="1" dirty="0">
                <a:solidFill>
                  <a:prstClr val="black"/>
                </a:solidFill>
                <a:latin typeface="Times New Roman" panose="02020603050405020304" pitchFamily="18" charset="0"/>
                <a:ea typeface="宋体" panose="02010600030101010101" pitchFamily="2" charset="-122"/>
                <a:cs typeface="+mn-cs"/>
              </a:endParaRPr>
            </a:p>
          </p:txBody>
        </p:sp>
        <p:sp>
          <p:nvSpPr>
            <p:cNvPr id="167" name="Rectangle 5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15</a:t>
              </a:r>
            </a:p>
          </p:txBody>
        </p:sp>
      </p:grpSp>
      <p:grpSp>
        <p:nvGrpSpPr>
          <p:cNvPr id="168" name="Group 55"/>
          <p:cNvGrpSpPr>
            <a:grpSpLocks/>
          </p:cNvGrpSpPr>
          <p:nvPr/>
        </p:nvGrpSpPr>
        <p:grpSpPr bwMode="auto">
          <a:xfrm>
            <a:off x="488758" y="2015913"/>
            <a:ext cx="1636938" cy="251989"/>
            <a:chOff x="2256" y="2640"/>
            <a:chExt cx="1632" cy="192"/>
          </a:xfrm>
          <a:solidFill>
            <a:schemeClr val="tx2">
              <a:lumMod val="40000"/>
              <a:lumOff val="60000"/>
            </a:schemeClr>
          </a:solidFill>
        </p:grpSpPr>
        <p:sp>
          <p:nvSpPr>
            <p:cNvPr id="169"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2" b="1">
                  <a:solidFill>
                    <a:prstClr val="black"/>
                  </a:solidFill>
                  <a:latin typeface="Times New Roman" panose="02020603050405020304" pitchFamily="18" charset="0"/>
                  <a:ea typeface="宋体" panose="02010600030101010101" pitchFamily="2" charset="-122"/>
                  <a:cs typeface="+mn-cs"/>
                </a:rPr>
                <a:t>i</a:t>
              </a:r>
            </a:p>
          </p:txBody>
        </p:sp>
        <p:sp>
          <p:nvSpPr>
            <p:cNvPr id="170" name="Rectangle 5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2" b="1">
                  <a:solidFill>
                    <a:prstClr val="black"/>
                  </a:solidFill>
                  <a:latin typeface="Times New Roman" panose="02020603050405020304" pitchFamily="18" charset="0"/>
                  <a:ea typeface="宋体" panose="02010600030101010101" pitchFamily="2" charset="-122"/>
                  <a:cs typeface="+mn-cs"/>
                </a:rPr>
                <a:t>16</a:t>
              </a:r>
            </a:p>
          </p:txBody>
        </p:sp>
      </p:grpSp>
      <p:sp>
        <p:nvSpPr>
          <p:cNvPr id="171" name="Freeform 58"/>
          <p:cNvSpPr>
            <a:spLocks/>
          </p:cNvSpPr>
          <p:nvPr/>
        </p:nvSpPr>
        <p:spPr bwMode="auto">
          <a:xfrm>
            <a:off x="342900" y="3362325"/>
            <a:ext cx="188913" cy="1549400"/>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2" name="Freeform 59"/>
          <p:cNvSpPr>
            <a:spLocks/>
          </p:cNvSpPr>
          <p:nvPr/>
        </p:nvSpPr>
        <p:spPr bwMode="auto">
          <a:xfrm>
            <a:off x="2127250" y="2897188"/>
            <a:ext cx="177800" cy="3276600"/>
          </a:xfrm>
          <a:custGeom>
            <a:avLst/>
            <a:gdLst>
              <a:gd name="T0" fmla="*/ 0 w 288"/>
              <a:gd name="T1" fmla="*/ 0 h 1344"/>
              <a:gd name="T2" fmla="*/ 2147483646 w 288"/>
              <a:gd name="T3" fmla="*/ 0 h 1344"/>
              <a:gd name="T4" fmla="*/ 2147483646 w 288"/>
              <a:gd name="T5" fmla="*/ 2147483646 h 1344"/>
              <a:gd name="T6" fmla="*/ 0 w 288"/>
              <a:gd name="T7" fmla="*/ 2147483646 h 1344"/>
              <a:gd name="T8" fmla="*/ 0 60000 65536"/>
              <a:gd name="T9" fmla="*/ 0 60000 65536"/>
              <a:gd name="T10" fmla="*/ 0 60000 65536"/>
              <a:gd name="T11" fmla="*/ 0 60000 65536"/>
              <a:gd name="T12" fmla="*/ 0 w 288"/>
              <a:gd name="T13" fmla="*/ 0 h 1344"/>
              <a:gd name="T14" fmla="*/ 288 w 288"/>
              <a:gd name="T15" fmla="*/ 1344 h 1344"/>
            </a:gdLst>
            <a:ahLst/>
            <a:cxnLst>
              <a:cxn ang="T8">
                <a:pos x="T0" y="T1"/>
              </a:cxn>
              <a:cxn ang="T9">
                <a:pos x="T2" y="T3"/>
              </a:cxn>
              <a:cxn ang="T10">
                <a:pos x="T4" y="T5"/>
              </a:cxn>
              <a:cxn ang="T11">
                <a:pos x="T6" y="T7"/>
              </a:cxn>
            </a:cxnLst>
            <a:rect l="T12" t="T13" r="T14" b="T15"/>
            <a:pathLst>
              <a:path w="288" h="1344">
                <a:moveTo>
                  <a:pt x="0" y="0"/>
                </a:moveTo>
                <a:lnTo>
                  <a:pt x="288" y="0"/>
                </a:lnTo>
                <a:lnTo>
                  <a:pt x="288" y="1344"/>
                </a:lnTo>
                <a:lnTo>
                  <a:pt x="0" y="1344"/>
                </a:lnTo>
              </a:path>
            </a:pathLst>
          </a:custGeom>
          <a:noFill/>
          <a:ln w="19050" cap="flat" cmpd="sng">
            <a:solidFill>
              <a:srgbClr val="0000FF"/>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79" name="文本框 178"/>
          <p:cNvSpPr txBox="1"/>
          <p:nvPr/>
        </p:nvSpPr>
        <p:spPr>
          <a:xfrm>
            <a:off x="160338" y="1054100"/>
            <a:ext cx="1411287" cy="500063"/>
          </a:xfrm>
          <a:prstGeom prst="rect">
            <a:avLst/>
          </a:prstGeom>
          <a:noFill/>
        </p:spPr>
        <p:txBody>
          <a:bodyPr wrap="none">
            <a:spAutoFit/>
          </a:bodyPr>
          <a:lstStyle/>
          <a:p>
            <a:pPr defTabSz="503972" eaLnBrk="1" fontAlgn="auto" hangingPunct="1">
              <a:spcBef>
                <a:spcPts val="0"/>
              </a:spcBef>
              <a:spcAft>
                <a:spcPts val="0"/>
              </a:spcAft>
              <a:defRPr/>
            </a:pPr>
            <a:r>
              <a:rPr lang="zh-CN" altLang="en-US"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主程序</a:t>
            </a:r>
            <a:r>
              <a:rPr lang="en-US" altLang="zh-CN" sz="2644" dirty="0">
                <a:solidFill>
                  <a:srgbClr val="CC6600"/>
                </a:solidFill>
                <a:latin typeface="微软雅黑" panose="020B0503020204020204" pitchFamily="34" charset="-122"/>
                <a:ea typeface="微软雅黑" panose="020B0503020204020204" pitchFamily="34" charset="-122"/>
                <a:cs typeface="+mn-cs"/>
                <a:sym typeface="Symbol" panose="05050102010706020507" pitchFamily="18" charset="2"/>
              </a:rPr>
              <a:t>P</a:t>
            </a:r>
            <a:endParaRPr lang="zh-CN" altLang="en-US" sz="1488" dirty="0">
              <a:solidFill>
                <a:prstClr val="black"/>
              </a:solidFill>
              <a:latin typeface="Arial" panose="020B0604020202020204"/>
              <a:ea typeface="黑体" panose="02010609060101010101" pitchFamily="49" charset="-122"/>
              <a:cs typeface="+mn-cs"/>
            </a:endParaRPr>
          </a:p>
        </p:txBody>
      </p:sp>
      <p:sp>
        <p:nvSpPr>
          <p:cNvPr id="180" name="文本框 179"/>
          <p:cNvSpPr txBox="1"/>
          <p:nvPr/>
        </p:nvSpPr>
        <p:spPr>
          <a:xfrm>
            <a:off x="1411288" y="1049338"/>
            <a:ext cx="14954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B0F0"/>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B0F0"/>
                </a:solidFill>
                <a:latin typeface="微软雅黑" panose="020B0503020204020204" pitchFamily="34" charset="-122"/>
                <a:ea typeface="微软雅黑" panose="020B0503020204020204" pitchFamily="34" charset="-122"/>
                <a:cs typeface="+mn-cs"/>
              </a:rPr>
              <a:t> </a:t>
            </a:r>
            <a:r>
              <a:rPr lang="en-US" altLang="zh-CN" sz="2644" dirty="0">
                <a:solidFill>
                  <a:srgbClr val="00B0F0"/>
                </a:solidFill>
                <a:latin typeface="微软雅黑" panose="020B0503020204020204" pitchFamily="34" charset="-122"/>
                <a:ea typeface="微软雅黑" panose="020B0503020204020204" pitchFamily="34" charset="-122"/>
                <a:cs typeface="+mn-cs"/>
              </a:rPr>
              <a:t>S</a:t>
            </a:r>
            <a:endParaRPr lang="zh-CN" altLang="en-US" sz="1488" dirty="0">
              <a:solidFill>
                <a:srgbClr val="00B0F0"/>
              </a:solidFill>
              <a:latin typeface="Arial" panose="020B0604020202020204"/>
              <a:ea typeface="黑体" panose="02010609060101010101" pitchFamily="49" charset="-122"/>
              <a:cs typeface="+mn-cs"/>
            </a:endParaRPr>
          </a:p>
        </p:txBody>
      </p:sp>
      <p:sp>
        <p:nvSpPr>
          <p:cNvPr id="181" name="文本框 180"/>
          <p:cNvSpPr txBox="1"/>
          <p:nvPr/>
        </p:nvSpPr>
        <p:spPr>
          <a:xfrm>
            <a:off x="2741613" y="1050925"/>
            <a:ext cx="1576387"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6600CC"/>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6600CC"/>
                </a:solidFill>
                <a:latin typeface="微软雅黑" panose="020B0503020204020204" pitchFamily="34" charset="-122"/>
                <a:ea typeface="微软雅黑" panose="020B0503020204020204" pitchFamily="34" charset="-122"/>
                <a:cs typeface="+mn-cs"/>
              </a:rPr>
              <a:t> </a:t>
            </a:r>
            <a:r>
              <a:rPr lang="en-US" altLang="zh-CN" sz="2644" dirty="0">
                <a:solidFill>
                  <a:srgbClr val="6600CC"/>
                </a:solidFill>
                <a:latin typeface="微软雅黑" panose="020B0503020204020204" pitchFamily="34" charset="-122"/>
                <a:ea typeface="微软雅黑" panose="020B0503020204020204" pitchFamily="34" charset="-122"/>
                <a:cs typeface="+mn-cs"/>
              </a:rPr>
              <a:t>Q</a:t>
            </a:r>
            <a:endParaRPr lang="zh-CN" altLang="en-US" sz="1488" dirty="0">
              <a:solidFill>
                <a:prstClr val="black"/>
              </a:solidFill>
              <a:latin typeface="Arial" panose="020B0604020202020204"/>
              <a:ea typeface="黑体" panose="02010609060101010101" pitchFamily="49" charset="-122"/>
              <a:cs typeface="+mn-cs"/>
            </a:endParaRPr>
          </a:p>
        </p:txBody>
      </p:sp>
      <p:sp>
        <p:nvSpPr>
          <p:cNvPr id="182" name="文本框 181"/>
          <p:cNvSpPr txBox="1"/>
          <p:nvPr/>
        </p:nvSpPr>
        <p:spPr>
          <a:xfrm>
            <a:off x="1411288" y="1452563"/>
            <a:ext cx="1520825"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009999"/>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009999"/>
                </a:solidFill>
                <a:latin typeface="微软雅黑" panose="020B0503020204020204" pitchFamily="34" charset="-122"/>
                <a:ea typeface="微软雅黑" panose="020B0503020204020204" pitchFamily="34" charset="-122"/>
                <a:cs typeface="+mn-cs"/>
              </a:rPr>
              <a:t> </a:t>
            </a:r>
            <a:r>
              <a:rPr lang="en-US" altLang="zh-CN" sz="2644" dirty="0">
                <a:solidFill>
                  <a:srgbClr val="009999"/>
                </a:solidFill>
                <a:latin typeface="微软雅黑" panose="020B0503020204020204" pitchFamily="34" charset="-122"/>
                <a:ea typeface="微软雅黑" panose="020B0503020204020204" pitchFamily="34" charset="-122"/>
                <a:cs typeface="+mn-cs"/>
              </a:rPr>
              <a:t>R</a:t>
            </a:r>
            <a:endParaRPr lang="zh-CN" altLang="en-US" sz="1488" dirty="0">
              <a:solidFill>
                <a:prstClr val="black"/>
              </a:solidFill>
              <a:latin typeface="Arial" panose="020B0604020202020204"/>
              <a:ea typeface="黑体" panose="02010609060101010101" pitchFamily="49" charset="-122"/>
              <a:cs typeface="+mn-cs"/>
            </a:endParaRPr>
          </a:p>
        </p:txBody>
      </p:sp>
      <p:sp>
        <p:nvSpPr>
          <p:cNvPr id="183" name="文本框 182"/>
          <p:cNvSpPr txBox="1"/>
          <p:nvPr/>
        </p:nvSpPr>
        <p:spPr>
          <a:xfrm>
            <a:off x="2763838" y="1447800"/>
            <a:ext cx="1574800" cy="500063"/>
          </a:xfrm>
          <a:prstGeom prst="rect">
            <a:avLst/>
          </a:prstGeom>
          <a:noFill/>
        </p:spPr>
        <p:txBody>
          <a:bodyPr wrap="none">
            <a:spAutoFit/>
          </a:bodyPr>
          <a:lstStyle/>
          <a:p>
            <a:pPr defTabSz="503972" eaLnBrk="1" fontAlgn="auto" hangingPunct="1">
              <a:spcBef>
                <a:spcPts val="0"/>
              </a:spcBef>
              <a:spcAft>
                <a:spcPts val="0"/>
              </a:spcAft>
              <a:defRPr/>
            </a:pPr>
            <a:r>
              <a:rPr lang="en-US" altLang="zh-CN" sz="2644" dirty="0">
                <a:solidFill>
                  <a:prstClr val="black"/>
                </a:solidFill>
                <a:latin typeface="微软雅黑" panose="020B0503020204020204" pitchFamily="34" charset="-122"/>
                <a:ea typeface="微软雅黑" panose="020B0503020204020204" pitchFamily="34" charset="-122"/>
                <a:cs typeface="+mn-cs"/>
                <a:sym typeface="Symbol" panose="05050102010706020507" pitchFamily="18" charset="2"/>
              </a:rPr>
              <a:t></a:t>
            </a:r>
            <a:r>
              <a:rPr lang="zh-CN" altLang="en-US" sz="2644" dirty="0">
                <a:solidFill>
                  <a:srgbClr val="6600CC"/>
                </a:solidFill>
                <a:latin typeface="微软雅黑" panose="020B0503020204020204" pitchFamily="34" charset="-122"/>
                <a:ea typeface="微软雅黑" panose="020B0503020204020204" pitchFamily="34" charset="-122"/>
                <a:cs typeface="+mn-cs"/>
                <a:sym typeface="Symbol" panose="05050102010706020507" pitchFamily="18" charset="2"/>
              </a:rPr>
              <a:t>过程</a:t>
            </a:r>
            <a:r>
              <a:rPr lang="zh-CN" altLang="en-US" sz="2644" dirty="0">
                <a:solidFill>
                  <a:srgbClr val="6600CC"/>
                </a:solidFill>
                <a:latin typeface="微软雅黑" panose="020B0503020204020204" pitchFamily="34" charset="-122"/>
                <a:ea typeface="微软雅黑" panose="020B0503020204020204" pitchFamily="34" charset="-122"/>
                <a:cs typeface="+mn-cs"/>
              </a:rPr>
              <a:t> </a:t>
            </a:r>
            <a:r>
              <a:rPr lang="en-US" altLang="zh-CN" sz="2644" dirty="0">
                <a:solidFill>
                  <a:srgbClr val="6600CC"/>
                </a:solidFill>
                <a:latin typeface="微软雅黑" panose="020B0503020204020204" pitchFamily="34" charset="-122"/>
                <a:ea typeface="微软雅黑" panose="020B0503020204020204" pitchFamily="34" charset="-122"/>
                <a:cs typeface="+mn-cs"/>
              </a:rPr>
              <a:t>Q</a:t>
            </a:r>
            <a:endParaRPr lang="zh-CN" altLang="en-US" sz="2644" dirty="0">
              <a:solidFill>
                <a:prstClr val="black"/>
              </a:solidFill>
              <a:latin typeface="Arial" panose="020B0604020202020204"/>
              <a:ea typeface="黑体" panose="02010609060101010101" pitchFamily="49" charset="-122"/>
              <a:cs typeface="+mn-cs"/>
            </a:endParaRPr>
          </a:p>
        </p:txBody>
      </p:sp>
      <p:sp>
        <p:nvSpPr>
          <p:cNvPr id="111726" name="Rectangle 110"/>
          <p:cNvSpPr>
            <a:spLocks noChangeArrowheads="1"/>
          </p:cNvSpPr>
          <p:nvPr/>
        </p:nvSpPr>
        <p:spPr bwMode="auto">
          <a:xfrm>
            <a:off x="1976438" y="2768600"/>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111727" name="Rectangle 111"/>
          <p:cNvSpPr>
            <a:spLocks noChangeArrowheads="1"/>
          </p:cNvSpPr>
          <p:nvPr/>
        </p:nvSpPr>
        <p:spPr bwMode="auto">
          <a:xfrm>
            <a:off x="2035175" y="4032250"/>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SP </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3" name="灯片编号占位符 2">
            <a:extLst>
              <a:ext uri="{FF2B5EF4-FFF2-40B4-BE49-F238E27FC236}">
                <a16:creationId xmlns:a16="http://schemas.microsoft.com/office/drawing/2014/main" id="{F740340A-F613-D329-083C-1E63338FB160}"/>
              </a:ext>
            </a:extLst>
          </p:cNvPr>
          <p:cNvSpPr>
            <a:spLocks noGrp="1"/>
          </p:cNvSpPr>
          <p:nvPr>
            <p:ph type="sldNum" sz="quarter" idx="12"/>
          </p:nvPr>
        </p:nvSpPr>
        <p:spPr/>
        <p:txBody>
          <a:bodyPr/>
          <a:lstStyle/>
          <a:p>
            <a:pPr>
              <a:defRPr/>
            </a:pPr>
            <a:fld id="{67579396-F93F-4ECB-B71C-2122ECF1BA2B}"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635" name="Rectangle 6"/>
          <p:cNvSpPr>
            <a:spLocks noGrp="1" noChangeArrowheads="1"/>
          </p:cNvSpPr>
          <p:nvPr>
            <p:ph type="title"/>
          </p:nvPr>
        </p:nvSpPr>
        <p:spPr/>
        <p:txBody>
          <a:bodyPr/>
          <a:lstStyle/>
          <a:p>
            <a:pPr defTabSz="503972" fontAlgn="auto">
              <a:spcAft>
                <a:spcPts val="0"/>
              </a:spcAft>
              <a:defRPr/>
            </a:pPr>
            <a:r>
              <a:rPr lang="zh-CN" altLang="en-US" noProof="1"/>
              <a:t>嵌套层次显示表</a:t>
            </a:r>
            <a:r>
              <a:rPr lang="en-US" altLang="zh-CN" noProof="1"/>
              <a:t>Display</a:t>
            </a:r>
            <a:endParaRPr lang="en-GB" altLang="zh-CN" dirty="0"/>
          </a:p>
        </p:txBody>
      </p:sp>
      <p:sp>
        <p:nvSpPr>
          <p:cNvPr id="70663" name="Rectangle 7"/>
          <p:cNvSpPr>
            <a:spLocks noGrp="1" noChangeArrowheads="1"/>
          </p:cNvSpPr>
          <p:nvPr>
            <p:ph idx="1"/>
          </p:nvPr>
        </p:nvSpPr>
        <p:spPr/>
        <p:txBody>
          <a:bodyPr/>
          <a:lstStyle/>
          <a:p>
            <a:pPr marL="377979" indent="-377979" defTabSz="503972" fontAlgn="auto">
              <a:spcBef>
                <a:spcPts val="0"/>
              </a:spcBef>
              <a:spcAft>
                <a:spcPts val="0"/>
              </a:spcAft>
              <a:buFont typeface="Wingdings 3" charset="2"/>
              <a:buChar char=""/>
              <a:defRPr/>
            </a:pPr>
            <a:r>
              <a:rPr lang="zh-CN" altLang="en-US" sz="3086" noProof="1">
                <a:solidFill>
                  <a:schemeClr val="tx1">
                    <a:lumMod val="75000"/>
                    <a:lumOff val="25000"/>
                  </a:schemeClr>
                </a:solidFill>
              </a:rPr>
              <a:t>在活动记录中增加</a:t>
            </a:r>
            <a:r>
              <a:rPr lang="en-US" altLang="zh-CN" sz="3086" noProof="1">
                <a:solidFill>
                  <a:schemeClr val="tx1">
                    <a:lumMod val="75000"/>
                    <a:lumOff val="25000"/>
                  </a:schemeClr>
                </a:solidFill>
              </a:rPr>
              <a:t>Display</a:t>
            </a:r>
            <a:r>
              <a:rPr lang="zh-CN" altLang="en-US" sz="3086" noProof="1">
                <a:solidFill>
                  <a:schemeClr val="tx1">
                    <a:lumMod val="75000"/>
                    <a:lumOff val="25000"/>
                  </a:schemeClr>
                </a:solidFill>
              </a:rPr>
              <a:t>表</a:t>
            </a:r>
            <a:endParaRPr lang="en-US" altLang="zh-CN" sz="3086" dirty="0">
              <a:solidFill>
                <a:schemeClr val="tx1">
                  <a:lumMod val="75000"/>
                  <a:lumOff val="25000"/>
                </a:schemeClr>
              </a:solidFill>
            </a:endParaRPr>
          </a:p>
          <a:p>
            <a:pPr marL="818954" lvl="1" indent="-314982" defTabSz="503972" fontAlgn="auto">
              <a:spcBef>
                <a:spcPts val="0"/>
              </a:spcBef>
              <a:spcAft>
                <a:spcPts val="0"/>
              </a:spcAft>
              <a:buFont typeface="Wingdings 3" charset="2"/>
              <a:buChar char=""/>
              <a:defRPr/>
            </a:pPr>
            <a:r>
              <a:rPr lang="zh-CN" altLang="en-US" sz="2646" noProof="1">
                <a:solidFill>
                  <a:schemeClr val="tx1">
                    <a:lumMod val="75000"/>
                    <a:lumOff val="25000"/>
                  </a:schemeClr>
                </a:solidFill>
              </a:rPr>
              <a:t>进入一个过程时，在建立其活动记录的同时建立一张嵌套层次显示表</a:t>
            </a:r>
            <a:r>
              <a:rPr lang="en-US" altLang="zh-CN" sz="2646" noProof="1">
                <a:solidFill>
                  <a:schemeClr val="tx1">
                    <a:lumMod val="75000"/>
                    <a:lumOff val="25000"/>
                  </a:schemeClr>
                </a:solidFill>
              </a:rPr>
              <a:t>Display</a:t>
            </a:r>
            <a:r>
              <a:rPr lang="zh-CN" altLang="en-US" sz="2646" noProof="1">
                <a:solidFill>
                  <a:schemeClr val="tx1">
                    <a:lumMod val="75000"/>
                    <a:lumOff val="25000"/>
                  </a:schemeClr>
                </a:solidFill>
              </a:rPr>
              <a:t>，</a:t>
            </a:r>
            <a:r>
              <a:rPr lang="zh-CN" altLang="en-US" sz="2646" dirty="0">
                <a:solidFill>
                  <a:schemeClr val="tx1">
                    <a:lumMod val="75000"/>
                    <a:lumOff val="25000"/>
                  </a:schemeClr>
                </a:solidFill>
              </a:rPr>
              <a:t>自顶向下依次存放着当前过程、直接外层、</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、直至最外层</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主程序</a:t>
            </a:r>
            <a:r>
              <a:rPr lang="en-US" altLang="zh-CN" sz="2646" dirty="0">
                <a:solidFill>
                  <a:schemeClr val="tx1">
                    <a:lumMod val="75000"/>
                    <a:lumOff val="25000"/>
                  </a:schemeClr>
                </a:solidFill>
              </a:rPr>
              <a:t>,0</a:t>
            </a:r>
            <a:r>
              <a:rPr lang="zh-CN" altLang="en-US" sz="2646" dirty="0">
                <a:solidFill>
                  <a:schemeClr val="tx1">
                    <a:lumMod val="75000"/>
                    <a:lumOff val="25000"/>
                  </a:schemeClr>
                </a:solidFill>
              </a:rPr>
              <a:t>层</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过程的最新活动记录的起始地址</a:t>
            </a:r>
            <a:endParaRPr lang="en-US" altLang="zh-CN" sz="2646" noProof="1">
              <a:solidFill>
                <a:schemeClr val="tx1">
                  <a:lumMod val="75000"/>
                  <a:lumOff val="25000"/>
                </a:schemeClr>
              </a:solidFill>
            </a:endParaRPr>
          </a:p>
          <a:p>
            <a:pPr marL="818954" lvl="1" indent="-314982" defTabSz="503972" fontAlgn="auto">
              <a:spcBef>
                <a:spcPts val="0"/>
              </a:spcBef>
              <a:spcAft>
                <a:spcPts val="0"/>
              </a:spcAft>
              <a:buFont typeface="Wingdings 3" charset="2"/>
              <a:buChar char=""/>
              <a:defRPr/>
            </a:pPr>
            <a:r>
              <a:rPr lang="zh-CN" altLang="en-US" sz="2646" dirty="0">
                <a:solidFill>
                  <a:schemeClr val="tx1">
                    <a:lumMod val="75000"/>
                    <a:lumOff val="25000"/>
                  </a:schemeClr>
                </a:solidFill>
              </a:rPr>
              <a:t>若过程</a:t>
            </a:r>
            <a:r>
              <a:rPr lang="en-US" altLang="en-US" sz="2646" dirty="0">
                <a:solidFill>
                  <a:schemeClr val="tx1">
                    <a:lumMod val="75000"/>
                    <a:lumOff val="25000"/>
                  </a:schemeClr>
                </a:solidFill>
              </a:rPr>
              <a:t>R</a:t>
            </a:r>
            <a:r>
              <a:rPr lang="zh-CN" altLang="en-US" sz="2646" dirty="0">
                <a:solidFill>
                  <a:schemeClr val="tx1">
                    <a:lumMod val="75000"/>
                    <a:lumOff val="25000"/>
                  </a:schemeClr>
                </a:solidFill>
              </a:rPr>
              <a:t>的外层为</a:t>
            </a:r>
            <a:r>
              <a:rPr lang="en-US" altLang="en-US" sz="2646" dirty="0">
                <a:solidFill>
                  <a:schemeClr val="tx1">
                    <a:lumMod val="75000"/>
                    <a:lumOff val="25000"/>
                  </a:schemeClr>
                </a:solidFill>
              </a:rPr>
              <a:t>Q</a:t>
            </a:r>
            <a:r>
              <a:rPr lang="en-US" altLang="zh-CN" sz="2646" dirty="0">
                <a:solidFill>
                  <a:schemeClr val="tx1">
                    <a:lumMod val="75000"/>
                    <a:lumOff val="25000"/>
                  </a:schemeClr>
                </a:solidFill>
              </a:rPr>
              <a:t>，Q</a:t>
            </a:r>
            <a:r>
              <a:rPr lang="zh-CN" altLang="en-US" sz="2646" dirty="0">
                <a:solidFill>
                  <a:schemeClr val="tx1">
                    <a:lumMod val="75000"/>
                    <a:lumOff val="25000"/>
                  </a:schemeClr>
                </a:solidFill>
              </a:rPr>
              <a:t>的外层为主程序为</a:t>
            </a:r>
            <a:r>
              <a:rPr lang="en-US" altLang="zh-CN" sz="2646" dirty="0">
                <a:solidFill>
                  <a:schemeClr val="tx1">
                    <a:lumMod val="75000"/>
                    <a:lumOff val="25000"/>
                  </a:schemeClr>
                </a:solidFill>
              </a:rPr>
              <a:t>P，</a:t>
            </a:r>
            <a:r>
              <a:rPr lang="zh-CN" altLang="en-US" sz="2646" dirty="0">
                <a:solidFill>
                  <a:schemeClr val="tx1">
                    <a:lumMod val="75000"/>
                    <a:lumOff val="25000"/>
                  </a:schemeClr>
                </a:solidFill>
              </a:rPr>
              <a:t>则过程</a:t>
            </a:r>
            <a:r>
              <a:rPr lang="en-US" altLang="zh-CN" sz="2646" dirty="0">
                <a:solidFill>
                  <a:schemeClr val="tx1">
                    <a:lumMod val="75000"/>
                    <a:lumOff val="25000"/>
                  </a:schemeClr>
                </a:solidFill>
              </a:rPr>
              <a:t>R</a:t>
            </a:r>
            <a:r>
              <a:rPr lang="zh-CN" altLang="en-US" sz="2646" dirty="0">
                <a:solidFill>
                  <a:schemeClr val="tx1">
                    <a:lumMod val="75000"/>
                    <a:lumOff val="25000"/>
                  </a:schemeClr>
                </a:solidFill>
              </a:rPr>
              <a:t>运行时的</a:t>
            </a:r>
            <a:r>
              <a:rPr lang="en-US" altLang="zh-CN" sz="2646" noProof="1">
                <a:solidFill>
                  <a:schemeClr val="tx1">
                    <a:lumMod val="75000"/>
                    <a:lumOff val="25000"/>
                  </a:schemeClr>
                </a:solidFill>
              </a:rPr>
              <a:t>Display</a:t>
            </a:r>
            <a:r>
              <a:rPr lang="zh-CN" altLang="en-US" sz="2646" dirty="0">
                <a:solidFill>
                  <a:schemeClr val="tx1">
                    <a:lumMod val="75000"/>
                    <a:lumOff val="25000"/>
                  </a:schemeClr>
                </a:solidFill>
              </a:rPr>
              <a:t>表内容为</a:t>
            </a:r>
          </a:p>
        </p:txBody>
      </p:sp>
      <p:sp>
        <p:nvSpPr>
          <p:cNvPr id="19" name="Rectangle 9"/>
          <p:cNvSpPr>
            <a:spLocks noChangeArrowheads="1"/>
          </p:cNvSpPr>
          <p:nvPr/>
        </p:nvSpPr>
        <p:spPr bwMode="auto">
          <a:xfrm>
            <a:off x="5165725" y="5076825"/>
            <a:ext cx="3016250" cy="793750"/>
          </a:xfrm>
          <a:prstGeom prst="rect">
            <a:avLst/>
          </a:prstGeom>
          <a:solidFill>
            <a:srgbClr val="008E40"/>
          </a:solidFill>
          <a:ln>
            <a:headEnd/>
            <a:tailEnd type="none" w="lg" len="lg"/>
          </a:ln>
        </p:spPr>
        <p:style>
          <a:lnRef idx="3">
            <a:schemeClr val="lt1"/>
          </a:lnRef>
          <a:fillRef idx="1">
            <a:schemeClr val="accent3"/>
          </a:fillRef>
          <a:effectRef idx="1">
            <a:schemeClr val="accent3"/>
          </a:effectRef>
          <a:fontRef idx="minor">
            <a:schemeClr val="lt1"/>
          </a:fontRef>
        </p:style>
        <p:txBody>
          <a:bodyPr wrap="none" lIns="19842" tIns="11905" rIns="19842" bIns="11905"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rPr>
              <a:t>R</a:t>
            </a:r>
            <a:r>
              <a:rPr kumimoji="1" lang="zh-CN" altLang="en-US" sz="2646" dirty="0">
                <a:solidFill>
                  <a:prstClr val="white"/>
                </a:solidFill>
                <a:latin typeface="微软雅黑" panose="020B0503020204020204" pitchFamily="34" charset="-122"/>
              </a:rPr>
              <a:t>的最新活动</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rPr>
              <a:t>记录的起始地址</a:t>
            </a:r>
          </a:p>
        </p:txBody>
      </p:sp>
      <p:sp>
        <p:nvSpPr>
          <p:cNvPr id="20" name="Rectangle 10"/>
          <p:cNvSpPr>
            <a:spLocks noChangeArrowheads="1"/>
          </p:cNvSpPr>
          <p:nvPr/>
        </p:nvSpPr>
        <p:spPr bwMode="auto">
          <a:xfrm>
            <a:off x="5165725" y="5870575"/>
            <a:ext cx="3016250" cy="792163"/>
          </a:xfrm>
          <a:prstGeom prst="rect">
            <a:avLst/>
          </a:prstGeom>
          <a:ln>
            <a:headEnd/>
            <a:tailEnd type="none" w="lg" len="lg"/>
          </a:ln>
        </p:spPr>
        <p:style>
          <a:lnRef idx="3">
            <a:schemeClr val="lt1"/>
          </a:lnRef>
          <a:fillRef idx="1">
            <a:schemeClr val="accent2"/>
          </a:fillRef>
          <a:effectRef idx="1">
            <a:schemeClr val="accent2"/>
          </a:effectRef>
          <a:fontRef idx="minor">
            <a:schemeClr val="lt1"/>
          </a:fontRef>
        </p:style>
        <p:txBody>
          <a:bodyPr wrap="none" lIns="19842" tIns="11905" rIns="19842" bIns="11905"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rPr>
              <a:t>Q</a:t>
            </a:r>
            <a:r>
              <a:rPr kumimoji="1" lang="zh-CN" altLang="en-US" sz="2646" dirty="0">
                <a:solidFill>
                  <a:prstClr val="white"/>
                </a:solidFill>
                <a:latin typeface="微软雅黑" panose="020B0503020204020204" pitchFamily="34" charset="-122"/>
              </a:rPr>
              <a:t>的最新活动记录</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rPr>
              <a:t>的起始地址</a:t>
            </a:r>
          </a:p>
        </p:txBody>
      </p:sp>
      <p:sp>
        <p:nvSpPr>
          <p:cNvPr id="21" name="Rectangle 11"/>
          <p:cNvSpPr>
            <a:spLocks noChangeArrowheads="1"/>
          </p:cNvSpPr>
          <p:nvPr/>
        </p:nvSpPr>
        <p:spPr bwMode="auto">
          <a:xfrm>
            <a:off x="5165725" y="6659563"/>
            <a:ext cx="3016250" cy="792162"/>
          </a:xfrm>
          <a:prstGeom prst="rect">
            <a:avLst/>
          </a:prstGeom>
          <a:ln>
            <a:headEnd/>
            <a:tailEnd type="none" w="lg" len="lg"/>
          </a:ln>
        </p:spPr>
        <p:style>
          <a:lnRef idx="3">
            <a:schemeClr val="lt1"/>
          </a:lnRef>
          <a:fillRef idx="1">
            <a:schemeClr val="accent1"/>
          </a:fillRef>
          <a:effectRef idx="1">
            <a:schemeClr val="accent1"/>
          </a:effectRef>
          <a:fontRef idx="minor">
            <a:schemeClr val="lt1"/>
          </a:fontRef>
        </p:style>
        <p:txBody>
          <a:bodyPr wrap="none" lIns="19842" tIns="11905" rIns="19842" bIns="11905"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rPr>
              <a:t>P</a:t>
            </a:r>
            <a:r>
              <a:rPr kumimoji="1" lang="zh-CN" altLang="en-US" sz="2646" dirty="0">
                <a:solidFill>
                  <a:prstClr val="white"/>
                </a:solidFill>
                <a:latin typeface="微软雅黑" panose="020B0503020204020204" pitchFamily="34" charset="-122"/>
              </a:rPr>
              <a:t>的活动记录</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rPr>
              <a:t>的起始地址</a:t>
            </a:r>
          </a:p>
        </p:txBody>
      </p:sp>
      <p:sp>
        <p:nvSpPr>
          <p:cNvPr id="22" name="Text Box 12"/>
          <p:cNvSpPr txBox="1">
            <a:spLocks noChangeArrowheads="1"/>
          </p:cNvSpPr>
          <p:nvPr/>
        </p:nvSpPr>
        <p:spPr bwMode="auto">
          <a:xfrm>
            <a:off x="4697413" y="6799263"/>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ea typeface="宋体" panose="02010600030101010101" pitchFamily="2" charset="-122"/>
                <a:cs typeface="+mn-cs"/>
              </a:rPr>
              <a:t>0</a:t>
            </a:r>
            <a:endParaRPr lang="en-GB" altLang="zh-CN" sz="2646">
              <a:solidFill>
                <a:prstClr val="black"/>
              </a:solidFill>
              <a:ea typeface="宋体" panose="02010600030101010101" pitchFamily="2" charset="-122"/>
              <a:cs typeface="+mn-cs"/>
            </a:endParaRPr>
          </a:p>
        </p:txBody>
      </p:sp>
      <p:sp>
        <p:nvSpPr>
          <p:cNvPr id="23" name="Text Box 13"/>
          <p:cNvSpPr txBox="1">
            <a:spLocks noChangeArrowheads="1"/>
          </p:cNvSpPr>
          <p:nvPr/>
        </p:nvSpPr>
        <p:spPr bwMode="auto">
          <a:xfrm>
            <a:off x="4683125" y="6015038"/>
            <a:ext cx="3746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ea typeface="宋体" panose="02010600030101010101" pitchFamily="2" charset="-122"/>
                <a:cs typeface="+mn-cs"/>
              </a:rPr>
              <a:t>1</a:t>
            </a:r>
            <a:endParaRPr lang="en-GB" altLang="zh-CN" sz="2646">
              <a:solidFill>
                <a:prstClr val="black"/>
              </a:solidFill>
              <a:ea typeface="宋体" panose="02010600030101010101" pitchFamily="2" charset="-122"/>
              <a:cs typeface="+mn-cs"/>
            </a:endParaRPr>
          </a:p>
        </p:txBody>
      </p:sp>
      <p:sp>
        <p:nvSpPr>
          <p:cNvPr id="24" name="Text Box 14"/>
          <p:cNvSpPr txBox="1">
            <a:spLocks noChangeArrowheads="1"/>
          </p:cNvSpPr>
          <p:nvPr/>
        </p:nvSpPr>
        <p:spPr bwMode="auto">
          <a:xfrm>
            <a:off x="4683125" y="5203825"/>
            <a:ext cx="3746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ea typeface="宋体" panose="02010600030101010101" pitchFamily="2" charset="-122"/>
                <a:cs typeface="+mn-cs"/>
              </a:rPr>
              <a:t>2</a:t>
            </a:r>
            <a:endParaRPr lang="en-GB" altLang="zh-CN" sz="2646">
              <a:solidFill>
                <a:prstClr val="black"/>
              </a:solidFill>
              <a:ea typeface="宋体" panose="02010600030101010101" pitchFamily="2" charset="-122"/>
              <a:cs typeface="+mn-cs"/>
            </a:endParaRPr>
          </a:p>
        </p:txBody>
      </p:sp>
      <p:grpSp>
        <p:nvGrpSpPr>
          <p:cNvPr id="25" name="Group 15"/>
          <p:cNvGrpSpPr>
            <a:grpSpLocks noChangeAspect="1"/>
          </p:cNvGrpSpPr>
          <p:nvPr/>
        </p:nvGrpSpPr>
        <p:grpSpPr bwMode="auto">
          <a:xfrm>
            <a:off x="2071688" y="5086350"/>
            <a:ext cx="1477962" cy="2082800"/>
            <a:chOff x="2928" y="1344"/>
            <a:chExt cx="1145" cy="1632"/>
          </a:xfrm>
        </p:grpSpPr>
        <p:sp>
          <p:nvSpPr>
            <p:cNvPr id="26" name="Freeform 16"/>
            <p:cNvSpPr>
              <a:spLocks noChangeAspect="1"/>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微软雅黑" panose="020B0503020204020204" pitchFamily="34" charset="-122"/>
                <a:cs typeface="+mn-cs"/>
              </a:endParaRPr>
            </a:p>
          </p:txBody>
        </p:sp>
        <p:sp>
          <p:nvSpPr>
            <p:cNvPr id="27" name="Freeform 17"/>
            <p:cNvSpPr>
              <a:spLocks noChangeAspect="1"/>
            </p:cNvSpPr>
            <p:nvPr/>
          </p:nvSpPr>
          <p:spPr bwMode="auto">
            <a:xfrm>
              <a:off x="3050" y="1758"/>
              <a:ext cx="310" cy="1073"/>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微软雅黑" panose="020B0503020204020204" pitchFamily="34" charset="-122"/>
                <a:cs typeface="+mn-cs"/>
              </a:endParaRPr>
            </a:p>
          </p:txBody>
        </p:sp>
        <p:sp>
          <p:nvSpPr>
            <p:cNvPr id="28" name="Freeform 18"/>
            <p:cNvSpPr>
              <a:spLocks noChangeAspect="1"/>
            </p:cNvSpPr>
            <p:nvPr/>
          </p:nvSpPr>
          <p:spPr bwMode="auto">
            <a:xfrm>
              <a:off x="3120" y="2111"/>
              <a:ext cx="144"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微软雅黑" panose="020B0503020204020204" pitchFamily="34" charset="-122"/>
                <a:cs typeface="+mn-cs"/>
              </a:endParaRPr>
            </a:p>
          </p:txBody>
        </p:sp>
        <p:sp>
          <p:nvSpPr>
            <p:cNvPr id="29" name="Rectangle 19"/>
            <p:cNvSpPr>
              <a:spLocks noChangeAspect="1"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cs typeface="+mn-cs"/>
                </a:rPr>
                <a:t>P</a:t>
              </a:r>
            </a:p>
          </p:txBody>
        </p:sp>
        <p:sp>
          <p:nvSpPr>
            <p:cNvPr id="30" name="Rectangle 20"/>
            <p:cNvSpPr>
              <a:spLocks noChangeAspect="1" noChangeArrowheads="1"/>
            </p:cNvSpPr>
            <p:nvPr/>
          </p:nvSpPr>
          <p:spPr bwMode="auto">
            <a:xfrm>
              <a:off x="3216" y="1968"/>
              <a:ext cx="568"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cs typeface="+mn-cs"/>
                </a:rPr>
                <a:t>R</a:t>
              </a:r>
            </a:p>
          </p:txBody>
        </p:sp>
        <p:sp>
          <p:nvSpPr>
            <p:cNvPr id="31" name="Rectangle 21"/>
            <p:cNvSpPr>
              <a:spLocks noChangeAspect="1" noChangeArrowheads="1"/>
            </p:cNvSpPr>
            <p:nvPr/>
          </p:nvSpPr>
          <p:spPr bwMode="auto">
            <a:xfrm>
              <a:off x="3312" y="1633"/>
              <a:ext cx="568"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Arial" panose="020B0604020202020204"/>
                  <a:cs typeface="+mn-cs"/>
                </a:rPr>
                <a:t>Q</a:t>
              </a:r>
            </a:p>
          </p:txBody>
        </p:sp>
      </p:grpSp>
      <p:sp>
        <p:nvSpPr>
          <p:cNvPr id="3" name="灯片编号占位符 2">
            <a:extLst>
              <a:ext uri="{FF2B5EF4-FFF2-40B4-BE49-F238E27FC236}">
                <a16:creationId xmlns:a16="http://schemas.microsoft.com/office/drawing/2014/main" id="{28EC3D28-A988-10E9-FC05-55F7C89A2A9D}"/>
              </a:ext>
            </a:extLst>
          </p:cNvPr>
          <p:cNvSpPr>
            <a:spLocks noGrp="1"/>
          </p:cNvSpPr>
          <p:nvPr>
            <p:ph type="sldNum" sz="quarter" idx="12"/>
          </p:nvPr>
        </p:nvSpPr>
        <p:spPr/>
        <p:txBody>
          <a:bodyPr/>
          <a:lstStyle/>
          <a:p>
            <a:pPr>
              <a:defRPr/>
            </a:pPr>
            <a:fld id="{4F75CF9C-A54D-4E6E-8111-55C3AE821C25}" type="slidenum">
              <a:rPr lang="en-US" smtClean="0"/>
              <a:pPr>
                <a:defRPr/>
              </a:pPr>
              <a:t>56</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3">
                                            <p:txEl>
                                              <p:pRg st="0" end="0"/>
                                            </p:txEl>
                                          </p:spTgt>
                                        </p:tgtEl>
                                        <p:attrNameLst>
                                          <p:attrName>style.visibility</p:attrName>
                                        </p:attrNameLst>
                                      </p:cBhvr>
                                      <p:to>
                                        <p:strVal val="visible"/>
                                      </p:to>
                                    </p:set>
                                    <p:animEffect transition="in" filter="wipe(left)">
                                      <p:cBhvr>
                                        <p:cTn id="7" dur="500"/>
                                        <p:tgtEl>
                                          <p:spTgt spid="706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0663">
                                            <p:txEl>
                                              <p:pRg st="1" end="1"/>
                                            </p:txEl>
                                          </p:spTgt>
                                        </p:tgtEl>
                                        <p:attrNameLst>
                                          <p:attrName>style.visibility</p:attrName>
                                        </p:attrNameLst>
                                      </p:cBhvr>
                                      <p:to>
                                        <p:strVal val="visible"/>
                                      </p:to>
                                    </p:set>
                                    <p:animEffect transition="in" filter="wipe(left)">
                                      <p:cBhvr>
                                        <p:cTn id="10" dur="500"/>
                                        <p:tgtEl>
                                          <p:spTgt spid="7066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0663">
                                            <p:txEl>
                                              <p:pRg st="2" end="2"/>
                                            </p:txEl>
                                          </p:spTgt>
                                        </p:tgtEl>
                                        <p:attrNameLst>
                                          <p:attrName>style.visibility</p:attrName>
                                        </p:attrNameLst>
                                      </p:cBhvr>
                                      <p:to>
                                        <p:strVal val="visible"/>
                                      </p:to>
                                    </p:set>
                                    <p:animEffect transition="in" filter="wipe(left)">
                                      <p:cBhvr>
                                        <p:cTn id="13" dur="600"/>
                                        <p:tgtEl>
                                          <p:spTgt spid="7066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build="p"/>
      <p:bldP spid="19" grpId="0" animBg="1"/>
      <p:bldP spid="20" grpId="0" animBg="1"/>
      <p:bldP spid="21" grpId="0" animBg="1"/>
      <p:bldP spid="22" grpId="0"/>
      <p:bldP spid="23" grpId="0"/>
      <p:bldP spid="24"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defTabSz="503972" fontAlgn="auto">
              <a:spcAft>
                <a:spcPts val="0"/>
              </a:spcAft>
              <a:defRPr/>
            </a:pPr>
            <a:r>
              <a:rPr lang="zh-CN" altLang="en-US" dirty="0"/>
              <a:t>如何维护</a:t>
            </a:r>
            <a:r>
              <a:rPr lang="zh-CN" altLang="en-US" noProof="1"/>
              <a:t>嵌套层次显示表</a:t>
            </a:r>
            <a:r>
              <a:rPr lang="en-US" altLang="zh-CN" noProof="1"/>
              <a:t>Display</a:t>
            </a:r>
            <a:endParaRPr lang="zh-CN" altLang="en-US" dirty="0"/>
          </a:p>
        </p:txBody>
      </p:sp>
      <p:sp>
        <p:nvSpPr>
          <p:cNvPr id="203779" name="Rectangle 2"/>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问题：</a:t>
            </a:r>
            <a:r>
              <a:rPr lang="zh-CN" altLang="en-US" sz="3086" dirty="0">
                <a:solidFill>
                  <a:schemeClr val="tx1">
                    <a:lumMod val="75000"/>
                    <a:lumOff val="25000"/>
                  </a:schemeClr>
                </a:solidFill>
              </a:rPr>
              <a:t>当过程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调用过程</a:t>
            </a:r>
            <a:r>
              <a:rPr lang="en-US" altLang="zh-CN" sz="3086" dirty="0">
                <a:solidFill>
                  <a:schemeClr val="tx1">
                    <a:lumMod val="75000"/>
                    <a:lumOff val="25000"/>
                  </a:schemeClr>
                </a:solidFill>
              </a:rPr>
              <a:t>P2(</a:t>
            </a:r>
            <a:r>
              <a:rPr lang="en-US" altLang="zh-CN" sz="3086" i="1" dirty="0">
                <a:solidFill>
                  <a:schemeClr val="tx1">
                    <a:lumMod val="75000"/>
                    <a:lumOff val="25000"/>
                  </a:schemeClr>
                </a:solidFill>
                <a:latin typeface="Times New Roman" panose="02020603050405020304" pitchFamily="18" charset="0"/>
              </a:rPr>
              <a:t>l2</a:t>
            </a:r>
            <a:r>
              <a:rPr lang="en-US" altLang="en-US" sz="3086" dirty="0">
                <a:solidFill>
                  <a:schemeClr val="tx1">
                    <a:lumMod val="75000"/>
                    <a:lumOff val="25000"/>
                  </a:schemeClr>
                </a:solidFill>
              </a:rPr>
              <a:t>层</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而进入</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后，</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应如何建立起自己的</a:t>
            </a:r>
            <a:r>
              <a:rPr lang="en-US" altLang="zh-CN" sz="3086" dirty="0">
                <a:solidFill>
                  <a:schemeClr val="tx1">
                    <a:lumMod val="75000"/>
                    <a:lumOff val="25000"/>
                  </a:schemeClr>
                </a:solidFill>
              </a:rPr>
              <a:t>Display</a:t>
            </a:r>
            <a:r>
              <a:rPr lang="zh-CN" altLang="en-US" sz="3086" dirty="0">
                <a:solidFill>
                  <a:schemeClr val="tx1">
                    <a:lumMod val="75000"/>
                    <a:lumOff val="25000"/>
                  </a:schemeClr>
                </a:solidFill>
              </a:rPr>
              <a:t>表？</a:t>
            </a:r>
          </a:p>
        </p:txBody>
      </p:sp>
      <p:grpSp>
        <p:nvGrpSpPr>
          <p:cNvPr id="27" name="Group 11"/>
          <p:cNvGrpSpPr>
            <a:grpSpLocks/>
          </p:cNvGrpSpPr>
          <p:nvPr/>
        </p:nvGrpSpPr>
        <p:grpSpPr bwMode="auto">
          <a:xfrm>
            <a:off x="1239838" y="3960813"/>
            <a:ext cx="1679575" cy="2435225"/>
            <a:chOff x="1440" y="1056"/>
            <a:chExt cx="1248" cy="1872"/>
          </a:xfrm>
        </p:grpSpPr>
        <p:sp>
          <p:nvSpPr>
            <p:cNvPr id="28" name="Freeform 5"/>
            <p:cNvSpPr>
              <a:spLocks/>
            </p:cNvSpPr>
            <p:nvPr/>
          </p:nvSpPr>
          <p:spPr bwMode="auto">
            <a:xfrm>
              <a:off x="1440" y="1248"/>
              <a:ext cx="576" cy="1680"/>
            </a:xfrm>
            <a:custGeom>
              <a:avLst/>
              <a:gdLst>
                <a:gd name="T0" fmla="*/ 21030878 w 240"/>
                <a:gd name="T1" fmla="*/ 0 h 1632"/>
                <a:gd name="T2" fmla="*/ 0 w 240"/>
                <a:gd name="T3" fmla="*/ 0 h 1632"/>
                <a:gd name="T4" fmla="*/ 0 w 240"/>
                <a:gd name="T5" fmla="*/ 2378 h 1632"/>
                <a:gd name="T6" fmla="*/ 21030878 w 240"/>
                <a:gd name="T7" fmla="*/ 2378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29" name="Freeform 6"/>
            <p:cNvSpPr>
              <a:spLocks/>
            </p:cNvSpPr>
            <p:nvPr/>
          </p:nvSpPr>
          <p:spPr bwMode="auto">
            <a:xfrm>
              <a:off x="1584" y="1488"/>
              <a:ext cx="144" cy="624"/>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0" name="Freeform 7"/>
            <p:cNvSpPr>
              <a:spLocks/>
            </p:cNvSpPr>
            <p:nvPr/>
          </p:nvSpPr>
          <p:spPr bwMode="auto">
            <a:xfrm>
              <a:off x="1584" y="2304"/>
              <a:ext cx="144" cy="576"/>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1" name="Rectangle 8"/>
            <p:cNvSpPr>
              <a:spLocks noChangeArrowheads="1"/>
            </p:cNvSpPr>
            <p:nvPr/>
          </p:nvSpPr>
          <p:spPr bwMode="auto">
            <a:xfrm>
              <a:off x="2016" y="1056"/>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32" name="Rectangle 9"/>
            <p:cNvSpPr>
              <a:spLocks noChangeArrowheads="1"/>
            </p:cNvSpPr>
            <p:nvPr/>
          </p:nvSpPr>
          <p:spPr bwMode="auto">
            <a:xfrm>
              <a:off x="1728" y="2112"/>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dirty="0">
                  <a:solidFill>
                    <a:prstClr val="black"/>
                  </a:solidFill>
                  <a:latin typeface="Arial" panose="020B0604020202020204"/>
                  <a:ea typeface="宋体" panose="02010600030101010101" pitchFamily="2" charset="-122"/>
                  <a:cs typeface="+mn-cs"/>
                </a:rPr>
                <a:t>P1</a:t>
              </a:r>
              <a:endParaRPr kumimoji="1" lang="en-US" altLang="zh-CN" sz="2646" dirty="0">
                <a:solidFill>
                  <a:prstClr val="black"/>
                </a:solidFill>
                <a:latin typeface="Arial" panose="020B0604020202020204"/>
                <a:ea typeface="宋体" panose="02010600030101010101" pitchFamily="2" charset="-122"/>
                <a:cs typeface="+mn-cs"/>
              </a:endParaRPr>
            </a:p>
          </p:txBody>
        </p:sp>
        <p:sp>
          <p:nvSpPr>
            <p:cNvPr id="33" name="Rectangle 10"/>
            <p:cNvSpPr>
              <a:spLocks noChangeArrowheads="1"/>
            </p:cNvSpPr>
            <p:nvPr/>
          </p:nvSpPr>
          <p:spPr bwMode="auto">
            <a:xfrm>
              <a:off x="1728" y="1344"/>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grpSp>
      <p:grpSp>
        <p:nvGrpSpPr>
          <p:cNvPr id="34" name="Group 19"/>
          <p:cNvGrpSpPr>
            <a:grpSpLocks/>
          </p:cNvGrpSpPr>
          <p:nvPr/>
        </p:nvGrpSpPr>
        <p:grpSpPr bwMode="auto">
          <a:xfrm>
            <a:off x="4221163" y="3876675"/>
            <a:ext cx="1847850" cy="2603500"/>
            <a:chOff x="2928" y="1344"/>
            <a:chExt cx="1145" cy="1632"/>
          </a:xfrm>
        </p:grpSpPr>
        <p:sp>
          <p:nvSpPr>
            <p:cNvPr id="35" name="Freeform 13"/>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6" name="Freeform 14"/>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7" name="Freeform 15"/>
            <p:cNvSpPr>
              <a:spLocks/>
            </p:cNvSpPr>
            <p:nvPr/>
          </p:nvSpPr>
          <p:spPr bwMode="auto">
            <a:xfrm>
              <a:off x="3120" y="2112"/>
              <a:ext cx="145" cy="631"/>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8" name="Rectangle 16"/>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39" name="Rectangle 17"/>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0" name="Rectangle 18"/>
            <p:cNvSpPr>
              <a:spLocks noChangeArrowheads="1"/>
            </p:cNvSpPr>
            <p:nvPr/>
          </p:nvSpPr>
          <p:spPr bwMode="auto">
            <a:xfrm>
              <a:off x="3312" y="1632"/>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P1</a:t>
              </a:r>
              <a:endParaRPr kumimoji="1" lang="en-US" altLang="zh-CN" sz="2646">
                <a:solidFill>
                  <a:prstClr val="black"/>
                </a:solidFill>
                <a:latin typeface="Arial" panose="020B0604020202020204"/>
                <a:ea typeface="宋体" panose="02010600030101010101" pitchFamily="2" charset="-122"/>
                <a:cs typeface="+mn-cs"/>
              </a:endParaRPr>
            </a:p>
          </p:txBody>
        </p:sp>
      </p:grpSp>
      <p:grpSp>
        <p:nvGrpSpPr>
          <p:cNvPr id="41" name="Group 20"/>
          <p:cNvGrpSpPr>
            <a:grpSpLocks/>
          </p:cNvGrpSpPr>
          <p:nvPr/>
        </p:nvGrpSpPr>
        <p:grpSpPr bwMode="auto">
          <a:xfrm>
            <a:off x="7370763" y="3876675"/>
            <a:ext cx="1847850" cy="2603500"/>
            <a:chOff x="2928" y="1344"/>
            <a:chExt cx="1145" cy="1632"/>
          </a:xfrm>
        </p:grpSpPr>
        <p:sp>
          <p:nvSpPr>
            <p:cNvPr id="42" name="Freeform 21"/>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3" name="Freeform 22"/>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4" name="Freeform 23"/>
            <p:cNvSpPr>
              <a:spLocks/>
            </p:cNvSpPr>
            <p:nvPr/>
          </p:nvSpPr>
          <p:spPr bwMode="auto">
            <a:xfrm>
              <a:off x="3120" y="2112"/>
              <a:ext cx="145" cy="631"/>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5" name="Rectangle 24"/>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6" name="Rectangle 25"/>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P1</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7" name="Rectangle 26"/>
            <p:cNvSpPr>
              <a:spLocks noChangeArrowheads="1"/>
            </p:cNvSpPr>
            <p:nvPr/>
          </p:nvSpPr>
          <p:spPr bwMode="auto">
            <a:xfrm>
              <a:off x="3312" y="1632"/>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grpSp>
      <p:sp>
        <p:nvSpPr>
          <p:cNvPr id="3" name="灯片编号占位符 2">
            <a:extLst>
              <a:ext uri="{FF2B5EF4-FFF2-40B4-BE49-F238E27FC236}">
                <a16:creationId xmlns:a16="http://schemas.microsoft.com/office/drawing/2014/main" id="{65EC2CCF-6981-B9FF-26BD-479ACC508C06}"/>
              </a:ext>
            </a:extLst>
          </p:cNvPr>
          <p:cNvSpPr>
            <a:spLocks noGrp="1"/>
          </p:cNvSpPr>
          <p:nvPr>
            <p:ph type="sldNum" sz="quarter" idx="12"/>
          </p:nvPr>
        </p:nvSpPr>
        <p:spPr/>
        <p:txBody>
          <a:bodyPr/>
          <a:lstStyle/>
          <a:p>
            <a:pPr>
              <a:defRPr/>
            </a:pPr>
            <a:fld id="{FD48AB77-BCD8-44CA-85A0-F5D333B5E9D2}" type="slidenum">
              <a:rPr lang="en-US" smtClean="0"/>
              <a:pPr>
                <a:defRPr/>
              </a:pPr>
              <a:t>57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par>
                                <p:cTn id="8" presetID="22" presetClass="entr" presetSubtype="1"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up)">
                                      <p:cBhvr>
                                        <p:cTn id="10" dur="500"/>
                                        <p:tgtEl>
                                          <p:spTgt spid="34"/>
                                        </p:tgtEl>
                                      </p:cBhvr>
                                    </p:animEffect>
                                  </p:childTnLst>
                                </p:cTn>
                              </p:par>
                              <p:par>
                                <p:cTn id="11" presetID="22" presetClass="entr" presetSubtype="1"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up)">
                                      <p:cBhvr>
                                        <p:cTn id="1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defTabSz="503972" fontAlgn="auto">
              <a:spcAft>
                <a:spcPts val="0"/>
              </a:spcAft>
              <a:defRPr/>
            </a:pPr>
            <a:r>
              <a:rPr lang="zh-CN" altLang="en-US" dirty="0"/>
              <a:t>如何维护</a:t>
            </a:r>
            <a:r>
              <a:rPr lang="zh-CN" altLang="en-US" noProof="1"/>
              <a:t>嵌套层次显示表</a:t>
            </a:r>
            <a:r>
              <a:rPr lang="en-US" altLang="zh-CN" noProof="1"/>
              <a:t>Display</a:t>
            </a:r>
            <a:endParaRPr lang="zh-CN" altLang="en-US" dirty="0"/>
          </a:p>
        </p:txBody>
      </p:sp>
      <p:sp>
        <p:nvSpPr>
          <p:cNvPr id="205827" name="Rectangle 2"/>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问题：</a:t>
            </a:r>
            <a:r>
              <a:rPr lang="zh-CN" altLang="en-US" sz="3086" dirty="0">
                <a:solidFill>
                  <a:schemeClr val="tx1">
                    <a:lumMod val="75000"/>
                    <a:lumOff val="25000"/>
                  </a:schemeClr>
                </a:solidFill>
              </a:rPr>
              <a:t>当过程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调用过程</a:t>
            </a:r>
            <a:r>
              <a:rPr lang="en-US" altLang="zh-CN" sz="3086" dirty="0">
                <a:solidFill>
                  <a:schemeClr val="tx1">
                    <a:lumMod val="75000"/>
                    <a:lumOff val="25000"/>
                  </a:schemeClr>
                </a:solidFill>
              </a:rPr>
              <a:t>P2(</a:t>
            </a:r>
            <a:r>
              <a:rPr lang="en-US" altLang="zh-CN" sz="3086" i="1" dirty="0">
                <a:solidFill>
                  <a:schemeClr val="tx1">
                    <a:lumMod val="75000"/>
                    <a:lumOff val="25000"/>
                  </a:schemeClr>
                </a:solidFill>
                <a:latin typeface="Times New Roman" panose="02020603050405020304" pitchFamily="18" charset="0"/>
              </a:rPr>
              <a:t>l2</a:t>
            </a:r>
            <a:r>
              <a:rPr lang="en-US" altLang="en-US" sz="3086" dirty="0">
                <a:solidFill>
                  <a:schemeClr val="tx1">
                    <a:lumMod val="75000"/>
                    <a:lumOff val="25000"/>
                  </a:schemeClr>
                </a:solidFill>
              </a:rPr>
              <a:t>层</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而进入</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后，</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应如何建立起自己的</a:t>
            </a:r>
            <a:r>
              <a:rPr lang="en-US" altLang="zh-CN" sz="3086" dirty="0">
                <a:solidFill>
                  <a:schemeClr val="tx1">
                    <a:lumMod val="75000"/>
                    <a:lumOff val="25000"/>
                  </a:schemeClr>
                </a:solidFill>
              </a:rPr>
              <a:t>Display</a:t>
            </a:r>
            <a:r>
              <a:rPr lang="zh-CN" altLang="en-US" sz="3086" dirty="0">
                <a:solidFill>
                  <a:schemeClr val="tx1">
                    <a:lumMod val="75000"/>
                    <a:lumOff val="25000"/>
                  </a:schemeClr>
                </a:solidFill>
              </a:rPr>
              <a:t>表？</a:t>
            </a:r>
          </a:p>
        </p:txBody>
      </p:sp>
      <p:grpSp>
        <p:nvGrpSpPr>
          <p:cNvPr id="54" name="Group 3"/>
          <p:cNvGrpSpPr>
            <a:grpSpLocks/>
          </p:cNvGrpSpPr>
          <p:nvPr/>
        </p:nvGrpSpPr>
        <p:grpSpPr bwMode="auto">
          <a:xfrm>
            <a:off x="895350" y="3116263"/>
            <a:ext cx="1679575" cy="2436812"/>
            <a:chOff x="1440" y="1056"/>
            <a:chExt cx="1248" cy="1872"/>
          </a:xfrm>
        </p:grpSpPr>
        <p:sp>
          <p:nvSpPr>
            <p:cNvPr id="55" name="Freeform 4"/>
            <p:cNvSpPr>
              <a:spLocks/>
            </p:cNvSpPr>
            <p:nvPr/>
          </p:nvSpPr>
          <p:spPr bwMode="auto">
            <a:xfrm>
              <a:off x="1440" y="1247"/>
              <a:ext cx="576" cy="1681"/>
            </a:xfrm>
            <a:custGeom>
              <a:avLst/>
              <a:gdLst>
                <a:gd name="T0" fmla="*/ 21030878 w 240"/>
                <a:gd name="T1" fmla="*/ 0 h 1632"/>
                <a:gd name="T2" fmla="*/ 0 w 240"/>
                <a:gd name="T3" fmla="*/ 0 h 1632"/>
                <a:gd name="T4" fmla="*/ 0 w 240"/>
                <a:gd name="T5" fmla="*/ 2378 h 1632"/>
                <a:gd name="T6" fmla="*/ 21030878 w 240"/>
                <a:gd name="T7" fmla="*/ 2378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56" name="Freeform 5"/>
            <p:cNvSpPr>
              <a:spLocks/>
            </p:cNvSpPr>
            <p:nvPr/>
          </p:nvSpPr>
          <p:spPr bwMode="auto">
            <a:xfrm>
              <a:off x="1584" y="1488"/>
              <a:ext cx="144" cy="624"/>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57" name="Freeform 6"/>
            <p:cNvSpPr>
              <a:spLocks/>
            </p:cNvSpPr>
            <p:nvPr/>
          </p:nvSpPr>
          <p:spPr bwMode="auto">
            <a:xfrm>
              <a:off x="1584" y="2304"/>
              <a:ext cx="144" cy="577"/>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58" name="Rectangle 7"/>
            <p:cNvSpPr>
              <a:spLocks noChangeArrowheads="1"/>
            </p:cNvSpPr>
            <p:nvPr/>
          </p:nvSpPr>
          <p:spPr bwMode="auto">
            <a:xfrm>
              <a:off x="2016" y="1056"/>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dirty="0">
                  <a:solidFill>
                    <a:prstClr val="black"/>
                  </a:solidFill>
                  <a:latin typeface="微软雅黑" panose="020B0503020204020204" pitchFamily="34" charset="-122"/>
                  <a:cs typeface="+mn-cs"/>
                </a:rPr>
                <a:t>P0</a:t>
              </a:r>
              <a:endParaRPr kumimoji="1" lang="en-US" altLang="zh-CN" sz="2646" dirty="0">
                <a:solidFill>
                  <a:prstClr val="black"/>
                </a:solidFill>
                <a:latin typeface="微软雅黑" panose="020B0503020204020204" pitchFamily="34" charset="-122"/>
                <a:cs typeface="+mn-cs"/>
              </a:endParaRPr>
            </a:p>
          </p:txBody>
        </p:sp>
        <p:sp>
          <p:nvSpPr>
            <p:cNvPr id="59" name="Rectangle 8"/>
            <p:cNvSpPr>
              <a:spLocks noChangeArrowheads="1"/>
            </p:cNvSpPr>
            <p:nvPr/>
          </p:nvSpPr>
          <p:spPr bwMode="auto">
            <a:xfrm>
              <a:off x="1728" y="2112"/>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sp>
          <p:nvSpPr>
            <p:cNvPr id="60" name="Rectangle 9"/>
            <p:cNvSpPr>
              <a:spLocks noChangeArrowheads="1"/>
            </p:cNvSpPr>
            <p:nvPr/>
          </p:nvSpPr>
          <p:spPr bwMode="auto">
            <a:xfrm>
              <a:off x="1728" y="1344"/>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P2</a:t>
              </a:r>
              <a:endParaRPr kumimoji="1" lang="en-US" altLang="zh-CN" sz="2646">
                <a:solidFill>
                  <a:prstClr val="black"/>
                </a:solidFill>
                <a:latin typeface="微软雅黑" panose="020B0503020204020204" pitchFamily="34" charset="-122"/>
                <a:cs typeface="+mn-cs"/>
              </a:endParaRPr>
            </a:p>
          </p:txBody>
        </p:sp>
      </p:grpSp>
      <p:sp>
        <p:nvSpPr>
          <p:cNvPr id="61" name="Rectangle 30"/>
          <p:cNvSpPr>
            <a:spLocks noChangeArrowheads="1"/>
          </p:cNvSpPr>
          <p:nvPr/>
        </p:nvSpPr>
        <p:spPr bwMode="auto">
          <a:xfrm>
            <a:off x="2803525" y="4565650"/>
            <a:ext cx="2695575" cy="793750"/>
          </a:xfrm>
          <a:prstGeom prst="rect">
            <a:avLst/>
          </a:prstGeom>
          <a:solidFill>
            <a:srgbClr val="FFCC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的最新活动记录的起始地址</a:t>
            </a:r>
          </a:p>
        </p:txBody>
      </p:sp>
      <p:sp>
        <p:nvSpPr>
          <p:cNvPr id="62" name="Rectangle 31"/>
          <p:cNvSpPr>
            <a:spLocks noChangeArrowheads="1"/>
          </p:cNvSpPr>
          <p:nvPr/>
        </p:nvSpPr>
        <p:spPr bwMode="auto">
          <a:xfrm>
            <a:off x="2803525" y="5359400"/>
            <a:ext cx="2695575"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lang="en-US" altLang="zh-CN" sz="2646" dirty="0">
                <a:solidFill>
                  <a:prstClr val="white"/>
                </a:solidFill>
                <a:latin typeface="微软雅黑" panose="020B0503020204020204" pitchFamily="34" charset="-122"/>
                <a:cs typeface="+mn-cs"/>
              </a:rPr>
              <a:t>P</a:t>
            </a:r>
            <a:r>
              <a:rPr kumimoji="1" lang="en-US" altLang="zh-CN" sz="2646" dirty="0">
                <a:solidFill>
                  <a:prstClr val="white"/>
                </a:solidFill>
                <a:latin typeface="微软雅黑" panose="020B0503020204020204" pitchFamily="34" charset="-122"/>
                <a:cs typeface="+mn-cs"/>
              </a:rPr>
              <a:t>0</a:t>
            </a:r>
            <a:r>
              <a:rPr kumimoji="1" lang="zh-CN" altLang="en-US" sz="2646" dirty="0">
                <a:solidFill>
                  <a:prstClr val="white"/>
                </a:solidFill>
                <a:latin typeface="微软雅黑" panose="020B0503020204020204" pitchFamily="34" charset="-122"/>
                <a:cs typeface="+mn-cs"/>
              </a:rPr>
              <a:t>的最新活动记</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cs typeface="+mn-cs"/>
              </a:rPr>
              <a:t>录的起始地址</a:t>
            </a:r>
          </a:p>
        </p:txBody>
      </p:sp>
      <p:sp>
        <p:nvSpPr>
          <p:cNvPr id="63" name="Text Box 32"/>
          <p:cNvSpPr txBox="1">
            <a:spLocks noChangeArrowheads="1"/>
          </p:cNvSpPr>
          <p:nvPr/>
        </p:nvSpPr>
        <p:spPr bwMode="auto">
          <a:xfrm>
            <a:off x="2897188" y="6727825"/>
            <a:ext cx="24495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64" name="Rectangle 33"/>
          <p:cNvSpPr>
            <a:spLocks noChangeArrowheads="1"/>
          </p:cNvSpPr>
          <p:nvPr/>
        </p:nvSpPr>
        <p:spPr bwMode="auto">
          <a:xfrm>
            <a:off x="6453188" y="5359400"/>
            <a:ext cx="2698750"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P0</a:t>
            </a:r>
            <a:r>
              <a:rPr kumimoji="1" lang="zh-CN" altLang="en-US" sz="2646">
                <a:solidFill>
                  <a:prstClr val="white"/>
                </a:solidFill>
                <a:latin typeface="微软雅黑" panose="020B0503020204020204" pitchFamily="34" charset="-122"/>
                <a:cs typeface="+mn-cs"/>
              </a:rPr>
              <a:t>的最新活动记录的起始地址</a:t>
            </a:r>
          </a:p>
        </p:txBody>
      </p:sp>
      <p:sp>
        <p:nvSpPr>
          <p:cNvPr id="65" name="Rectangle 34"/>
          <p:cNvSpPr>
            <a:spLocks noChangeArrowheads="1"/>
          </p:cNvSpPr>
          <p:nvPr/>
        </p:nvSpPr>
        <p:spPr bwMode="auto">
          <a:xfrm>
            <a:off x="6453188" y="4565650"/>
            <a:ext cx="2698750" cy="793750"/>
          </a:xfrm>
          <a:prstGeom prst="rect">
            <a:avLst/>
          </a:prstGeom>
          <a:solidFill>
            <a:srgbClr val="33CCCC"/>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P2</a:t>
            </a:r>
            <a:r>
              <a:rPr kumimoji="1" lang="zh-CN" altLang="en-US" sz="2646">
                <a:solidFill>
                  <a:prstClr val="black"/>
                </a:solidFill>
                <a:latin typeface="微软雅黑" panose="020B0503020204020204" pitchFamily="34" charset="-122"/>
                <a:cs typeface="+mn-cs"/>
              </a:rPr>
              <a:t>的最新活动记</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录的起始地址</a:t>
            </a:r>
          </a:p>
        </p:txBody>
      </p:sp>
      <p:sp>
        <p:nvSpPr>
          <p:cNvPr id="66" name="Rectangle 35"/>
          <p:cNvSpPr>
            <a:spLocks noChangeArrowheads="1"/>
          </p:cNvSpPr>
          <p:nvPr/>
        </p:nvSpPr>
        <p:spPr bwMode="auto">
          <a:xfrm>
            <a:off x="2803525" y="6232525"/>
            <a:ext cx="2695575" cy="476250"/>
          </a:xfrm>
          <a:prstGeom prst="rect">
            <a:avLst/>
          </a:prstGeom>
          <a:solidFill>
            <a:schemeClr val="tx1"/>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67" name="Rectangle 36"/>
          <p:cNvSpPr>
            <a:spLocks noChangeArrowheads="1"/>
          </p:cNvSpPr>
          <p:nvPr/>
        </p:nvSpPr>
        <p:spPr bwMode="auto">
          <a:xfrm>
            <a:off x="6453188" y="6232525"/>
            <a:ext cx="2698750" cy="476250"/>
          </a:xfrm>
          <a:prstGeom prst="rect">
            <a:avLst/>
          </a:prstGeom>
          <a:solidFill>
            <a:srgbClr val="00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68" name="Text Box 37"/>
          <p:cNvSpPr txBox="1">
            <a:spLocks noChangeArrowheads="1"/>
          </p:cNvSpPr>
          <p:nvPr/>
        </p:nvSpPr>
        <p:spPr bwMode="auto">
          <a:xfrm>
            <a:off x="6605588" y="6727825"/>
            <a:ext cx="24495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P2</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69" name="Text Box 38"/>
          <p:cNvSpPr txBox="1">
            <a:spLocks noChangeArrowheads="1"/>
          </p:cNvSpPr>
          <p:nvPr/>
        </p:nvSpPr>
        <p:spPr bwMode="auto">
          <a:xfrm>
            <a:off x="2671763" y="3090863"/>
            <a:ext cx="6735762"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646" dirty="0">
                <a:solidFill>
                  <a:srgbClr val="6600CC"/>
                </a:solidFill>
                <a:latin typeface="微软雅黑" panose="020B0503020204020204" pitchFamily="34" charset="-122"/>
                <a:cs typeface="+mn-cs"/>
              </a:rPr>
              <a:t>从</a:t>
            </a:r>
            <a:r>
              <a:rPr lang="en-US" altLang="zh-CN" sz="2646" dirty="0">
                <a:solidFill>
                  <a:srgbClr val="6600CC"/>
                </a:solidFill>
                <a:latin typeface="微软雅黑" panose="020B0503020204020204" pitchFamily="34" charset="-122"/>
                <a:cs typeface="+mn-cs"/>
              </a:rPr>
              <a:t>P1</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表中自底而上取</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个单元</a:t>
            </a:r>
            <a:r>
              <a:rPr lang="en-US" altLang="zh-CN" sz="2646" dirty="0">
                <a:solidFill>
                  <a:srgbClr val="6600CC"/>
                </a:solidFill>
                <a:latin typeface="微软雅黑" panose="020B0503020204020204" pitchFamily="34" charset="-122"/>
                <a:cs typeface="+mn-cs"/>
              </a:rPr>
              <a:t>(</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为</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的层数</a:t>
            </a:r>
            <a:r>
              <a:rPr lang="en-US" altLang="zh-CN" sz="2646" dirty="0">
                <a:solidFill>
                  <a:srgbClr val="6600CC"/>
                </a:solidFill>
                <a:latin typeface="微软雅黑" panose="020B0503020204020204" pitchFamily="34" charset="-122"/>
                <a:cs typeface="+mn-cs"/>
              </a:rPr>
              <a:t>)</a:t>
            </a:r>
            <a:r>
              <a:rPr lang="zh-CN" altLang="en-US" sz="2646" dirty="0">
                <a:solidFill>
                  <a:srgbClr val="6600CC"/>
                </a:solidFill>
                <a:latin typeface="微软雅黑" panose="020B0503020204020204" pitchFamily="34" charset="-122"/>
                <a:cs typeface="+mn-cs"/>
              </a:rPr>
              <a:t>再添上进入</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后新建立的</a:t>
            </a:r>
            <a:r>
              <a:rPr lang="en-US" altLang="zh-CN" sz="2646" dirty="0">
                <a:solidFill>
                  <a:srgbClr val="6600CC"/>
                </a:solidFill>
                <a:latin typeface="微软雅黑" panose="020B0503020204020204" pitchFamily="34" charset="-122"/>
                <a:cs typeface="+mn-cs"/>
              </a:rPr>
              <a:t>SP</a:t>
            </a:r>
            <a:r>
              <a:rPr lang="zh-CN" altLang="en-US" sz="2646" dirty="0">
                <a:solidFill>
                  <a:srgbClr val="6600CC"/>
                </a:solidFill>
                <a:latin typeface="微软雅黑" panose="020B0503020204020204" pitchFamily="34" charset="-122"/>
                <a:cs typeface="+mn-cs"/>
              </a:rPr>
              <a:t>值就构成了</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a:t>
            </a:r>
          </a:p>
        </p:txBody>
      </p:sp>
      <p:sp>
        <p:nvSpPr>
          <p:cNvPr id="70" name="Text Box 42"/>
          <p:cNvSpPr txBox="1">
            <a:spLocks noChangeArrowheads="1"/>
          </p:cNvSpPr>
          <p:nvPr/>
        </p:nvSpPr>
        <p:spPr bwMode="auto">
          <a:xfrm>
            <a:off x="2339975" y="6488113"/>
            <a:ext cx="3825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71" name="Text Box 43"/>
          <p:cNvSpPr txBox="1">
            <a:spLocks noChangeArrowheads="1"/>
          </p:cNvSpPr>
          <p:nvPr/>
        </p:nvSpPr>
        <p:spPr bwMode="auto">
          <a:xfrm>
            <a:off x="2057400" y="5449888"/>
            <a:ext cx="7318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72" name="Text Box 44"/>
          <p:cNvSpPr txBox="1">
            <a:spLocks noChangeArrowheads="1"/>
          </p:cNvSpPr>
          <p:nvPr/>
        </p:nvSpPr>
        <p:spPr bwMode="auto">
          <a:xfrm>
            <a:off x="2325688" y="4638675"/>
            <a:ext cx="4492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a:t>
            </a:r>
            <a:endParaRPr lang="en-GB" altLang="zh-CN" sz="2646" b="1" i="1">
              <a:solidFill>
                <a:prstClr val="black"/>
              </a:solidFill>
              <a:latin typeface="Times New Roman" panose="02020603050405020304" pitchFamily="18" charset="0"/>
              <a:cs typeface="+mn-cs"/>
            </a:endParaRPr>
          </a:p>
        </p:txBody>
      </p:sp>
      <p:sp>
        <p:nvSpPr>
          <p:cNvPr id="73" name="Text Box 45"/>
          <p:cNvSpPr txBox="1">
            <a:spLocks noChangeArrowheads="1"/>
          </p:cNvSpPr>
          <p:nvPr/>
        </p:nvSpPr>
        <p:spPr bwMode="auto">
          <a:xfrm>
            <a:off x="5989638" y="6488113"/>
            <a:ext cx="3841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74" name="Text Box 46"/>
          <p:cNvSpPr txBox="1">
            <a:spLocks noChangeArrowheads="1"/>
          </p:cNvSpPr>
          <p:nvPr/>
        </p:nvSpPr>
        <p:spPr bwMode="auto">
          <a:xfrm>
            <a:off x="5708650" y="5449888"/>
            <a:ext cx="7302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75" name="Text Box 47"/>
          <p:cNvSpPr txBox="1">
            <a:spLocks noChangeArrowheads="1"/>
          </p:cNvSpPr>
          <p:nvPr/>
        </p:nvSpPr>
        <p:spPr bwMode="auto">
          <a:xfrm>
            <a:off x="5975350" y="4638675"/>
            <a:ext cx="4492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dirty="0">
                <a:solidFill>
                  <a:prstClr val="black"/>
                </a:solidFill>
                <a:latin typeface="Times New Roman" panose="02020603050405020304" pitchFamily="18" charset="0"/>
                <a:cs typeface="+mn-cs"/>
              </a:rPr>
              <a:t>l2</a:t>
            </a:r>
            <a:endParaRPr lang="en-GB" altLang="zh-CN" sz="2646" b="1" i="1" dirty="0">
              <a:solidFill>
                <a:prstClr val="black"/>
              </a:solidFill>
              <a:latin typeface="Times New Roman" panose="02020603050405020304" pitchFamily="18" charset="0"/>
              <a:cs typeface="+mn-cs"/>
            </a:endParaRPr>
          </a:p>
        </p:txBody>
      </p:sp>
      <p:sp>
        <p:nvSpPr>
          <p:cNvPr id="76" name="文本框 75"/>
          <p:cNvSpPr txBox="1"/>
          <p:nvPr/>
        </p:nvSpPr>
        <p:spPr>
          <a:xfrm>
            <a:off x="1036638" y="3687763"/>
            <a:ext cx="449262"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77" name="文本框 76"/>
          <p:cNvSpPr txBox="1"/>
          <p:nvPr/>
        </p:nvSpPr>
        <p:spPr>
          <a:xfrm>
            <a:off x="1046163" y="4722813"/>
            <a:ext cx="449262"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78" name="文本框 77"/>
          <p:cNvSpPr txBox="1"/>
          <p:nvPr/>
        </p:nvSpPr>
        <p:spPr>
          <a:xfrm>
            <a:off x="844550" y="3271838"/>
            <a:ext cx="749300" cy="498475"/>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l2-1</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4" name="灯片编号占位符 3">
            <a:extLst>
              <a:ext uri="{FF2B5EF4-FFF2-40B4-BE49-F238E27FC236}">
                <a16:creationId xmlns:a16="http://schemas.microsoft.com/office/drawing/2014/main" id="{DAEAA83D-2807-E112-9433-AA83CD2D9991}"/>
              </a:ext>
            </a:extLst>
          </p:cNvPr>
          <p:cNvSpPr>
            <a:spLocks noGrp="1"/>
          </p:cNvSpPr>
          <p:nvPr>
            <p:ph type="sldNum" sz="quarter" idx="12"/>
          </p:nvPr>
        </p:nvSpPr>
        <p:spPr/>
        <p:txBody>
          <a:bodyPr/>
          <a:lstStyle/>
          <a:p>
            <a:pPr>
              <a:defRPr/>
            </a:pPr>
            <a:fld id="{5F0CBB5D-DCD4-4E3E-AA06-A5BB130C35CA}" type="slidenum">
              <a:rPr lang="en-US" smtClean="0"/>
              <a:pPr>
                <a:defRPr/>
              </a:pPr>
              <a:t>58</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wipe(left)">
                                      <p:cBhvr>
                                        <p:cTn id="12" dur="500"/>
                                        <p:tgtEl>
                                          <p:spTgt spid="7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wipe(left)">
                                      <p:cBhvr>
                                        <p:cTn id="15" dur="500"/>
                                        <p:tgtEl>
                                          <p:spTgt spid="7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wipe(left)">
                                      <p:cBhvr>
                                        <p:cTn id="18" dur="500"/>
                                        <p:tgtEl>
                                          <p:spTgt spid="7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wipe(down)">
                                      <p:cBhvr>
                                        <p:cTn id="23" dur="500"/>
                                        <p:tgtEl>
                                          <p:spTgt spid="6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0"/>
                                        </p:tgtEl>
                                        <p:attrNameLst>
                                          <p:attrName>style.visibility</p:attrName>
                                        </p:attrNameLst>
                                      </p:cBhvr>
                                      <p:to>
                                        <p:strVal val="visible"/>
                                      </p:to>
                                    </p:set>
                                    <p:animEffect transition="in" filter="wipe(down)">
                                      <p:cBhvr>
                                        <p:cTn id="28" dur="500"/>
                                        <p:tgtEl>
                                          <p:spTgt spid="7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ipe(down)">
                                      <p:cBhvr>
                                        <p:cTn id="31" dur="500"/>
                                        <p:tgtEl>
                                          <p:spTgt spid="6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wipe(down)">
                                      <p:cBhvr>
                                        <p:cTn id="36" dur="500"/>
                                        <p:tgtEl>
                                          <p:spTgt spid="71"/>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down)">
                                      <p:cBhvr>
                                        <p:cTn id="39" dur="500"/>
                                        <p:tgtEl>
                                          <p:spTgt spid="6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wipe(down)">
                                      <p:cBhvr>
                                        <p:cTn id="44" dur="500"/>
                                        <p:tgtEl>
                                          <p:spTgt spid="72"/>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wipe(down)">
                                      <p:cBhvr>
                                        <p:cTn id="47" dur="500"/>
                                        <p:tgtEl>
                                          <p:spTgt spid="6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8"/>
                                        </p:tgtEl>
                                        <p:attrNameLst>
                                          <p:attrName>style.visibility</p:attrName>
                                        </p:attrNameLst>
                                      </p:cBhvr>
                                      <p:to>
                                        <p:strVal val="visible"/>
                                      </p:to>
                                    </p:set>
                                    <p:animEffect transition="in" filter="wipe(down)">
                                      <p:cBhvr>
                                        <p:cTn id="52" dur="500"/>
                                        <p:tgtEl>
                                          <p:spTgt spid="6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wipe(down)">
                                      <p:cBhvr>
                                        <p:cTn id="57" dur="500"/>
                                        <p:tgtEl>
                                          <p:spTgt spid="7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67"/>
                                        </p:tgtEl>
                                        <p:attrNameLst>
                                          <p:attrName>style.visibility</p:attrName>
                                        </p:attrNameLst>
                                      </p:cBhvr>
                                      <p:to>
                                        <p:strVal val="visible"/>
                                      </p:to>
                                    </p:set>
                                    <p:animEffect transition="in" filter="wipe(down)">
                                      <p:cBhvr>
                                        <p:cTn id="60" dur="500"/>
                                        <p:tgtEl>
                                          <p:spTgt spid="6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74"/>
                                        </p:tgtEl>
                                        <p:attrNameLst>
                                          <p:attrName>style.visibility</p:attrName>
                                        </p:attrNameLst>
                                      </p:cBhvr>
                                      <p:to>
                                        <p:strVal val="visible"/>
                                      </p:to>
                                    </p:set>
                                    <p:animEffect transition="in" filter="wipe(down)">
                                      <p:cBhvr>
                                        <p:cTn id="65" dur="500"/>
                                        <p:tgtEl>
                                          <p:spTgt spid="74"/>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64"/>
                                        </p:tgtEl>
                                        <p:attrNameLst>
                                          <p:attrName>style.visibility</p:attrName>
                                        </p:attrNameLst>
                                      </p:cBhvr>
                                      <p:to>
                                        <p:strVal val="visible"/>
                                      </p:to>
                                    </p:set>
                                    <p:animEffect transition="in" filter="wipe(down)">
                                      <p:cBhvr>
                                        <p:cTn id="68" dur="500"/>
                                        <p:tgtEl>
                                          <p:spTgt spid="6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wipe(down)">
                                      <p:cBhvr>
                                        <p:cTn id="73" dur="500"/>
                                        <p:tgtEl>
                                          <p:spTgt spid="6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75"/>
                                        </p:tgtEl>
                                        <p:attrNameLst>
                                          <p:attrName>style.visibility</p:attrName>
                                        </p:attrNameLst>
                                      </p:cBhvr>
                                      <p:to>
                                        <p:strVal val="visible"/>
                                      </p:to>
                                    </p:set>
                                    <p:animEffect transition="in" filter="wipe(down)">
                                      <p:cBhvr>
                                        <p:cTn id="78" dur="500"/>
                                        <p:tgtEl>
                                          <p:spTgt spid="7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69"/>
                                        </p:tgtEl>
                                        <p:attrNameLst>
                                          <p:attrName>style.visibility</p:attrName>
                                        </p:attrNameLst>
                                      </p:cBhvr>
                                      <p:to>
                                        <p:strVal val="visible"/>
                                      </p:to>
                                    </p:set>
                                    <p:animEffect transition="in" filter="wipe(left)">
                                      <p:cBhvr>
                                        <p:cTn id="83"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animBg="1"/>
      <p:bldP spid="63" grpId="0"/>
      <p:bldP spid="64" grpId="0" animBg="1"/>
      <p:bldP spid="65" grpId="0" animBg="1"/>
      <p:bldP spid="66" grpId="0" animBg="1"/>
      <p:bldP spid="67" grpId="0" animBg="1"/>
      <p:bldP spid="68" grpId="0"/>
      <p:bldP spid="69" grpId="0"/>
      <p:bldP spid="70" grpId="0"/>
      <p:bldP spid="71" grpId="0"/>
      <p:bldP spid="72" grpId="0"/>
      <p:bldP spid="73" grpId="0"/>
      <p:bldP spid="74" grpId="0"/>
      <p:bldP spid="75" grpId="0"/>
      <p:bldP spid="76" grpId="0"/>
      <p:bldP spid="77" grpId="0"/>
      <p:bldP spid="78" grpId="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defTabSz="503972" fontAlgn="auto">
              <a:spcAft>
                <a:spcPts val="0"/>
              </a:spcAft>
              <a:defRPr/>
            </a:pPr>
            <a:r>
              <a:rPr lang="zh-CN" altLang="en-US" dirty="0"/>
              <a:t>如何维护</a:t>
            </a:r>
            <a:r>
              <a:rPr lang="zh-CN" altLang="en-US" noProof="1"/>
              <a:t>嵌套层次显示表</a:t>
            </a:r>
            <a:r>
              <a:rPr lang="en-US" altLang="zh-CN" noProof="1"/>
              <a:t>Display</a:t>
            </a:r>
            <a:endParaRPr lang="zh-CN" altLang="en-US" dirty="0"/>
          </a:p>
        </p:txBody>
      </p:sp>
      <p:sp>
        <p:nvSpPr>
          <p:cNvPr id="207875" name="Rectangle 2"/>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问题：</a:t>
            </a:r>
            <a:r>
              <a:rPr lang="zh-CN" altLang="en-US" sz="3086" dirty="0">
                <a:solidFill>
                  <a:schemeClr val="tx1">
                    <a:lumMod val="75000"/>
                    <a:lumOff val="25000"/>
                  </a:schemeClr>
                </a:solidFill>
              </a:rPr>
              <a:t>当过程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调用过程</a:t>
            </a:r>
            <a:r>
              <a:rPr lang="en-US" altLang="zh-CN" sz="3086" dirty="0">
                <a:solidFill>
                  <a:schemeClr val="tx1">
                    <a:lumMod val="75000"/>
                    <a:lumOff val="25000"/>
                  </a:schemeClr>
                </a:solidFill>
              </a:rPr>
              <a:t>P2(</a:t>
            </a:r>
            <a:r>
              <a:rPr lang="en-US" altLang="zh-CN" sz="3086" i="1" dirty="0">
                <a:solidFill>
                  <a:schemeClr val="tx1">
                    <a:lumMod val="75000"/>
                    <a:lumOff val="25000"/>
                  </a:schemeClr>
                </a:solidFill>
                <a:latin typeface="Times New Roman" panose="02020603050405020304" pitchFamily="18" charset="0"/>
              </a:rPr>
              <a:t>l2</a:t>
            </a:r>
            <a:r>
              <a:rPr lang="en-US" altLang="en-US" sz="3086" dirty="0">
                <a:solidFill>
                  <a:schemeClr val="tx1">
                    <a:lumMod val="75000"/>
                    <a:lumOff val="25000"/>
                  </a:schemeClr>
                </a:solidFill>
              </a:rPr>
              <a:t>层</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而进入</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后，</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应如何建立起自己的</a:t>
            </a:r>
            <a:r>
              <a:rPr lang="en-US" altLang="zh-CN" sz="3086" dirty="0">
                <a:solidFill>
                  <a:schemeClr val="tx1">
                    <a:lumMod val="75000"/>
                    <a:lumOff val="25000"/>
                  </a:schemeClr>
                </a:solidFill>
              </a:rPr>
              <a:t>Display</a:t>
            </a:r>
            <a:r>
              <a:rPr lang="zh-CN" altLang="en-US" sz="3086" dirty="0">
                <a:solidFill>
                  <a:schemeClr val="tx1">
                    <a:lumMod val="75000"/>
                    <a:lumOff val="25000"/>
                  </a:schemeClr>
                </a:solidFill>
              </a:rPr>
              <a:t>表？</a:t>
            </a:r>
          </a:p>
        </p:txBody>
      </p:sp>
      <p:grpSp>
        <p:nvGrpSpPr>
          <p:cNvPr id="35" name="Group 10"/>
          <p:cNvGrpSpPr>
            <a:grpSpLocks/>
          </p:cNvGrpSpPr>
          <p:nvPr/>
        </p:nvGrpSpPr>
        <p:grpSpPr bwMode="auto">
          <a:xfrm>
            <a:off x="893763" y="3114675"/>
            <a:ext cx="1847850" cy="2605088"/>
            <a:chOff x="2928" y="1344"/>
            <a:chExt cx="1145" cy="1632"/>
          </a:xfrm>
        </p:grpSpPr>
        <p:sp>
          <p:nvSpPr>
            <p:cNvPr id="36" name="Freeform 11"/>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7" name="Freeform 12"/>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8" name="Freeform 13"/>
            <p:cNvSpPr>
              <a:spLocks/>
            </p:cNvSpPr>
            <p:nvPr/>
          </p:nvSpPr>
          <p:spPr bwMode="auto">
            <a:xfrm>
              <a:off x="3120" y="2112"/>
              <a:ext cx="145"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9" name="Rectangle 14"/>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P0</a:t>
              </a:r>
              <a:endParaRPr kumimoji="1" lang="en-US" altLang="zh-CN" sz="2646">
                <a:solidFill>
                  <a:prstClr val="black"/>
                </a:solidFill>
                <a:latin typeface="微软雅黑" panose="020B0503020204020204" pitchFamily="34" charset="-122"/>
                <a:cs typeface="+mn-cs"/>
              </a:endParaRPr>
            </a:p>
          </p:txBody>
        </p:sp>
        <p:sp>
          <p:nvSpPr>
            <p:cNvPr id="40" name="Rectangle 15"/>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dirty="0">
                  <a:solidFill>
                    <a:prstClr val="black"/>
                  </a:solidFill>
                  <a:latin typeface="微软雅黑" panose="020B0503020204020204" pitchFamily="34" charset="-122"/>
                  <a:cs typeface="+mn-cs"/>
                </a:rPr>
                <a:t>P2</a:t>
              </a:r>
              <a:endParaRPr kumimoji="1" lang="en-US" altLang="zh-CN" sz="2646" dirty="0">
                <a:solidFill>
                  <a:prstClr val="black"/>
                </a:solidFill>
                <a:latin typeface="微软雅黑" panose="020B0503020204020204" pitchFamily="34" charset="-122"/>
                <a:cs typeface="+mn-cs"/>
              </a:endParaRPr>
            </a:p>
          </p:txBody>
        </p:sp>
        <p:sp>
          <p:nvSpPr>
            <p:cNvPr id="41" name="Rectangle 16"/>
            <p:cNvSpPr>
              <a:spLocks noChangeArrowheads="1"/>
            </p:cNvSpPr>
            <p:nvPr/>
          </p:nvSpPr>
          <p:spPr bwMode="auto">
            <a:xfrm>
              <a:off x="3312" y="1632"/>
              <a:ext cx="56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grpSp>
      <p:sp>
        <p:nvSpPr>
          <p:cNvPr id="42" name="Rectangle 24"/>
          <p:cNvSpPr>
            <a:spLocks noChangeArrowheads="1"/>
          </p:cNvSpPr>
          <p:nvPr/>
        </p:nvSpPr>
        <p:spPr bwMode="auto">
          <a:xfrm>
            <a:off x="2841625" y="4867275"/>
            <a:ext cx="2697163" cy="792163"/>
          </a:xfrm>
          <a:prstGeom prst="rect">
            <a:avLst/>
          </a:prstGeom>
          <a:solidFill>
            <a:srgbClr val="FFCC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的最新活动记录的起始地址</a:t>
            </a:r>
          </a:p>
        </p:txBody>
      </p:sp>
      <p:sp>
        <p:nvSpPr>
          <p:cNvPr id="43" name="Rectangle 25"/>
          <p:cNvSpPr>
            <a:spLocks noChangeArrowheads="1"/>
          </p:cNvSpPr>
          <p:nvPr/>
        </p:nvSpPr>
        <p:spPr bwMode="auto">
          <a:xfrm>
            <a:off x="2841625" y="5659438"/>
            <a:ext cx="2697163"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P0</a:t>
            </a:r>
            <a:r>
              <a:rPr kumimoji="1" lang="zh-CN" altLang="en-US" sz="2646">
                <a:solidFill>
                  <a:prstClr val="white"/>
                </a:solidFill>
                <a:latin typeface="微软雅黑" panose="020B0503020204020204" pitchFamily="34" charset="-122"/>
                <a:cs typeface="+mn-cs"/>
              </a:rPr>
              <a:t>的最新活动记录的起始地址</a:t>
            </a:r>
          </a:p>
        </p:txBody>
      </p:sp>
      <p:sp>
        <p:nvSpPr>
          <p:cNvPr id="44" name="Text Box 26"/>
          <p:cNvSpPr txBox="1">
            <a:spLocks noChangeArrowheads="1"/>
          </p:cNvSpPr>
          <p:nvPr/>
        </p:nvSpPr>
        <p:spPr bwMode="auto">
          <a:xfrm>
            <a:off x="2976563" y="7042150"/>
            <a:ext cx="24495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45" name="Rectangle 27"/>
          <p:cNvSpPr>
            <a:spLocks noChangeArrowheads="1"/>
          </p:cNvSpPr>
          <p:nvPr/>
        </p:nvSpPr>
        <p:spPr bwMode="auto">
          <a:xfrm>
            <a:off x="6491288" y="5659438"/>
            <a:ext cx="2698750"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cs typeface="+mn-cs"/>
              </a:rPr>
              <a:t>P0</a:t>
            </a:r>
            <a:r>
              <a:rPr kumimoji="1" lang="zh-CN" altLang="en-US" sz="2646" dirty="0">
                <a:solidFill>
                  <a:prstClr val="white"/>
                </a:solidFill>
                <a:latin typeface="微软雅黑" panose="020B0503020204020204" pitchFamily="34" charset="-122"/>
                <a:cs typeface="+mn-cs"/>
              </a:rPr>
              <a:t>的最新活动记录的起始地址</a:t>
            </a:r>
          </a:p>
        </p:txBody>
      </p:sp>
      <p:sp>
        <p:nvSpPr>
          <p:cNvPr id="46" name="Rectangle 28"/>
          <p:cNvSpPr>
            <a:spLocks noChangeArrowheads="1"/>
          </p:cNvSpPr>
          <p:nvPr/>
        </p:nvSpPr>
        <p:spPr bwMode="auto">
          <a:xfrm>
            <a:off x="6491288" y="4867275"/>
            <a:ext cx="2698750" cy="792163"/>
          </a:xfrm>
          <a:prstGeom prst="rect">
            <a:avLst/>
          </a:prstGeom>
          <a:solidFill>
            <a:srgbClr val="FFCC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的最新活动记录的起始地址</a:t>
            </a:r>
          </a:p>
        </p:txBody>
      </p:sp>
      <p:sp>
        <p:nvSpPr>
          <p:cNvPr id="47" name="Rectangle 29"/>
          <p:cNvSpPr>
            <a:spLocks noChangeArrowheads="1"/>
          </p:cNvSpPr>
          <p:nvPr/>
        </p:nvSpPr>
        <p:spPr bwMode="auto">
          <a:xfrm>
            <a:off x="2841625" y="6532563"/>
            <a:ext cx="2697163" cy="476250"/>
          </a:xfrm>
          <a:prstGeom prst="rect">
            <a:avLst/>
          </a:prstGeom>
          <a:solidFill>
            <a:schemeClr val="tx1"/>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48" name="Rectangle 30"/>
          <p:cNvSpPr>
            <a:spLocks noChangeArrowheads="1"/>
          </p:cNvSpPr>
          <p:nvPr/>
        </p:nvSpPr>
        <p:spPr bwMode="auto">
          <a:xfrm>
            <a:off x="6491288" y="6532563"/>
            <a:ext cx="2698750" cy="476250"/>
          </a:xfrm>
          <a:prstGeom prst="rect">
            <a:avLst/>
          </a:prstGeom>
          <a:solidFill>
            <a:srgbClr val="00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49" name="Text Box 31"/>
          <p:cNvSpPr txBox="1">
            <a:spLocks noChangeArrowheads="1"/>
          </p:cNvSpPr>
          <p:nvPr/>
        </p:nvSpPr>
        <p:spPr bwMode="auto">
          <a:xfrm>
            <a:off x="6627813" y="7042150"/>
            <a:ext cx="24495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P2</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50" name="Text Box 32"/>
          <p:cNvSpPr txBox="1">
            <a:spLocks noChangeArrowheads="1"/>
          </p:cNvSpPr>
          <p:nvPr/>
        </p:nvSpPr>
        <p:spPr bwMode="auto">
          <a:xfrm>
            <a:off x="2584450" y="3113088"/>
            <a:ext cx="7035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646" dirty="0">
                <a:solidFill>
                  <a:srgbClr val="6600CC"/>
                </a:solidFill>
                <a:latin typeface="微软雅黑" panose="020B0503020204020204" pitchFamily="34" charset="-122"/>
                <a:cs typeface="+mn-cs"/>
              </a:rPr>
              <a:t>从</a:t>
            </a:r>
            <a:r>
              <a:rPr lang="en-US" altLang="zh-CN" sz="2646" dirty="0">
                <a:solidFill>
                  <a:srgbClr val="6600CC"/>
                </a:solidFill>
                <a:latin typeface="微软雅黑" panose="020B0503020204020204" pitchFamily="34" charset="-122"/>
                <a:cs typeface="+mn-cs"/>
              </a:rPr>
              <a:t>P1</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表中自底而上取</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个单元</a:t>
            </a:r>
            <a:r>
              <a:rPr lang="en-US" altLang="zh-CN" sz="2646" dirty="0">
                <a:solidFill>
                  <a:srgbClr val="6600CC"/>
                </a:solidFill>
                <a:latin typeface="微软雅黑" panose="020B0503020204020204" pitchFamily="34" charset="-122"/>
                <a:cs typeface="+mn-cs"/>
              </a:rPr>
              <a:t>(</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为</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的层数</a:t>
            </a:r>
            <a:r>
              <a:rPr lang="en-US" altLang="zh-CN" sz="2646" dirty="0">
                <a:solidFill>
                  <a:srgbClr val="6600CC"/>
                </a:solidFill>
                <a:latin typeface="微软雅黑" panose="020B0503020204020204" pitchFamily="34" charset="-122"/>
                <a:cs typeface="+mn-cs"/>
              </a:rPr>
              <a:t>)</a:t>
            </a:r>
            <a:r>
              <a:rPr lang="zh-CN" altLang="en-US" sz="2646" dirty="0">
                <a:solidFill>
                  <a:srgbClr val="6600CC"/>
                </a:solidFill>
                <a:latin typeface="微软雅黑" panose="020B0503020204020204" pitchFamily="34" charset="-122"/>
                <a:cs typeface="+mn-cs"/>
              </a:rPr>
              <a:t>再添上进入</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后新建立的</a:t>
            </a:r>
            <a:r>
              <a:rPr lang="en-US" altLang="zh-CN" sz="2646" dirty="0">
                <a:solidFill>
                  <a:srgbClr val="6600CC"/>
                </a:solidFill>
                <a:latin typeface="微软雅黑" panose="020B0503020204020204" pitchFamily="34" charset="-122"/>
                <a:cs typeface="+mn-cs"/>
              </a:rPr>
              <a:t>SP</a:t>
            </a:r>
            <a:r>
              <a:rPr lang="zh-CN" altLang="en-US" sz="2646" dirty="0">
                <a:solidFill>
                  <a:srgbClr val="6600CC"/>
                </a:solidFill>
                <a:latin typeface="微软雅黑" panose="020B0503020204020204" pitchFamily="34" charset="-122"/>
                <a:cs typeface="+mn-cs"/>
              </a:rPr>
              <a:t>值就构成了</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a:t>
            </a:r>
          </a:p>
        </p:txBody>
      </p:sp>
      <p:sp>
        <p:nvSpPr>
          <p:cNvPr id="51" name="Rectangle 33"/>
          <p:cNvSpPr>
            <a:spLocks noChangeArrowheads="1"/>
          </p:cNvSpPr>
          <p:nvPr/>
        </p:nvSpPr>
        <p:spPr bwMode="auto">
          <a:xfrm>
            <a:off x="6489700" y="4071938"/>
            <a:ext cx="2698750" cy="792162"/>
          </a:xfrm>
          <a:prstGeom prst="rect">
            <a:avLst/>
          </a:prstGeom>
          <a:solidFill>
            <a:srgbClr val="33CCCC"/>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P2</a:t>
            </a:r>
            <a:r>
              <a:rPr kumimoji="1" lang="zh-CN" altLang="en-US" sz="2646">
                <a:solidFill>
                  <a:prstClr val="black"/>
                </a:solidFill>
                <a:latin typeface="微软雅黑" panose="020B0503020204020204" pitchFamily="34" charset="-122"/>
                <a:cs typeface="+mn-cs"/>
              </a:rPr>
              <a:t>的最新活动记</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录的起始地址</a:t>
            </a:r>
          </a:p>
        </p:txBody>
      </p:sp>
      <p:sp>
        <p:nvSpPr>
          <p:cNvPr id="52" name="Text Box 34"/>
          <p:cNvSpPr txBox="1">
            <a:spLocks noChangeArrowheads="1"/>
          </p:cNvSpPr>
          <p:nvPr/>
        </p:nvSpPr>
        <p:spPr bwMode="auto">
          <a:xfrm>
            <a:off x="2376488" y="6697663"/>
            <a:ext cx="3841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53" name="Text Box 35"/>
          <p:cNvSpPr txBox="1">
            <a:spLocks noChangeArrowheads="1"/>
          </p:cNvSpPr>
          <p:nvPr/>
        </p:nvSpPr>
        <p:spPr bwMode="auto">
          <a:xfrm>
            <a:off x="2095500" y="5911850"/>
            <a:ext cx="7318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l2-2</a:t>
            </a:r>
            <a:endParaRPr lang="en-GB" altLang="zh-CN" sz="2646" b="1" i="1">
              <a:solidFill>
                <a:prstClr val="black"/>
              </a:solidFill>
              <a:latin typeface="Times New Roman" panose="02020603050405020304" pitchFamily="18" charset="0"/>
              <a:cs typeface="+mn-cs"/>
            </a:endParaRPr>
          </a:p>
        </p:txBody>
      </p:sp>
      <p:sp>
        <p:nvSpPr>
          <p:cNvPr id="54" name="Text Box 36"/>
          <p:cNvSpPr txBox="1">
            <a:spLocks noChangeArrowheads="1"/>
          </p:cNvSpPr>
          <p:nvPr/>
        </p:nvSpPr>
        <p:spPr bwMode="auto">
          <a:xfrm>
            <a:off x="2125663" y="5099050"/>
            <a:ext cx="7302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55" name="Text Box 37"/>
          <p:cNvSpPr txBox="1">
            <a:spLocks noChangeArrowheads="1"/>
          </p:cNvSpPr>
          <p:nvPr/>
        </p:nvSpPr>
        <p:spPr bwMode="auto">
          <a:xfrm>
            <a:off x="6057900" y="6697663"/>
            <a:ext cx="3825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56" name="Text Box 38"/>
          <p:cNvSpPr txBox="1">
            <a:spLocks noChangeArrowheads="1"/>
          </p:cNvSpPr>
          <p:nvPr/>
        </p:nvSpPr>
        <p:spPr bwMode="auto">
          <a:xfrm>
            <a:off x="5775325" y="5911850"/>
            <a:ext cx="7318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l2-2</a:t>
            </a:r>
            <a:endParaRPr lang="en-GB" altLang="zh-CN" sz="2646" b="1" i="1">
              <a:solidFill>
                <a:prstClr val="black"/>
              </a:solidFill>
              <a:latin typeface="Times New Roman" panose="02020603050405020304" pitchFamily="18" charset="0"/>
              <a:cs typeface="+mn-cs"/>
            </a:endParaRPr>
          </a:p>
        </p:txBody>
      </p:sp>
      <p:sp>
        <p:nvSpPr>
          <p:cNvPr id="57" name="Text Box 39"/>
          <p:cNvSpPr txBox="1">
            <a:spLocks noChangeArrowheads="1"/>
          </p:cNvSpPr>
          <p:nvPr/>
        </p:nvSpPr>
        <p:spPr bwMode="auto">
          <a:xfrm>
            <a:off x="5805488" y="5099050"/>
            <a:ext cx="73183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58" name="Text Box 40"/>
          <p:cNvSpPr txBox="1">
            <a:spLocks noChangeArrowheads="1"/>
          </p:cNvSpPr>
          <p:nvPr/>
        </p:nvSpPr>
        <p:spPr bwMode="auto">
          <a:xfrm>
            <a:off x="6013450" y="4225925"/>
            <a:ext cx="4492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a:t>
            </a:r>
            <a:endParaRPr lang="en-GB" altLang="zh-CN" sz="2646" b="1" i="1">
              <a:solidFill>
                <a:prstClr val="black"/>
              </a:solidFill>
              <a:latin typeface="Times New Roman" panose="02020603050405020304" pitchFamily="18" charset="0"/>
              <a:cs typeface="+mn-cs"/>
            </a:endParaRPr>
          </a:p>
        </p:txBody>
      </p:sp>
      <p:sp>
        <p:nvSpPr>
          <p:cNvPr id="59" name="文本框 58"/>
          <p:cNvSpPr txBox="1"/>
          <p:nvPr/>
        </p:nvSpPr>
        <p:spPr>
          <a:xfrm>
            <a:off x="1036638" y="3687763"/>
            <a:ext cx="750887"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l2-1</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60" name="文本框 59"/>
          <p:cNvSpPr txBox="1"/>
          <p:nvPr/>
        </p:nvSpPr>
        <p:spPr>
          <a:xfrm>
            <a:off x="1171575" y="4411663"/>
            <a:ext cx="449263"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61" name="文本框 60"/>
          <p:cNvSpPr txBox="1"/>
          <p:nvPr/>
        </p:nvSpPr>
        <p:spPr>
          <a:xfrm>
            <a:off x="844550" y="3322638"/>
            <a:ext cx="749300"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l2-2</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4" name="灯片编号占位符 3">
            <a:extLst>
              <a:ext uri="{FF2B5EF4-FFF2-40B4-BE49-F238E27FC236}">
                <a16:creationId xmlns:a16="http://schemas.microsoft.com/office/drawing/2014/main" id="{589AA7C4-71C4-90DA-061E-4ABA97DBCFD9}"/>
              </a:ext>
            </a:extLst>
          </p:cNvPr>
          <p:cNvSpPr>
            <a:spLocks noGrp="1"/>
          </p:cNvSpPr>
          <p:nvPr>
            <p:ph type="sldNum" sz="quarter" idx="12"/>
          </p:nvPr>
        </p:nvSpPr>
        <p:spPr/>
        <p:txBody>
          <a:bodyPr/>
          <a:lstStyle/>
          <a:p>
            <a:pPr>
              <a:defRPr/>
            </a:pPr>
            <a:fld id="{0C08C95F-CDA6-4553-B281-7012CF263D74}" type="slidenum">
              <a:rPr lang="en-US" smtClean="0"/>
              <a:pPr>
                <a:defRPr/>
              </a:pPr>
              <a:t>59</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ox(out)">
                                      <p:cBhvr>
                                        <p:cTn id="7" dur="500"/>
                                        <p:tgtEl>
                                          <p:spTgt spid="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left)">
                                      <p:cBhvr>
                                        <p:cTn id="12" dur="500"/>
                                        <p:tgtEl>
                                          <p:spTgt spid="61"/>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wipe(left)">
                                      <p:cBhvr>
                                        <p:cTn id="15" dur="500"/>
                                        <p:tgtEl>
                                          <p:spTgt spid="5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wipe(left)">
                                      <p:cBhvr>
                                        <p:cTn id="18" dur="500"/>
                                        <p:tgtEl>
                                          <p:spTgt spid="6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1000"/>
                                        <p:tgtEl>
                                          <p:spTgt spid="44"/>
                                        </p:tgtEl>
                                      </p:cBhvr>
                                    </p:animEffect>
                                    <p:anim calcmode="lin" valueType="num">
                                      <p:cBhvr>
                                        <p:cTn id="24" dur="1000" fill="hold"/>
                                        <p:tgtEl>
                                          <p:spTgt spid="44"/>
                                        </p:tgtEl>
                                        <p:attrNameLst>
                                          <p:attrName>ppt_x</p:attrName>
                                        </p:attrNameLst>
                                      </p:cBhvr>
                                      <p:tavLst>
                                        <p:tav tm="0">
                                          <p:val>
                                            <p:strVal val="#ppt_x"/>
                                          </p:val>
                                        </p:tav>
                                        <p:tav tm="100000">
                                          <p:val>
                                            <p:strVal val="#ppt_x"/>
                                          </p:val>
                                        </p:tav>
                                      </p:tavLst>
                                    </p:anim>
                                    <p:anim calcmode="lin" valueType="num">
                                      <p:cBhvr>
                                        <p:cTn id="25"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2"/>
                                        </p:tgtEl>
                                        <p:attrNameLst>
                                          <p:attrName>style.visibility</p:attrName>
                                        </p:attrNameLst>
                                      </p:cBhvr>
                                      <p:to>
                                        <p:strVal val="visible"/>
                                      </p:to>
                                    </p:set>
                                  </p:childTnLst>
                                </p:cTn>
                              </p:par>
                              <p:par>
                                <p:cTn id="30" presetID="42"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1000"/>
                                        <p:tgtEl>
                                          <p:spTgt spid="47"/>
                                        </p:tgtEl>
                                      </p:cBhvr>
                                    </p:animEffect>
                                    <p:anim calcmode="lin" valueType="num">
                                      <p:cBhvr>
                                        <p:cTn id="33" dur="1000" fill="hold"/>
                                        <p:tgtEl>
                                          <p:spTgt spid="47"/>
                                        </p:tgtEl>
                                        <p:attrNameLst>
                                          <p:attrName>ppt_x</p:attrName>
                                        </p:attrNameLst>
                                      </p:cBhvr>
                                      <p:tavLst>
                                        <p:tav tm="0">
                                          <p:val>
                                            <p:strVal val="#ppt_x"/>
                                          </p:val>
                                        </p:tav>
                                        <p:tav tm="100000">
                                          <p:val>
                                            <p:strVal val="#ppt_x"/>
                                          </p:val>
                                        </p:tav>
                                      </p:tavLst>
                                    </p:anim>
                                    <p:anim calcmode="lin" valueType="num">
                                      <p:cBhvr>
                                        <p:cTn id="34"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42"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1000"/>
                                        <p:tgtEl>
                                          <p:spTgt spid="43"/>
                                        </p:tgtEl>
                                      </p:cBhvr>
                                    </p:animEffect>
                                    <p:anim calcmode="lin" valueType="num">
                                      <p:cBhvr>
                                        <p:cTn id="42" dur="1000" fill="hold"/>
                                        <p:tgtEl>
                                          <p:spTgt spid="43"/>
                                        </p:tgtEl>
                                        <p:attrNameLst>
                                          <p:attrName>ppt_x</p:attrName>
                                        </p:attrNameLst>
                                      </p:cBhvr>
                                      <p:tavLst>
                                        <p:tav tm="0">
                                          <p:val>
                                            <p:strVal val="#ppt_x"/>
                                          </p:val>
                                        </p:tav>
                                        <p:tav tm="100000">
                                          <p:val>
                                            <p:strVal val="#ppt_x"/>
                                          </p:val>
                                        </p:tav>
                                      </p:tavLst>
                                    </p:anim>
                                    <p:anim calcmode="lin" valueType="num">
                                      <p:cBhvr>
                                        <p:cTn id="4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4"/>
                                        </p:tgtEl>
                                        <p:attrNameLst>
                                          <p:attrName>style.visibility</p:attrName>
                                        </p:attrNameLst>
                                      </p:cBhvr>
                                      <p:to>
                                        <p:strVal val="visible"/>
                                      </p:to>
                                    </p:set>
                                  </p:childTnLst>
                                </p:cTn>
                              </p:par>
                              <p:par>
                                <p:cTn id="48" presetID="42"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1000"/>
                                        <p:tgtEl>
                                          <p:spTgt spid="42"/>
                                        </p:tgtEl>
                                      </p:cBhvr>
                                    </p:animEffect>
                                    <p:anim calcmode="lin" valueType="num">
                                      <p:cBhvr>
                                        <p:cTn id="51" dur="1000" fill="hold"/>
                                        <p:tgtEl>
                                          <p:spTgt spid="42"/>
                                        </p:tgtEl>
                                        <p:attrNameLst>
                                          <p:attrName>ppt_x</p:attrName>
                                        </p:attrNameLst>
                                      </p:cBhvr>
                                      <p:tavLst>
                                        <p:tav tm="0">
                                          <p:val>
                                            <p:strVal val="#ppt_x"/>
                                          </p:val>
                                        </p:tav>
                                        <p:tav tm="100000">
                                          <p:val>
                                            <p:strVal val="#ppt_x"/>
                                          </p:val>
                                        </p:tav>
                                      </p:tavLst>
                                    </p:anim>
                                    <p:anim calcmode="lin" valueType="num">
                                      <p:cBhvr>
                                        <p:cTn id="52"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1000"/>
                                        <p:tgtEl>
                                          <p:spTgt spid="49"/>
                                        </p:tgtEl>
                                      </p:cBhvr>
                                    </p:animEffect>
                                    <p:anim calcmode="lin" valueType="num">
                                      <p:cBhvr>
                                        <p:cTn id="58" dur="1000" fill="hold"/>
                                        <p:tgtEl>
                                          <p:spTgt spid="49"/>
                                        </p:tgtEl>
                                        <p:attrNameLst>
                                          <p:attrName>ppt_x</p:attrName>
                                        </p:attrNameLst>
                                      </p:cBhvr>
                                      <p:tavLst>
                                        <p:tav tm="0">
                                          <p:val>
                                            <p:strVal val="#ppt_x"/>
                                          </p:val>
                                        </p:tav>
                                        <p:tav tm="100000">
                                          <p:val>
                                            <p:strVal val="#ppt_x"/>
                                          </p:val>
                                        </p:tav>
                                      </p:tavLst>
                                    </p:anim>
                                    <p:anim calcmode="lin" valueType="num">
                                      <p:cBhvr>
                                        <p:cTn id="59"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wipe(left)">
                                      <p:cBhvr>
                                        <p:cTn id="64" dur="500"/>
                                        <p:tgtEl>
                                          <p:spTgt spid="5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wipe(left)">
                                      <p:cBhvr>
                                        <p:cTn id="67" dur="500"/>
                                        <p:tgtEl>
                                          <p:spTgt spid="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wipe(left)">
                                      <p:cBhvr>
                                        <p:cTn id="72" dur="500"/>
                                        <p:tgtEl>
                                          <p:spTgt spid="56"/>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wipe(left)">
                                      <p:cBhvr>
                                        <p:cTn id="75" dur="500"/>
                                        <p:tgtEl>
                                          <p:spTgt spid="45"/>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wipe(left)">
                                      <p:cBhvr>
                                        <p:cTn id="80" dur="500"/>
                                        <p:tgtEl>
                                          <p:spTgt spid="57"/>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wipe(left)">
                                      <p:cBhvr>
                                        <p:cTn id="83" dur="500"/>
                                        <p:tgtEl>
                                          <p:spTgt spid="4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8"/>
                                        </p:tgtEl>
                                        <p:attrNameLst>
                                          <p:attrName>style.visibility</p:attrName>
                                        </p:attrNameLst>
                                      </p:cBhvr>
                                      <p:to>
                                        <p:strVal val="visible"/>
                                      </p:to>
                                    </p:set>
                                  </p:childTnLst>
                                </p:cTn>
                              </p:par>
                              <p:par>
                                <p:cTn id="88" presetID="42" presetClass="entr" presetSubtype="0" fill="hold" grpId="0"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blinds(horizontal)">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p:bldP spid="45" grpId="0" animBg="1"/>
      <p:bldP spid="46" grpId="0" animBg="1"/>
      <p:bldP spid="47" grpId="0" animBg="1"/>
      <p:bldP spid="48" grpId="0" animBg="1"/>
      <p:bldP spid="49" grpId="0"/>
      <p:bldP spid="50" grpId="0"/>
      <p:bldP spid="51" grpId="0" animBg="1"/>
      <p:bldP spid="52" grpId="0"/>
      <p:bldP spid="53" grpId="0"/>
      <p:bldP spid="54" grpId="0"/>
      <p:bldP spid="55" grpId="0"/>
      <p:bldP spid="56" grpId="0"/>
      <p:bldP spid="57" grpId="0"/>
      <p:bldP spid="58" grpId="0"/>
      <p:bldP spid="59" grpId="0"/>
      <p:bldP spid="60" grpId="0"/>
      <p:bldP spid="61" grpId="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defTabSz="503972" fontAlgn="auto">
              <a:spcAft>
                <a:spcPts val="0"/>
              </a:spcAft>
              <a:defRPr/>
            </a:pPr>
            <a:r>
              <a:rPr lang="zh-CN" altLang="en-US" dirty="0"/>
              <a:t>如何维护</a:t>
            </a:r>
            <a:r>
              <a:rPr lang="zh-CN" altLang="en-US" noProof="1"/>
              <a:t>嵌套层次显示表</a:t>
            </a:r>
            <a:r>
              <a:rPr lang="en-US" altLang="zh-CN" noProof="1"/>
              <a:t>Display</a:t>
            </a:r>
            <a:endParaRPr lang="zh-CN" altLang="en-US" dirty="0"/>
          </a:p>
        </p:txBody>
      </p:sp>
      <p:sp>
        <p:nvSpPr>
          <p:cNvPr id="209923" name="Rectangle 2"/>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问题：</a:t>
            </a:r>
            <a:r>
              <a:rPr lang="zh-CN" altLang="en-US" sz="3086" dirty="0">
                <a:solidFill>
                  <a:schemeClr val="tx1">
                    <a:lumMod val="75000"/>
                    <a:lumOff val="25000"/>
                  </a:schemeClr>
                </a:solidFill>
              </a:rPr>
              <a:t>当过程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调用过程</a:t>
            </a:r>
            <a:r>
              <a:rPr lang="en-US" altLang="zh-CN" sz="3086" dirty="0">
                <a:solidFill>
                  <a:schemeClr val="tx1">
                    <a:lumMod val="75000"/>
                    <a:lumOff val="25000"/>
                  </a:schemeClr>
                </a:solidFill>
              </a:rPr>
              <a:t>P2(</a:t>
            </a:r>
            <a:r>
              <a:rPr lang="en-US" altLang="zh-CN" sz="3086" i="1" dirty="0">
                <a:solidFill>
                  <a:schemeClr val="tx1">
                    <a:lumMod val="75000"/>
                    <a:lumOff val="25000"/>
                  </a:schemeClr>
                </a:solidFill>
                <a:latin typeface="Times New Roman" panose="02020603050405020304" pitchFamily="18" charset="0"/>
              </a:rPr>
              <a:t>l2</a:t>
            </a:r>
            <a:r>
              <a:rPr lang="en-US" altLang="en-US" sz="3086" dirty="0">
                <a:solidFill>
                  <a:schemeClr val="tx1">
                    <a:lumMod val="75000"/>
                    <a:lumOff val="25000"/>
                  </a:schemeClr>
                </a:solidFill>
              </a:rPr>
              <a:t>层</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而进入</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后，</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应如何建立起自己的</a:t>
            </a:r>
            <a:r>
              <a:rPr lang="en-US" altLang="zh-CN" sz="3086" dirty="0">
                <a:solidFill>
                  <a:schemeClr val="tx1">
                    <a:lumMod val="75000"/>
                    <a:lumOff val="25000"/>
                  </a:schemeClr>
                </a:solidFill>
              </a:rPr>
              <a:t>Display</a:t>
            </a:r>
            <a:r>
              <a:rPr lang="zh-CN" altLang="en-US" sz="3086" dirty="0">
                <a:solidFill>
                  <a:schemeClr val="tx1">
                    <a:lumMod val="75000"/>
                    <a:lumOff val="25000"/>
                  </a:schemeClr>
                </a:solidFill>
              </a:rPr>
              <a:t>表？</a:t>
            </a:r>
          </a:p>
        </p:txBody>
      </p:sp>
      <p:grpSp>
        <p:nvGrpSpPr>
          <p:cNvPr id="33" name="Group 17"/>
          <p:cNvGrpSpPr>
            <a:grpSpLocks/>
          </p:cNvGrpSpPr>
          <p:nvPr/>
        </p:nvGrpSpPr>
        <p:grpSpPr bwMode="auto">
          <a:xfrm>
            <a:off x="893763" y="3114675"/>
            <a:ext cx="1847850" cy="2605088"/>
            <a:chOff x="2928" y="1344"/>
            <a:chExt cx="1145" cy="1632"/>
          </a:xfrm>
        </p:grpSpPr>
        <p:sp>
          <p:nvSpPr>
            <p:cNvPr id="34" name="Freeform 18"/>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5" name="Freeform 19"/>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6" name="Freeform 20"/>
            <p:cNvSpPr>
              <a:spLocks/>
            </p:cNvSpPr>
            <p:nvPr/>
          </p:nvSpPr>
          <p:spPr bwMode="auto">
            <a:xfrm>
              <a:off x="3120" y="2112"/>
              <a:ext cx="145"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微软雅黑" panose="020B0503020204020204" pitchFamily="34" charset="-122"/>
                <a:ea typeface="微软雅黑" panose="020B0503020204020204" pitchFamily="34" charset="-122"/>
                <a:cs typeface="+mn-cs"/>
              </a:endParaRPr>
            </a:p>
          </p:txBody>
        </p:sp>
        <p:sp>
          <p:nvSpPr>
            <p:cNvPr id="37" name="Rectangle 21"/>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P0</a:t>
              </a:r>
              <a:endParaRPr kumimoji="1" lang="en-US" altLang="zh-CN" sz="2646">
                <a:solidFill>
                  <a:prstClr val="black"/>
                </a:solidFill>
                <a:latin typeface="微软雅黑" panose="020B0503020204020204" pitchFamily="34" charset="-122"/>
                <a:cs typeface="+mn-cs"/>
              </a:endParaRPr>
            </a:p>
          </p:txBody>
        </p:sp>
        <p:sp>
          <p:nvSpPr>
            <p:cNvPr id="38" name="Rectangle 22"/>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P1</a:t>
              </a:r>
              <a:endParaRPr kumimoji="1" lang="en-US" altLang="zh-CN" sz="2646">
                <a:solidFill>
                  <a:prstClr val="black"/>
                </a:solidFill>
                <a:latin typeface="微软雅黑" panose="020B0503020204020204" pitchFamily="34" charset="-122"/>
                <a:cs typeface="+mn-cs"/>
              </a:endParaRPr>
            </a:p>
          </p:txBody>
        </p:sp>
        <p:sp>
          <p:nvSpPr>
            <p:cNvPr id="39" name="Rectangle 23"/>
            <p:cNvSpPr>
              <a:spLocks noChangeArrowheads="1"/>
            </p:cNvSpPr>
            <p:nvPr/>
          </p:nvSpPr>
          <p:spPr bwMode="auto">
            <a:xfrm>
              <a:off x="3312" y="1632"/>
              <a:ext cx="56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微软雅黑" panose="020B0503020204020204" pitchFamily="34" charset="-122"/>
                  <a:cs typeface="+mn-cs"/>
                </a:rPr>
                <a:t>P2</a:t>
              </a:r>
              <a:endParaRPr kumimoji="1" lang="en-US" altLang="zh-CN" sz="2646">
                <a:solidFill>
                  <a:prstClr val="black"/>
                </a:solidFill>
                <a:latin typeface="微软雅黑" panose="020B0503020204020204" pitchFamily="34" charset="-122"/>
                <a:cs typeface="+mn-cs"/>
              </a:endParaRPr>
            </a:p>
          </p:txBody>
        </p:sp>
      </p:grpSp>
      <p:sp>
        <p:nvSpPr>
          <p:cNvPr id="40" name="Rectangle 24"/>
          <p:cNvSpPr>
            <a:spLocks noChangeArrowheads="1"/>
          </p:cNvSpPr>
          <p:nvPr/>
        </p:nvSpPr>
        <p:spPr bwMode="auto">
          <a:xfrm>
            <a:off x="2841625" y="4110038"/>
            <a:ext cx="2697163" cy="793750"/>
          </a:xfrm>
          <a:prstGeom prst="rect">
            <a:avLst/>
          </a:prstGeom>
          <a:solidFill>
            <a:srgbClr val="FFCC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的最新活动记录的起始地址</a:t>
            </a:r>
          </a:p>
        </p:txBody>
      </p:sp>
      <p:sp>
        <p:nvSpPr>
          <p:cNvPr id="41" name="Rectangle 25"/>
          <p:cNvSpPr>
            <a:spLocks noChangeArrowheads="1"/>
          </p:cNvSpPr>
          <p:nvPr/>
        </p:nvSpPr>
        <p:spPr bwMode="auto">
          <a:xfrm>
            <a:off x="2843213" y="5697538"/>
            <a:ext cx="2698750"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cs typeface="+mn-cs"/>
              </a:rPr>
              <a:t>P0</a:t>
            </a:r>
            <a:r>
              <a:rPr kumimoji="1" lang="zh-CN" altLang="en-US" sz="2646" dirty="0">
                <a:solidFill>
                  <a:prstClr val="white"/>
                </a:solidFill>
                <a:latin typeface="微软雅黑" panose="020B0503020204020204" pitchFamily="34" charset="-122"/>
                <a:cs typeface="+mn-cs"/>
              </a:rPr>
              <a:t>的最新活动记录的起始地址</a:t>
            </a:r>
          </a:p>
        </p:txBody>
      </p:sp>
      <p:sp>
        <p:nvSpPr>
          <p:cNvPr id="42" name="Text Box 26"/>
          <p:cNvSpPr txBox="1">
            <a:spLocks noChangeArrowheads="1"/>
          </p:cNvSpPr>
          <p:nvPr/>
        </p:nvSpPr>
        <p:spPr bwMode="auto">
          <a:xfrm>
            <a:off x="2963863" y="7048500"/>
            <a:ext cx="24511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P1</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43" name="Rectangle 27"/>
          <p:cNvSpPr>
            <a:spLocks noChangeArrowheads="1"/>
          </p:cNvSpPr>
          <p:nvPr/>
        </p:nvSpPr>
        <p:spPr bwMode="auto">
          <a:xfrm>
            <a:off x="6492875" y="5697538"/>
            <a:ext cx="2698750" cy="873125"/>
          </a:xfrm>
          <a:prstGeom prst="rect">
            <a:avLst/>
          </a:prstGeom>
          <a:solidFill>
            <a:srgbClr val="FF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P0</a:t>
            </a:r>
            <a:r>
              <a:rPr kumimoji="1" lang="zh-CN" altLang="en-US" sz="2646">
                <a:solidFill>
                  <a:prstClr val="white"/>
                </a:solidFill>
                <a:latin typeface="微软雅黑" panose="020B0503020204020204" pitchFamily="34" charset="-122"/>
                <a:cs typeface="+mn-cs"/>
              </a:rPr>
              <a:t>的最新活动记录的起始地址</a:t>
            </a:r>
          </a:p>
        </p:txBody>
      </p:sp>
      <p:sp>
        <p:nvSpPr>
          <p:cNvPr id="44" name="Rectangle 29"/>
          <p:cNvSpPr>
            <a:spLocks noChangeArrowheads="1"/>
          </p:cNvSpPr>
          <p:nvPr/>
        </p:nvSpPr>
        <p:spPr bwMode="auto">
          <a:xfrm>
            <a:off x="2843213" y="6570663"/>
            <a:ext cx="2698750" cy="476250"/>
          </a:xfrm>
          <a:prstGeom prst="rect">
            <a:avLst/>
          </a:prstGeom>
          <a:solidFill>
            <a:schemeClr val="tx1"/>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45" name="Rectangle 30"/>
          <p:cNvSpPr>
            <a:spLocks noChangeArrowheads="1"/>
          </p:cNvSpPr>
          <p:nvPr/>
        </p:nvSpPr>
        <p:spPr bwMode="auto">
          <a:xfrm>
            <a:off x="6492875" y="6570663"/>
            <a:ext cx="2698750" cy="476250"/>
          </a:xfrm>
          <a:prstGeom prst="rect">
            <a:avLst/>
          </a:prstGeom>
          <a:solidFill>
            <a:srgbClr val="0000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a:t>
            </a:r>
            <a:endParaRPr kumimoji="1" lang="zh-CN" altLang="en-US" sz="2646">
              <a:solidFill>
                <a:prstClr val="white"/>
              </a:solidFill>
              <a:latin typeface="微软雅黑" panose="020B0503020204020204" pitchFamily="34" charset="-122"/>
              <a:cs typeface="+mn-cs"/>
            </a:endParaRPr>
          </a:p>
        </p:txBody>
      </p:sp>
      <p:sp>
        <p:nvSpPr>
          <p:cNvPr id="46" name="Text Box 31"/>
          <p:cNvSpPr txBox="1">
            <a:spLocks noChangeArrowheads="1"/>
          </p:cNvSpPr>
          <p:nvPr/>
        </p:nvSpPr>
        <p:spPr bwMode="auto">
          <a:xfrm>
            <a:off x="6592888" y="7048500"/>
            <a:ext cx="2449512"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P2</a:t>
            </a:r>
            <a:r>
              <a:rPr kumimoji="1" lang="zh-CN" altLang="en-US" sz="2646" dirty="0">
                <a:solidFill>
                  <a:prstClr val="black"/>
                </a:solidFill>
                <a:latin typeface="微软雅黑" panose="020B0503020204020204" pitchFamily="34" charset="-122"/>
                <a:cs typeface="+mn-cs"/>
              </a:rPr>
              <a:t>的</a:t>
            </a:r>
            <a:r>
              <a:rPr kumimoji="1" lang="en-US" altLang="zh-CN" sz="2646" dirty="0">
                <a:solidFill>
                  <a:prstClr val="black"/>
                </a:solidFill>
                <a:latin typeface="微软雅黑" panose="020B0503020204020204" pitchFamily="34" charset="-122"/>
                <a:cs typeface="+mn-cs"/>
              </a:rPr>
              <a:t>Display</a:t>
            </a:r>
            <a:r>
              <a:rPr kumimoji="1" lang="zh-CN" altLang="en-US" sz="2646" dirty="0">
                <a:solidFill>
                  <a:prstClr val="black"/>
                </a:solidFill>
                <a:latin typeface="微软雅黑" panose="020B0503020204020204" pitchFamily="34" charset="-122"/>
                <a:cs typeface="+mn-cs"/>
              </a:rPr>
              <a:t>表</a:t>
            </a:r>
          </a:p>
        </p:txBody>
      </p:sp>
      <p:sp>
        <p:nvSpPr>
          <p:cNvPr id="47" name="Rectangle 33"/>
          <p:cNvSpPr>
            <a:spLocks noChangeArrowheads="1"/>
          </p:cNvSpPr>
          <p:nvPr/>
        </p:nvSpPr>
        <p:spPr bwMode="auto">
          <a:xfrm>
            <a:off x="6491288" y="4905375"/>
            <a:ext cx="2698750" cy="792163"/>
          </a:xfrm>
          <a:prstGeom prst="rect">
            <a:avLst/>
          </a:prstGeom>
          <a:solidFill>
            <a:srgbClr val="33CCCC"/>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P2</a:t>
            </a:r>
            <a:r>
              <a:rPr kumimoji="1" lang="zh-CN" altLang="en-US" sz="2646">
                <a:solidFill>
                  <a:prstClr val="black"/>
                </a:solidFill>
                <a:latin typeface="微软雅黑" panose="020B0503020204020204" pitchFamily="34" charset="-122"/>
                <a:cs typeface="+mn-cs"/>
              </a:rPr>
              <a:t>的最新活动记录的起始地址</a:t>
            </a:r>
          </a:p>
        </p:txBody>
      </p:sp>
      <p:sp>
        <p:nvSpPr>
          <p:cNvPr id="48" name="Rectangle 34"/>
          <p:cNvSpPr>
            <a:spLocks noChangeArrowheads="1"/>
          </p:cNvSpPr>
          <p:nvPr/>
        </p:nvSpPr>
        <p:spPr bwMode="auto">
          <a:xfrm>
            <a:off x="2841625" y="4905375"/>
            <a:ext cx="2697163" cy="792163"/>
          </a:xfrm>
          <a:prstGeom prst="rect">
            <a:avLst/>
          </a:prstGeom>
          <a:solidFill>
            <a:srgbClr val="0000FF"/>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white"/>
                </a:solidFill>
                <a:latin typeface="微软雅黑" panose="020B0503020204020204" pitchFamily="34" charset="-122"/>
                <a:cs typeface="+mn-cs"/>
              </a:rPr>
              <a:t>P2</a:t>
            </a:r>
            <a:r>
              <a:rPr kumimoji="1" lang="zh-CN" altLang="en-US" sz="2646">
                <a:solidFill>
                  <a:prstClr val="white"/>
                </a:solidFill>
                <a:latin typeface="微软雅黑" panose="020B0503020204020204" pitchFamily="34" charset="-122"/>
                <a:cs typeface="+mn-cs"/>
              </a:rPr>
              <a:t>的最新活动记录的起始地址</a:t>
            </a:r>
          </a:p>
        </p:txBody>
      </p:sp>
      <p:sp>
        <p:nvSpPr>
          <p:cNvPr id="49" name="Text Box 35"/>
          <p:cNvSpPr txBox="1">
            <a:spLocks noChangeArrowheads="1"/>
          </p:cNvSpPr>
          <p:nvPr/>
        </p:nvSpPr>
        <p:spPr bwMode="auto">
          <a:xfrm>
            <a:off x="2379663" y="6753225"/>
            <a:ext cx="38258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50" name="Text Box 36"/>
          <p:cNvSpPr txBox="1">
            <a:spLocks noChangeArrowheads="1"/>
          </p:cNvSpPr>
          <p:nvPr/>
        </p:nvSpPr>
        <p:spPr bwMode="auto">
          <a:xfrm>
            <a:off x="2097088" y="5956300"/>
            <a:ext cx="73183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51" name="Text Box 37"/>
          <p:cNvSpPr txBox="1">
            <a:spLocks noChangeArrowheads="1"/>
          </p:cNvSpPr>
          <p:nvPr/>
        </p:nvSpPr>
        <p:spPr bwMode="auto">
          <a:xfrm>
            <a:off x="2365375" y="5145088"/>
            <a:ext cx="449263"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a:t>
            </a:r>
            <a:endParaRPr lang="en-GB" altLang="zh-CN" sz="2646" b="1" i="1">
              <a:solidFill>
                <a:prstClr val="black"/>
              </a:solidFill>
              <a:latin typeface="Times New Roman" panose="02020603050405020304" pitchFamily="18" charset="0"/>
              <a:cs typeface="+mn-cs"/>
            </a:endParaRPr>
          </a:p>
        </p:txBody>
      </p:sp>
      <p:sp>
        <p:nvSpPr>
          <p:cNvPr id="52" name="Text Box 38"/>
          <p:cNvSpPr txBox="1">
            <a:spLocks noChangeArrowheads="1"/>
          </p:cNvSpPr>
          <p:nvPr/>
        </p:nvSpPr>
        <p:spPr bwMode="auto">
          <a:xfrm>
            <a:off x="2055813" y="4270375"/>
            <a:ext cx="812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53" name="Text Box 39"/>
          <p:cNvSpPr txBox="1">
            <a:spLocks noChangeArrowheads="1"/>
          </p:cNvSpPr>
          <p:nvPr/>
        </p:nvSpPr>
        <p:spPr bwMode="auto">
          <a:xfrm>
            <a:off x="5859463" y="6859588"/>
            <a:ext cx="38417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a:solidFill>
                  <a:prstClr val="black"/>
                </a:solidFill>
                <a:latin typeface="微软雅黑" panose="020B0503020204020204" pitchFamily="34" charset="-122"/>
                <a:cs typeface="+mn-cs"/>
              </a:rPr>
              <a:t>0</a:t>
            </a:r>
            <a:endParaRPr lang="en-GB" altLang="zh-CN" sz="2646">
              <a:solidFill>
                <a:prstClr val="black"/>
              </a:solidFill>
              <a:latin typeface="微软雅黑" panose="020B0503020204020204" pitchFamily="34" charset="-122"/>
              <a:cs typeface="+mn-cs"/>
            </a:endParaRPr>
          </a:p>
        </p:txBody>
      </p:sp>
      <p:sp>
        <p:nvSpPr>
          <p:cNvPr id="54" name="Text Box 40"/>
          <p:cNvSpPr txBox="1">
            <a:spLocks noChangeArrowheads="1"/>
          </p:cNvSpPr>
          <p:nvPr/>
        </p:nvSpPr>
        <p:spPr bwMode="auto">
          <a:xfrm>
            <a:off x="5776913" y="5954713"/>
            <a:ext cx="731837"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l2-1</a:t>
            </a:r>
            <a:endParaRPr lang="en-GB" altLang="zh-CN" sz="2646" b="1" i="1">
              <a:solidFill>
                <a:prstClr val="black"/>
              </a:solidFill>
              <a:latin typeface="Times New Roman" panose="02020603050405020304" pitchFamily="18" charset="0"/>
              <a:cs typeface="+mn-cs"/>
            </a:endParaRPr>
          </a:p>
        </p:txBody>
      </p:sp>
      <p:sp>
        <p:nvSpPr>
          <p:cNvPr id="55" name="Text Box 41"/>
          <p:cNvSpPr txBox="1">
            <a:spLocks noChangeArrowheads="1"/>
          </p:cNvSpPr>
          <p:nvPr/>
        </p:nvSpPr>
        <p:spPr bwMode="auto">
          <a:xfrm>
            <a:off x="6045200" y="5143500"/>
            <a:ext cx="4492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646" b="1" i="1">
                <a:solidFill>
                  <a:prstClr val="black"/>
                </a:solidFill>
                <a:latin typeface="Times New Roman" panose="02020603050405020304" pitchFamily="18" charset="0"/>
                <a:cs typeface="+mn-cs"/>
              </a:rPr>
              <a:t>l2</a:t>
            </a:r>
            <a:endParaRPr lang="en-GB" altLang="zh-CN" sz="2646" b="1" i="1">
              <a:solidFill>
                <a:prstClr val="black"/>
              </a:solidFill>
              <a:latin typeface="Times New Roman" panose="02020603050405020304" pitchFamily="18" charset="0"/>
              <a:cs typeface="+mn-cs"/>
            </a:endParaRPr>
          </a:p>
        </p:txBody>
      </p:sp>
      <p:sp>
        <p:nvSpPr>
          <p:cNvPr id="56" name="Text Box 32"/>
          <p:cNvSpPr txBox="1">
            <a:spLocks noChangeArrowheads="1"/>
          </p:cNvSpPr>
          <p:nvPr/>
        </p:nvSpPr>
        <p:spPr bwMode="auto">
          <a:xfrm>
            <a:off x="2584450" y="3113088"/>
            <a:ext cx="70358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lang="zh-CN" altLang="en-US" sz="2646" dirty="0">
                <a:solidFill>
                  <a:srgbClr val="6600CC"/>
                </a:solidFill>
                <a:latin typeface="微软雅黑" panose="020B0503020204020204" pitchFamily="34" charset="-122"/>
                <a:cs typeface="+mn-cs"/>
              </a:rPr>
              <a:t>从</a:t>
            </a:r>
            <a:r>
              <a:rPr lang="en-US" altLang="zh-CN" sz="2646" dirty="0">
                <a:solidFill>
                  <a:srgbClr val="6600CC"/>
                </a:solidFill>
                <a:latin typeface="微软雅黑" panose="020B0503020204020204" pitchFamily="34" charset="-122"/>
                <a:cs typeface="+mn-cs"/>
              </a:rPr>
              <a:t>P1</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表中自底而上取</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个单元</a:t>
            </a:r>
            <a:r>
              <a:rPr lang="en-US" altLang="zh-CN" sz="2646" dirty="0">
                <a:solidFill>
                  <a:srgbClr val="6600CC"/>
                </a:solidFill>
                <a:latin typeface="微软雅黑" panose="020B0503020204020204" pitchFamily="34" charset="-122"/>
                <a:cs typeface="+mn-cs"/>
              </a:rPr>
              <a:t>(</a:t>
            </a:r>
            <a:r>
              <a:rPr lang="en-US" altLang="zh-CN" sz="2646" i="1" dirty="0">
                <a:solidFill>
                  <a:srgbClr val="6600CC"/>
                </a:solidFill>
                <a:latin typeface="微软雅黑" panose="020B0503020204020204" pitchFamily="34" charset="-122"/>
                <a:cs typeface="+mn-cs"/>
              </a:rPr>
              <a:t>l2</a:t>
            </a:r>
            <a:r>
              <a:rPr lang="zh-CN" altLang="en-US" sz="2646" dirty="0">
                <a:solidFill>
                  <a:srgbClr val="6600CC"/>
                </a:solidFill>
                <a:latin typeface="微软雅黑" panose="020B0503020204020204" pitchFamily="34" charset="-122"/>
                <a:cs typeface="+mn-cs"/>
              </a:rPr>
              <a:t>为</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的层数</a:t>
            </a:r>
            <a:r>
              <a:rPr lang="en-US" altLang="zh-CN" sz="2646" dirty="0">
                <a:solidFill>
                  <a:srgbClr val="6600CC"/>
                </a:solidFill>
                <a:latin typeface="微软雅黑" panose="020B0503020204020204" pitchFamily="34" charset="-122"/>
                <a:cs typeface="+mn-cs"/>
              </a:rPr>
              <a:t>)</a:t>
            </a:r>
            <a:r>
              <a:rPr lang="zh-CN" altLang="en-US" sz="2646" dirty="0">
                <a:solidFill>
                  <a:srgbClr val="6600CC"/>
                </a:solidFill>
                <a:latin typeface="微软雅黑" panose="020B0503020204020204" pitchFamily="34" charset="-122"/>
                <a:cs typeface="+mn-cs"/>
              </a:rPr>
              <a:t>再添上进入</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后新建立的</a:t>
            </a:r>
            <a:r>
              <a:rPr lang="en-US" altLang="zh-CN" sz="2646" dirty="0">
                <a:solidFill>
                  <a:srgbClr val="6600CC"/>
                </a:solidFill>
                <a:latin typeface="微软雅黑" panose="020B0503020204020204" pitchFamily="34" charset="-122"/>
                <a:cs typeface="+mn-cs"/>
              </a:rPr>
              <a:t>SP</a:t>
            </a:r>
            <a:r>
              <a:rPr lang="zh-CN" altLang="en-US" sz="2646" dirty="0">
                <a:solidFill>
                  <a:srgbClr val="6600CC"/>
                </a:solidFill>
                <a:latin typeface="微软雅黑" panose="020B0503020204020204" pitchFamily="34" charset="-122"/>
                <a:cs typeface="+mn-cs"/>
              </a:rPr>
              <a:t>值就构成了</a:t>
            </a:r>
            <a:r>
              <a:rPr lang="en-US" altLang="zh-CN" sz="2646" dirty="0">
                <a:solidFill>
                  <a:srgbClr val="6600CC"/>
                </a:solidFill>
                <a:latin typeface="微软雅黑" panose="020B0503020204020204" pitchFamily="34" charset="-122"/>
                <a:cs typeface="+mn-cs"/>
              </a:rPr>
              <a:t>P2</a:t>
            </a:r>
            <a:r>
              <a:rPr lang="zh-CN" altLang="en-US" sz="2646" dirty="0">
                <a:solidFill>
                  <a:srgbClr val="6600CC"/>
                </a:solidFill>
                <a:latin typeface="微软雅黑" panose="020B0503020204020204" pitchFamily="34" charset="-122"/>
                <a:cs typeface="+mn-cs"/>
              </a:rPr>
              <a:t>的</a:t>
            </a:r>
            <a:r>
              <a:rPr lang="en-US" altLang="zh-CN" sz="2646" dirty="0">
                <a:solidFill>
                  <a:srgbClr val="6600CC"/>
                </a:solidFill>
                <a:latin typeface="微软雅黑" panose="020B0503020204020204" pitchFamily="34" charset="-122"/>
                <a:cs typeface="+mn-cs"/>
              </a:rPr>
              <a:t>Display</a:t>
            </a:r>
            <a:r>
              <a:rPr lang="zh-CN" altLang="en-US" sz="2646" dirty="0">
                <a:solidFill>
                  <a:srgbClr val="6600CC"/>
                </a:solidFill>
                <a:latin typeface="微软雅黑" panose="020B0503020204020204" pitchFamily="34" charset="-122"/>
                <a:cs typeface="+mn-cs"/>
              </a:rPr>
              <a:t>表。</a:t>
            </a:r>
          </a:p>
        </p:txBody>
      </p:sp>
      <p:sp>
        <p:nvSpPr>
          <p:cNvPr id="57" name="文本框 56"/>
          <p:cNvSpPr txBox="1"/>
          <p:nvPr/>
        </p:nvSpPr>
        <p:spPr>
          <a:xfrm>
            <a:off x="1036638" y="3687763"/>
            <a:ext cx="449262"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58" name="文本框 57"/>
          <p:cNvSpPr txBox="1"/>
          <p:nvPr/>
        </p:nvSpPr>
        <p:spPr>
          <a:xfrm>
            <a:off x="1171575" y="4411663"/>
            <a:ext cx="836613"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l2+1</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59" name="文本框 58"/>
          <p:cNvSpPr txBox="1"/>
          <p:nvPr/>
        </p:nvSpPr>
        <p:spPr>
          <a:xfrm>
            <a:off x="844550" y="3322638"/>
            <a:ext cx="749300" cy="500062"/>
          </a:xfrm>
          <a:prstGeom prst="rect">
            <a:avLst/>
          </a:prstGeom>
          <a:noFill/>
        </p:spPr>
        <p:txBody>
          <a:bodyPr wrap="none">
            <a:spAutoFit/>
          </a:bodyPr>
          <a:lstStyle/>
          <a:p>
            <a:pPr defTabSz="503972" eaLnBrk="1" fontAlgn="auto" hangingPunct="1">
              <a:spcBef>
                <a:spcPts val="0"/>
              </a:spcBef>
              <a:spcAft>
                <a:spcPts val="0"/>
              </a:spcAft>
              <a:defRPr/>
            </a:pPr>
            <a:r>
              <a:rPr lang="en-US" altLang="zh-CN" sz="2646" i="1" dirty="0">
                <a:solidFill>
                  <a:srgbClr val="C00000"/>
                </a:solidFill>
                <a:latin typeface="Arial" panose="020B0604020202020204"/>
                <a:ea typeface="黑体" panose="02010609060101010101" pitchFamily="49" charset="-122"/>
                <a:cs typeface="+mn-cs"/>
              </a:rPr>
              <a:t>l2-1</a:t>
            </a:r>
            <a:endParaRPr lang="zh-CN" altLang="en-US" sz="2646" i="1" dirty="0">
              <a:solidFill>
                <a:srgbClr val="C00000"/>
              </a:solidFill>
              <a:latin typeface="Arial" panose="020B0604020202020204"/>
              <a:ea typeface="黑体" panose="02010609060101010101" pitchFamily="49" charset="-122"/>
              <a:cs typeface="+mn-cs"/>
            </a:endParaRPr>
          </a:p>
        </p:txBody>
      </p:sp>
      <p:sp>
        <p:nvSpPr>
          <p:cNvPr id="4" name="灯片编号占位符 3">
            <a:extLst>
              <a:ext uri="{FF2B5EF4-FFF2-40B4-BE49-F238E27FC236}">
                <a16:creationId xmlns:a16="http://schemas.microsoft.com/office/drawing/2014/main" id="{96AC17F2-475E-A842-3EBF-1653EB2B8B20}"/>
              </a:ext>
            </a:extLst>
          </p:cNvPr>
          <p:cNvSpPr>
            <a:spLocks noGrp="1"/>
          </p:cNvSpPr>
          <p:nvPr>
            <p:ph type="sldNum" sz="quarter" idx="12"/>
          </p:nvPr>
        </p:nvSpPr>
        <p:spPr/>
        <p:txBody>
          <a:bodyPr/>
          <a:lstStyle/>
          <a:p>
            <a:pPr>
              <a:defRPr/>
            </a:pPr>
            <a:fld id="{0C08C95F-CDA6-4553-B281-7012CF263D74}" type="slidenum">
              <a:rPr lang="en-US" smtClean="0"/>
              <a:pPr>
                <a:defRPr/>
              </a:pPr>
              <a:t>60</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500"/>
                                        <p:tgtEl>
                                          <p:spTgt spid="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left)">
                                      <p:cBhvr>
                                        <p:cTn id="12" dur="500"/>
                                        <p:tgtEl>
                                          <p:spTgt spid="5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500"/>
                                        <p:tgtEl>
                                          <p:spTgt spid="5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wipe(left)">
                                      <p:cBhvr>
                                        <p:cTn id="18" dur="500"/>
                                        <p:tgtEl>
                                          <p:spTgt spid="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down)">
                                      <p:cBhvr>
                                        <p:cTn id="23" dur="500"/>
                                        <p:tgtEl>
                                          <p:spTgt spid="4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wipe(down)">
                                      <p:cBhvr>
                                        <p:cTn id="28" dur="500"/>
                                        <p:tgtEl>
                                          <p:spTgt spid="49"/>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wipe(down)">
                                      <p:cBhvr>
                                        <p:cTn id="31" dur="500"/>
                                        <p:tgtEl>
                                          <p:spTgt spid="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wipe(down)">
                                      <p:cBhvr>
                                        <p:cTn id="36" dur="500"/>
                                        <p:tgtEl>
                                          <p:spTgt spid="50"/>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wipe(down)">
                                      <p:cBhvr>
                                        <p:cTn id="44" dur="500"/>
                                        <p:tgtEl>
                                          <p:spTgt spid="51"/>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down)">
                                      <p:cBhvr>
                                        <p:cTn id="47" dur="500"/>
                                        <p:tgtEl>
                                          <p:spTgt spid="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wipe(down)">
                                      <p:cBhvr>
                                        <p:cTn id="52" dur="500"/>
                                        <p:tgtEl>
                                          <p:spTgt spid="52"/>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wipe(down)">
                                      <p:cBhvr>
                                        <p:cTn id="55" dur="500"/>
                                        <p:tgtEl>
                                          <p:spTgt spid="4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wipe(down)">
                                      <p:cBhvr>
                                        <p:cTn id="60" dur="500"/>
                                        <p:tgtEl>
                                          <p:spTgt spid="4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wipe(down)">
                                      <p:cBhvr>
                                        <p:cTn id="65" dur="500"/>
                                        <p:tgtEl>
                                          <p:spTgt spid="53"/>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down)">
                                      <p:cBhvr>
                                        <p:cTn id="68" dur="500"/>
                                        <p:tgtEl>
                                          <p:spTgt spid="4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wipe(down)">
                                      <p:cBhvr>
                                        <p:cTn id="73" dur="500"/>
                                        <p:tgtEl>
                                          <p:spTgt spid="54"/>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animEffect transition="in" filter="wipe(down)">
                                      <p:cBhvr>
                                        <p:cTn id="76" dur="500"/>
                                        <p:tgtEl>
                                          <p:spTgt spid="4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55"/>
                                        </p:tgtEl>
                                        <p:attrNameLst>
                                          <p:attrName>style.visibility</p:attrName>
                                        </p:attrNameLst>
                                      </p:cBhvr>
                                      <p:to>
                                        <p:strVal val="visible"/>
                                      </p:to>
                                    </p:set>
                                    <p:animEffect transition="in" filter="wipe(down)">
                                      <p:cBhvr>
                                        <p:cTn id="81" dur="500"/>
                                        <p:tgtEl>
                                          <p:spTgt spid="55"/>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wipe(down)">
                                      <p:cBhvr>
                                        <p:cTn id="84" dur="500"/>
                                        <p:tgtEl>
                                          <p:spTgt spid="4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4" fill="hold" grpId="0" nodeType="clickEffect">
                                  <p:stCondLst>
                                    <p:cond delay="0"/>
                                  </p:stCondLst>
                                  <p:childTnLst>
                                    <p:set>
                                      <p:cBhvr>
                                        <p:cTn id="88" dur="1" fill="hold">
                                          <p:stCondLst>
                                            <p:cond delay="0"/>
                                          </p:stCondLst>
                                        </p:cTn>
                                        <p:tgtEl>
                                          <p:spTgt spid="56"/>
                                        </p:tgtEl>
                                        <p:attrNameLst>
                                          <p:attrName>style.visibility</p:attrName>
                                        </p:attrNameLst>
                                      </p:cBhvr>
                                      <p:to>
                                        <p:strVal val="visible"/>
                                      </p:to>
                                    </p:set>
                                    <p:animEffect transition="in" filter="wipe(down)">
                                      <p:cBhvr>
                                        <p:cTn id="8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p:bldP spid="43" grpId="0" animBg="1"/>
      <p:bldP spid="44" grpId="0" animBg="1"/>
      <p:bldP spid="45" grpId="0" animBg="1"/>
      <p:bldP spid="46" grpId="0"/>
      <p:bldP spid="47" grpId="0" animBg="1"/>
      <p:bldP spid="48" grpId="0" animBg="1"/>
      <p:bldP spid="49" grpId="0"/>
      <p:bldP spid="50" grpId="0"/>
      <p:bldP spid="51" grpId="0"/>
      <p:bldP spid="52" grpId="0"/>
      <p:bldP spid="53" grpId="0"/>
      <p:bldP spid="54" grpId="0"/>
      <p:bldP spid="55" grpId="0"/>
      <p:bldP spid="56" grpId="0"/>
      <p:bldP spid="57" grpId="0"/>
      <p:bldP spid="58" grpId="0"/>
      <p:bldP spid="59" grpId="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defTabSz="503972" fontAlgn="auto">
              <a:spcAft>
                <a:spcPts val="0"/>
              </a:spcAft>
              <a:defRPr/>
            </a:pPr>
            <a:r>
              <a:rPr lang="zh-CN" altLang="en-US" dirty="0"/>
              <a:t>如何维护</a:t>
            </a:r>
            <a:r>
              <a:rPr lang="zh-CN" altLang="en-US" noProof="1"/>
              <a:t>嵌套层次显示表</a:t>
            </a:r>
            <a:r>
              <a:rPr lang="en-US" altLang="zh-CN" noProof="1"/>
              <a:t>Display</a:t>
            </a:r>
            <a:endParaRPr lang="zh-CN" altLang="en-US" dirty="0"/>
          </a:p>
        </p:txBody>
      </p:sp>
      <p:sp>
        <p:nvSpPr>
          <p:cNvPr id="203779" name="Rectangle 2"/>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问题：</a:t>
            </a:r>
            <a:r>
              <a:rPr lang="zh-CN" altLang="en-US" sz="3086" dirty="0">
                <a:solidFill>
                  <a:schemeClr val="tx1">
                    <a:lumMod val="75000"/>
                    <a:lumOff val="25000"/>
                  </a:schemeClr>
                </a:solidFill>
              </a:rPr>
              <a:t>当过程</a:t>
            </a:r>
            <a:r>
              <a:rPr lang="en-US" altLang="zh-CN" sz="3086" dirty="0">
                <a:solidFill>
                  <a:schemeClr val="tx1">
                    <a:lumMod val="75000"/>
                    <a:lumOff val="25000"/>
                  </a:schemeClr>
                </a:solidFill>
              </a:rPr>
              <a:t>P1</a:t>
            </a:r>
            <a:r>
              <a:rPr lang="zh-CN" altLang="en-US" sz="3086" dirty="0">
                <a:solidFill>
                  <a:schemeClr val="tx1">
                    <a:lumMod val="75000"/>
                    <a:lumOff val="25000"/>
                  </a:schemeClr>
                </a:solidFill>
              </a:rPr>
              <a:t>调用过程</a:t>
            </a:r>
            <a:r>
              <a:rPr lang="en-US" altLang="zh-CN" sz="3086" dirty="0">
                <a:solidFill>
                  <a:schemeClr val="tx1">
                    <a:lumMod val="75000"/>
                    <a:lumOff val="25000"/>
                  </a:schemeClr>
                </a:solidFill>
              </a:rPr>
              <a:t>P2(</a:t>
            </a:r>
            <a:r>
              <a:rPr lang="en-US" altLang="zh-CN" sz="3086" i="1" dirty="0">
                <a:solidFill>
                  <a:schemeClr val="tx1">
                    <a:lumMod val="75000"/>
                    <a:lumOff val="25000"/>
                  </a:schemeClr>
                </a:solidFill>
                <a:latin typeface="Times New Roman" panose="02020603050405020304" pitchFamily="18" charset="0"/>
              </a:rPr>
              <a:t>l2</a:t>
            </a:r>
            <a:r>
              <a:rPr lang="en-US" altLang="en-US" sz="3086" dirty="0">
                <a:solidFill>
                  <a:schemeClr val="tx1">
                    <a:lumMod val="75000"/>
                    <a:lumOff val="25000"/>
                  </a:schemeClr>
                </a:solidFill>
              </a:rPr>
              <a:t>层</a:t>
            </a:r>
            <a:r>
              <a:rPr lang="en-US" altLang="zh-CN" sz="3086" dirty="0">
                <a:solidFill>
                  <a:schemeClr val="tx1">
                    <a:lumMod val="75000"/>
                    <a:lumOff val="25000"/>
                  </a:schemeClr>
                </a:solidFill>
              </a:rPr>
              <a:t>)</a:t>
            </a:r>
            <a:r>
              <a:rPr lang="zh-CN" altLang="en-US" sz="3086" dirty="0">
                <a:solidFill>
                  <a:schemeClr val="tx1">
                    <a:lumMod val="75000"/>
                    <a:lumOff val="25000"/>
                  </a:schemeClr>
                </a:solidFill>
              </a:rPr>
              <a:t>而进入</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后，</a:t>
            </a:r>
            <a:r>
              <a:rPr lang="en-US" altLang="zh-CN" sz="3086" dirty="0">
                <a:solidFill>
                  <a:schemeClr val="tx1">
                    <a:lumMod val="75000"/>
                    <a:lumOff val="25000"/>
                  </a:schemeClr>
                </a:solidFill>
              </a:rPr>
              <a:t>P2</a:t>
            </a:r>
            <a:r>
              <a:rPr lang="zh-CN" altLang="en-US" sz="3086" dirty="0">
                <a:solidFill>
                  <a:schemeClr val="tx1">
                    <a:lumMod val="75000"/>
                    <a:lumOff val="25000"/>
                  </a:schemeClr>
                </a:solidFill>
              </a:rPr>
              <a:t>应如何建立起自己的</a:t>
            </a:r>
            <a:r>
              <a:rPr lang="en-US" altLang="zh-CN" sz="3086" dirty="0">
                <a:solidFill>
                  <a:schemeClr val="tx1">
                    <a:lumMod val="75000"/>
                    <a:lumOff val="25000"/>
                  </a:schemeClr>
                </a:solidFill>
              </a:rPr>
              <a:t>Display</a:t>
            </a:r>
            <a:r>
              <a:rPr lang="zh-CN" altLang="en-US" sz="3086" dirty="0">
                <a:solidFill>
                  <a:schemeClr val="tx1">
                    <a:lumMod val="75000"/>
                    <a:lumOff val="25000"/>
                  </a:schemeClr>
                </a:solidFill>
              </a:rPr>
              <a:t>表？</a:t>
            </a:r>
          </a:p>
        </p:txBody>
      </p:sp>
      <p:grpSp>
        <p:nvGrpSpPr>
          <p:cNvPr id="562180" name="Group 11"/>
          <p:cNvGrpSpPr>
            <a:grpSpLocks/>
          </p:cNvGrpSpPr>
          <p:nvPr/>
        </p:nvGrpSpPr>
        <p:grpSpPr bwMode="auto">
          <a:xfrm>
            <a:off x="1019175" y="3116263"/>
            <a:ext cx="1679575" cy="2436812"/>
            <a:chOff x="1440" y="1056"/>
            <a:chExt cx="1248" cy="1872"/>
          </a:xfrm>
        </p:grpSpPr>
        <p:sp>
          <p:nvSpPr>
            <p:cNvPr id="29" name="Freeform 5"/>
            <p:cNvSpPr>
              <a:spLocks/>
            </p:cNvSpPr>
            <p:nvPr/>
          </p:nvSpPr>
          <p:spPr bwMode="auto">
            <a:xfrm>
              <a:off x="1440" y="1247"/>
              <a:ext cx="576" cy="1681"/>
            </a:xfrm>
            <a:custGeom>
              <a:avLst/>
              <a:gdLst>
                <a:gd name="T0" fmla="*/ 21030878 w 240"/>
                <a:gd name="T1" fmla="*/ 0 h 1632"/>
                <a:gd name="T2" fmla="*/ 0 w 240"/>
                <a:gd name="T3" fmla="*/ 0 h 1632"/>
                <a:gd name="T4" fmla="*/ 0 w 240"/>
                <a:gd name="T5" fmla="*/ 2378 h 1632"/>
                <a:gd name="T6" fmla="*/ 21030878 w 240"/>
                <a:gd name="T7" fmla="*/ 2378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0" name="Freeform 6"/>
            <p:cNvSpPr>
              <a:spLocks/>
            </p:cNvSpPr>
            <p:nvPr/>
          </p:nvSpPr>
          <p:spPr bwMode="auto">
            <a:xfrm>
              <a:off x="1584" y="1488"/>
              <a:ext cx="144" cy="624"/>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1" name="Freeform 7"/>
            <p:cNvSpPr>
              <a:spLocks/>
            </p:cNvSpPr>
            <p:nvPr/>
          </p:nvSpPr>
          <p:spPr bwMode="auto">
            <a:xfrm>
              <a:off x="1584" y="2304"/>
              <a:ext cx="144" cy="577"/>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2" name="Rectangle 8"/>
            <p:cNvSpPr>
              <a:spLocks noChangeArrowheads="1"/>
            </p:cNvSpPr>
            <p:nvPr/>
          </p:nvSpPr>
          <p:spPr bwMode="auto">
            <a:xfrm>
              <a:off x="2016" y="1056"/>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33" name="Rectangle 9"/>
            <p:cNvSpPr>
              <a:spLocks noChangeArrowheads="1"/>
            </p:cNvSpPr>
            <p:nvPr/>
          </p:nvSpPr>
          <p:spPr bwMode="auto">
            <a:xfrm>
              <a:off x="1728" y="2112"/>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dirty="0">
                  <a:solidFill>
                    <a:prstClr val="black"/>
                  </a:solidFill>
                  <a:latin typeface="Arial" panose="020B0604020202020204"/>
                  <a:ea typeface="宋体" panose="02010600030101010101" pitchFamily="2" charset="-122"/>
                  <a:cs typeface="+mn-cs"/>
                </a:rPr>
                <a:t>P1</a:t>
              </a:r>
              <a:endParaRPr kumimoji="1" lang="en-US" altLang="zh-CN" sz="2646" dirty="0">
                <a:solidFill>
                  <a:prstClr val="black"/>
                </a:solidFill>
                <a:latin typeface="Arial" panose="020B0604020202020204"/>
                <a:ea typeface="宋体" panose="02010600030101010101" pitchFamily="2" charset="-122"/>
                <a:cs typeface="+mn-cs"/>
              </a:endParaRPr>
            </a:p>
          </p:txBody>
        </p:sp>
        <p:sp>
          <p:nvSpPr>
            <p:cNvPr id="34" name="Rectangle 10"/>
            <p:cNvSpPr>
              <a:spLocks noChangeArrowheads="1"/>
            </p:cNvSpPr>
            <p:nvPr/>
          </p:nvSpPr>
          <p:spPr bwMode="auto">
            <a:xfrm>
              <a:off x="1728" y="1344"/>
              <a:ext cx="6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grpSp>
      <p:grpSp>
        <p:nvGrpSpPr>
          <p:cNvPr id="562181" name="Group 19"/>
          <p:cNvGrpSpPr>
            <a:grpSpLocks/>
          </p:cNvGrpSpPr>
          <p:nvPr/>
        </p:nvGrpSpPr>
        <p:grpSpPr bwMode="auto">
          <a:xfrm>
            <a:off x="4000500" y="3032125"/>
            <a:ext cx="1847850" cy="2605088"/>
            <a:chOff x="2928" y="1344"/>
            <a:chExt cx="1145" cy="1632"/>
          </a:xfrm>
        </p:grpSpPr>
        <p:sp>
          <p:nvSpPr>
            <p:cNvPr id="36" name="Freeform 13"/>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7" name="Freeform 14"/>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8" name="Freeform 15"/>
            <p:cNvSpPr>
              <a:spLocks/>
            </p:cNvSpPr>
            <p:nvPr/>
          </p:nvSpPr>
          <p:spPr bwMode="auto">
            <a:xfrm>
              <a:off x="3120" y="2112"/>
              <a:ext cx="145"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39" name="Rectangle 16"/>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0" name="Rectangle 17"/>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1" name="Rectangle 18"/>
            <p:cNvSpPr>
              <a:spLocks noChangeArrowheads="1"/>
            </p:cNvSpPr>
            <p:nvPr/>
          </p:nvSpPr>
          <p:spPr bwMode="auto">
            <a:xfrm>
              <a:off x="3312" y="1632"/>
              <a:ext cx="56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P1</a:t>
              </a:r>
              <a:endParaRPr kumimoji="1" lang="en-US" altLang="zh-CN" sz="2646">
                <a:solidFill>
                  <a:prstClr val="black"/>
                </a:solidFill>
                <a:latin typeface="Arial" panose="020B0604020202020204"/>
                <a:ea typeface="宋体" panose="02010600030101010101" pitchFamily="2" charset="-122"/>
                <a:cs typeface="+mn-cs"/>
              </a:endParaRPr>
            </a:p>
          </p:txBody>
        </p:sp>
      </p:grpSp>
      <p:grpSp>
        <p:nvGrpSpPr>
          <p:cNvPr id="562182" name="Group 20"/>
          <p:cNvGrpSpPr>
            <a:grpSpLocks/>
          </p:cNvGrpSpPr>
          <p:nvPr/>
        </p:nvGrpSpPr>
        <p:grpSpPr bwMode="auto">
          <a:xfrm>
            <a:off x="7150100" y="3032125"/>
            <a:ext cx="1847850" cy="2605088"/>
            <a:chOff x="2928" y="1344"/>
            <a:chExt cx="1145" cy="1632"/>
          </a:xfrm>
        </p:grpSpPr>
        <p:sp>
          <p:nvSpPr>
            <p:cNvPr id="43" name="Freeform 21"/>
            <p:cNvSpPr>
              <a:spLocks/>
            </p:cNvSpPr>
            <p:nvPr/>
          </p:nvSpPr>
          <p:spPr bwMode="auto">
            <a:xfrm>
              <a:off x="2928" y="1536"/>
              <a:ext cx="624" cy="1440"/>
            </a:xfrm>
            <a:custGeom>
              <a:avLst/>
              <a:gdLst>
                <a:gd name="T0" fmla="*/ 59528661 w 240"/>
                <a:gd name="T1" fmla="*/ 0 h 1632"/>
                <a:gd name="T2" fmla="*/ 0 w 240"/>
                <a:gd name="T3" fmla="*/ 0 h 1632"/>
                <a:gd name="T4" fmla="*/ 0 w 240"/>
                <a:gd name="T5" fmla="*/ 321 h 1632"/>
                <a:gd name="T6" fmla="*/ 59528661 w 240"/>
                <a:gd name="T7" fmla="*/ 321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4" name="Freeform 22"/>
            <p:cNvSpPr>
              <a:spLocks/>
            </p:cNvSpPr>
            <p:nvPr/>
          </p:nvSpPr>
          <p:spPr bwMode="auto">
            <a:xfrm>
              <a:off x="3050" y="1758"/>
              <a:ext cx="310" cy="1074"/>
            </a:xfrm>
            <a:custGeom>
              <a:avLst/>
              <a:gdLst>
                <a:gd name="T0" fmla="*/ 6688 w 240"/>
                <a:gd name="T1" fmla="*/ 0 h 1632"/>
                <a:gd name="T2" fmla="*/ 0 w 240"/>
                <a:gd name="T3" fmla="*/ 0 h 1632"/>
                <a:gd name="T4" fmla="*/ 0 w 240"/>
                <a:gd name="T5" fmla="*/ 7 h 1632"/>
                <a:gd name="T6" fmla="*/ 6688 w 240"/>
                <a:gd name="T7" fmla="*/ 7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5" name="Freeform 23"/>
            <p:cNvSpPr>
              <a:spLocks/>
            </p:cNvSpPr>
            <p:nvPr/>
          </p:nvSpPr>
          <p:spPr bwMode="auto">
            <a:xfrm>
              <a:off x="3120" y="2112"/>
              <a:ext cx="145" cy="632"/>
            </a:xfrm>
            <a:custGeom>
              <a:avLst/>
              <a:gdLst>
                <a:gd name="T0" fmla="*/ 1 w 240"/>
                <a:gd name="T1" fmla="*/ 0 h 1632"/>
                <a:gd name="T2" fmla="*/ 0 w 240"/>
                <a:gd name="T3" fmla="*/ 0 h 1632"/>
                <a:gd name="T4" fmla="*/ 0 w 240"/>
                <a:gd name="T5" fmla="*/ 0 h 1632"/>
                <a:gd name="T6" fmla="*/ 1 w 240"/>
                <a:gd name="T7" fmla="*/ 0 h 1632"/>
                <a:gd name="T8" fmla="*/ 0 60000 65536"/>
                <a:gd name="T9" fmla="*/ 0 60000 65536"/>
                <a:gd name="T10" fmla="*/ 0 60000 65536"/>
                <a:gd name="T11" fmla="*/ 0 60000 65536"/>
                <a:gd name="T12" fmla="*/ 0 w 240"/>
                <a:gd name="T13" fmla="*/ 0 h 1632"/>
                <a:gd name="T14" fmla="*/ 240 w 240"/>
                <a:gd name="T15" fmla="*/ 1632 h 1632"/>
              </a:gdLst>
              <a:ahLst/>
              <a:cxnLst>
                <a:cxn ang="T8">
                  <a:pos x="T0" y="T1"/>
                </a:cxn>
                <a:cxn ang="T9">
                  <a:pos x="T2" y="T3"/>
                </a:cxn>
                <a:cxn ang="T10">
                  <a:pos x="T4" y="T5"/>
                </a:cxn>
                <a:cxn ang="T11">
                  <a:pos x="T6" y="T7"/>
                </a:cxn>
              </a:cxnLst>
              <a:rect l="T12" t="T13" r="T14" b="T15"/>
              <a:pathLst>
                <a:path w="240" h="1632">
                  <a:moveTo>
                    <a:pt x="240" y="0"/>
                  </a:moveTo>
                  <a:lnTo>
                    <a:pt x="0" y="0"/>
                  </a:lnTo>
                  <a:lnTo>
                    <a:pt x="0" y="1632"/>
                  </a:lnTo>
                  <a:lnTo>
                    <a:pt x="240" y="1632"/>
                  </a:lnTo>
                </a:path>
              </a:pathLst>
            </a:custGeom>
            <a:noFill/>
            <a:ln w="19050" cap="flat" cmpd="sng">
              <a:solidFill>
                <a:schemeClr val="tx1"/>
              </a:solidFill>
              <a:prstDash val="solid"/>
              <a:round/>
              <a:headEnd type="none" w="med" len="med"/>
              <a:tailEnd type="none"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a:solidFill>
                  <a:prstClr val="black"/>
                </a:solidFill>
                <a:latin typeface="Arial" panose="020B0604020202020204"/>
                <a:ea typeface="黑体" panose="02010609060101010101" pitchFamily="49" charset="-122"/>
                <a:cs typeface="+mn-cs"/>
              </a:endParaRPr>
            </a:p>
          </p:txBody>
        </p:sp>
        <p:sp>
          <p:nvSpPr>
            <p:cNvPr id="46" name="Rectangle 24"/>
            <p:cNvSpPr>
              <a:spLocks noChangeArrowheads="1"/>
            </p:cNvSpPr>
            <p:nvPr/>
          </p:nvSpPr>
          <p:spPr bwMode="auto">
            <a:xfrm>
              <a:off x="3504" y="1344"/>
              <a:ext cx="56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P0</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7" name="Rectangle 25"/>
            <p:cNvSpPr>
              <a:spLocks noChangeArrowheads="1"/>
            </p:cNvSpPr>
            <p:nvPr/>
          </p:nvSpPr>
          <p:spPr bwMode="auto">
            <a:xfrm>
              <a:off x="3216" y="1968"/>
              <a:ext cx="568"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P1</a:t>
              </a:r>
              <a:endParaRPr kumimoji="1" lang="en-US" altLang="zh-CN" sz="2646">
                <a:solidFill>
                  <a:prstClr val="black"/>
                </a:solidFill>
                <a:latin typeface="Arial" panose="020B0604020202020204"/>
                <a:ea typeface="宋体" panose="02010600030101010101" pitchFamily="2" charset="-122"/>
                <a:cs typeface="+mn-cs"/>
              </a:endParaRPr>
            </a:p>
          </p:txBody>
        </p:sp>
        <p:sp>
          <p:nvSpPr>
            <p:cNvPr id="48" name="Rectangle 26"/>
            <p:cNvSpPr>
              <a:spLocks noChangeArrowheads="1"/>
            </p:cNvSpPr>
            <p:nvPr/>
          </p:nvSpPr>
          <p:spPr bwMode="auto">
            <a:xfrm>
              <a:off x="3312" y="1632"/>
              <a:ext cx="56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en-US" sz="3086">
                  <a:solidFill>
                    <a:prstClr val="black"/>
                  </a:solidFill>
                  <a:latin typeface="Arial" panose="020B0604020202020204"/>
                  <a:ea typeface="宋体" panose="02010600030101010101" pitchFamily="2" charset="-122"/>
                  <a:cs typeface="+mn-cs"/>
                </a:rPr>
                <a:t>P2</a:t>
              </a:r>
              <a:endParaRPr kumimoji="1" lang="en-US" altLang="zh-CN" sz="2646">
                <a:solidFill>
                  <a:prstClr val="black"/>
                </a:solidFill>
                <a:latin typeface="Arial" panose="020B0604020202020204"/>
                <a:ea typeface="宋体" panose="02010600030101010101" pitchFamily="2" charset="-122"/>
                <a:cs typeface="+mn-cs"/>
              </a:endParaRPr>
            </a:p>
          </p:txBody>
        </p:sp>
      </p:grpSp>
      <p:sp>
        <p:nvSpPr>
          <p:cNvPr id="49" name="文本框 48"/>
          <p:cNvSpPr txBox="1"/>
          <p:nvPr/>
        </p:nvSpPr>
        <p:spPr>
          <a:xfrm>
            <a:off x="158750" y="5835650"/>
            <a:ext cx="9248775" cy="1720850"/>
          </a:xfrm>
          <a:prstGeom prst="rect">
            <a:avLst/>
          </a:prstGeom>
          <a:noFill/>
        </p:spPr>
        <p:txBody>
          <a:bodyPr>
            <a:spAutoFit/>
          </a:bodyPr>
          <a:lstStyle/>
          <a:p>
            <a:pPr defTabSz="503972" eaLnBrk="1" fontAlgn="auto" hangingPunct="1">
              <a:spcAft>
                <a:spcPts val="0"/>
              </a:spcAft>
              <a:defRPr/>
            </a:pPr>
            <a:r>
              <a:rPr lang="zh-CN" altLang="en-US" sz="2646" dirty="0">
                <a:solidFill>
                  <a:srgbClr val="C00000"/>
                </a:solidFill>
                <a:latin typeface="微软雅黑" panose="020B0503020204020204" pitchFamily="34" charset="-122"/>
                <a:ea typeface="黑体" panose="02010609060101010101" pitchFamily="49" charset="-122"/>
                <a:cs typeface="+mn-cs"/>
              </a:rPr>
              <a:t>答案：</a:t>
            </a:r>
            <a:r>
              <a:rPr lang="zh-CN" altLang="en-US" sz="2646" dirty="0">
                <a:solidFill>
                  <a:srgbClr val="6600CC"/>
                </a:solidFill>
                <a:latin typeface="微软雅黑" panose="020B0503020204020204" pitchFamily="34" charset="-122"/>
                <a:ea typeface="黑体" panose="02010609060101010101" pitchFamily="49" charset="-122"/>
                <a:cs typeface="+mn-cs"/>
              </a:rPr>
              <a:t>从</a:t>
            </a:r>
            <a:r>
              <a:rPr lang="en-US" altLang="zh-CN" sz="2646" dirty="0">
                <a:solidFill>
                  <a:srgbClr val="6600CC"/>
                </a:solidFill>
                <a:latin typeface="微软雅黑" panose="020B0503020204020204" pitchFamily="34" charset="-122"/>
                <a:ea typeface="黑体" panose="02010609060101010101" pitchFamily="49" charset="-122"/>
                <a:cs typeface="+mn-cs"/>
              </a:rPr>
              <a:t>P1</a:t>
            </a:r>
            <a:r>
              <a:rPr lang="zh-CN" altLang="en-US" sz="2646" dirty="0">
                <a:solidFill>
                  <a:srgbClr val="6600CC"/>
                </a:solidFill>
                <a:latin typeface="微软雅黑" panose="020B0503020204020204" pitchFamily="34" charset="-122"/>
                <a:ea typeface="黑体" panose="02010609060101010101" pitchFamily="49" charset="-122"/>
                <a:cs typeface="+mn-cs"/>
              </a:rPr>
              <a:t>的</a:t>
            </a:r>
            <a:r>
              <a:rPr lang="en-US" altLang="zh-CN" sz="2646" dirty="0">
                <a:solidFill>
                  <a:srgbClr val="6600CC"/>
                </a:solidFill>
                <a:latin typeface="微软雅黑" panose="020B0503020204020204" pitchFamily="34" charset="-122"/>
                <a:ea typeface="黑体" panose="02010609060101010101" pitchFamily="49" charset="-122"/>
                <a:cs typeface="+mn-cs"/>
              </a:rPr>
              <a:t>Display</a:t>
            </a:r>
            <a:r>
              <a:rPr lang="zh-CN" altLang="en-US" sz="2646" dirty="0">
                <a:solidFill>
                  <a:srgbClr val="6600CC"/>
                </a:solidFill>
                <a:latin typeface="微软雅黑" panose="020B0503020204020204" pitchFamily="34" charset="-122"/>
                <a:ea typeface="黑体" panose="02010609060101010101" pitchFamily="49" charset="-122"/>
                <a:cs typeface="+mn-cs"/>
              </a:rPr>
              <a:t>表中自底而上取</a:t>
            </a:r>
            <a:r>
              <a:rPr lang="en-US" altLang="zh-CN" sz="2646" i="1" dirty="0">
                <a:solidFill>
                  <a:srgbClr val="6600CC"/>
                </a:solidFill>
                <a:latin typeface="微软雅黑" panose="020B0503020204020204" pitchFamily="34" charset="-122"/>
                <a:ea typeface="黑体" panose="02010609060101010101" pitchFamily="49" charset="-122"/>
                <a:cs typeface="+mn-cs"/>
              </a:rPr>
              <a:t>l2</a:t>
            </a:r>
            <a:r>
              <a:rPr lang="zh-CN" altLang="en-US" sz="2646" dirty="0">
                <a:solidFill>
                  <a:srgbClr val="6600CC"/>
                </a:solidFill>
                <a:latin typeface="微软雅黑" panose="020B0503020204020204" pitchFamily="34" charset="-122"/>
                <a:ea typeface="黑体" panose="02010609060101010101" pitchFamily="49" charset="-122"/>
                <a:cs typeface="+mn-cs"/>
              </a:rPr>
              <a:t>个单元</a:t>
            </a:r>
            <a:r>
              <a:rPr lang="en-US" altLang="zh-CN" sz="2646" dirty="0">
                <a:solidFill>
                  <a:srgbClr val="6600CC"/>
                </a:solidFill>
                <a:latin typeface="微软雅黑" panose="020B0503020204020204" pitchFamily="34" charset="-122"/>
                <a:ea typeface="黑体" panose="02010609060101010101" pitchFamily="49" charset="-122"/>
                <a:cs typeface="+mn-cs"/>
              </a:rPr>
              <a:t>(</a:t>
            </a:r>
            <a:r>
              <a:rPr lang="en-US" altLang="zh-CN" sz="2646" i="1" dirty="0">
                <a:solidFill>
                  <a:srgbClr val="6600CC"/>
                </a:solidFill>
                <a:latin typeface="微软雅黑" panose="020B0503020204020204" pitchFamily="34" charset="-122"/>
                <a:ea typeface="黑体" panose="02010609060101010101" pitchFamily="49" charset="-122"/>
                <a:cs typeface="+mn-cs"/>
              </a:rPr>
              <a:t>l2</a:t>
            </a:r>
            <a:r>
              <a:rPr lang="zh-CN" altLang="en-US" sz="2646" dirty="0">
                <a:solidFill>
                  <a:srgbClr val="6600CC"/>
                </a:solidFill>
                <a:latin typeface="微软雅黑" panose="020B0503020204020204" pitchFamily="34" charset="-122"/>
                <a:ea typeface="黑体" panose="02010609060101010101" pitchFamily="49" charset="-122"/>
                <a:cs typeface="+mn-cs"/>
              </a:rPr>
              <a:t>为</a:t>
            </a:r>
            <a:r>
              <a:rPr lang="en-US" altLang="zh-CN" sz="2646" dirty="0">
                <a:solidFill>
                  <a:srgbClr val="6600CC"/>
                </a:solidFill>
                <a:latin typeface="微软雅黑" panose="020B0503020204020204" pitchFamily="34" charset="-122"/>
                <a:ea typeface="黑体" panose="02010609060101010101" pitchFamily="49" charset="-122"/>
                <a:cs typeface="+mn-cs"/>
              </a:rPr>
              <a:t>P2</a:t>
            </a:r>
            <a:r>
              <a:rPr lang="zh-CN" altLang="en-US" sz="2646" dirty="0">
                <a:solidFill>
                  <a:srgbClr val="6600CC"/>
                </a:solidFill>
                <a:latin typeface="微软雅黑" panose="020B0503020204020204" pitchFamily="34" charset="-122"/>
                <a:ea typeface="黑体" panose="02010609060101010101" pitchFamily="49" charset="-122"/>
                <a:cs typeface="+mn-cs"/>
              </a:rPr>
              <a:t>的层数</a:t>
            </a:r>
            <a:r>
              <a:rPr lang="en-US" altLang="zh-CN" sz="2646" dirty="0">
                <a:solidFill>
                  <a:srgbClr val="6600CC"/>
                </a:solidFill>
                <a:latin typeface="微软雅黑" panose="020B0503020204020204" pitchFamily="34" charset="-122"/>
                <a:ea typeface="黑体" panose="02010609060101010101" pitchFamily="49" charset="-122"/>
                <a:cs typeface="+mn-cs"/>
              </a:rPr>
              <a:t>)</a:t>
            </a:r>
            <a:r>
              <a:rPr lang="zh-CN" altLang="en-US" sz="2646" dirty="0">
                <a:solidFill>
                  <a:srgbClr val="6600CC"/>
                </a:solidFill>
                <a:latin typeface="微软雅黑" panose="020B0503020204020204" pitchFamily="34" charset="-122"/>
                <a:ea typeface="黑体" panose="02010609060101010101" pitchFamily="49" charset="-122"/>
                <a:cs typeface="+mn-cs"/>
              </a:rPr>
              <a:t>再添上进入</a:t>
            </a:r>
            <a:r>
              <a:rPr lang="en-US" altLang="zh-CN" sz="2646" dirty="0">
                <a:solidFill>
                  <a:srgbClr val="6600CC"/>
                </a:solidFill>
                <a:latin typeface="微软雅黑" panose="020B0503020204020204" pitchFamily="34" charset="-122"/>
                <a:ea typeface="黑体" panose="02010609060101010101" pitchFamily="49" charset="-122"/>
                <a:cs typeface="+mn-cs"/>
              </a:rPr>
              <a:t>P2</a:t>
            </a:r>
            <a:r>
              <a:rPr lang="zh-CN" altLang="en-US" sz="2646" dirty="0">
                <a:solidFill>
                  <a:srgbClr val="6600CC"/>
                </a:solidFill>
                <a:latin typeface="微软雅黑" panose="020B0503020204020204" pitchFamily="34" charset="-122"/>
                <a:ea typeface="黑体" panose="02010609060101010101" pitchFamily="49" charset="-122"/>
                <a:cs typeface="+mn-cs"/>
              </a:rPr>
              <a:t>后新建立的</a:t>
            </a:r>
            <a:r>
              <a:rPr lang="en-US" altLang="zh-CN" sz="2646" dirty="0">
                <a:solidFill>
                  <a:srgbClr val="6600CC"/>
                </a:solidFill>
                <a:latin typeface="微软雅黑" panose="020B0503020204020204" pitchFamily="34" charset="-122"/>
                <a:ea typeface="黑体" panose="02010609060101010101" pitchFamily="49" charset="-122"/>
                <a:cs typeface="+mn-cs"/>
              </a:rPr>
              <a:t>SP</a:t>
            </a:r>
            <a:r>
              <a:rPr lang="zh-CN" altLang="en-US" sz="2646" dirty="0">
                <a:solidFill>
                  <a:srgbClr val="6600CC"/>
                </a:solidFill>
                <a:latin typeface="微软雅黑" panose="020B0503020204020204" pitchFamily="34" charset="-122"/>
                <a:ea typeface="黑体" panose="02010609060101010101" pitchFamily="49" charset="-122"/>
                <a:cs typeface="+mn-cs"/>
              </a:rPr>
              <a:t>值就构成了</a:t>
            </a:r>
            <a:r>
              <a:rPr lang="en-US" altLang="zh-CN" sz="2646" dirty="0">
                <a:solidFill>
                  <a:srgbClr val="6600CC"/>
                </a:solidFill>
                <a:latin typeface="微软雅黑" panose="020B0503020204020204" pitchFamily="34" charset="-122"/>
                <a:ea typeface="黑体" panose="02010609060101010101" pitchFamily="49" charset="-122"/>
                <a:cs typeface="+mn-cs"/>
              </a:rPr>
              <a:t>P2</a:t>
            </a:r>
            <a:r>
              <a:rPr lang="zh-CN" altLang="en-US" sz="2646" dirty="0">
                <a:solidFill>
                  <a:srgbClr val="6600CC"/>
                </a:solidFill>
                <a:latin typeface="微软雅黑" panose="020B0503020204020204" pitchFamily="34" charset="-122"/>
                <a:ea typeface="黑体" panose="02010609060101010101" pitchFamily="49" charset="-122"/>
                <a:cs typeface="+mn-cs"/>
              </a:rPr>
              <a:t>的</a:t>
            </a:r>
            <a:r>
              <a:rPr lang="en-US" altLang="zh-CN" sz="2646" dirty="0">
                <a:solidFill>
                  <a:srgbClr val="6600CC"/>
                </a:solidFill>
                <a:latin typeface="微软雅黑" panose="020B0503020204020204" pitchFamily="34" charset="-122"/>
                <a:ea typeface="黑体" panose="02010609060101010101" pitchFamily="49" charset="-122"/>
                <a:cs typeface="+mn-cs"/>
              </a:rPr>
              <a:t>Display</a:t>
            </a:r>
            <a:r>
              <a:rPr lang="zh-CN" altLang="en-US" sz="2646" dirty="0">
                <a:solidFill>
                  <a:srgbClr val="6600CC"/>
                </a:solidFill>
                <a:latin typeface="微软雅黑" panose="020B0503020204020204" pitchFamily="34" charset="-122"/>
                <a:ea typeface="黑体" panose="02010609060101010101" pitchFamily="49" charset="-122"/>
                <a:cs typeface="+mn-cs"/>
              </a:rPr>
              <a:t>表</a:t>
            </a:r>
            <a:r>
              <a:rPr lang="zh-CN" altLang="en-US" sz="2646" dirty="0">
                <a:solidFill>
                  <a:prstClr val="black"/>
                </a:solidFill>
                <a:latin typeface="微软雅黑" panose="020B0503020204020204" pitchFamily="34" charset="-122"/>
                <a:ea typeface="黑体" panose="02010609060101010101" pitchFamily="49" charset="-122"/>
                <a:cs typeface="+mn-cs"/>
              </a:rPr>
              <a:t>。</a:t>
            </a:r>
            <a:endParaRPr lang="en-US" altLang="zh-CN" sz="2646" dirty="0">
              <a:solidFill>
                <a:prstClr val="black"/>
              </a:solidFill>
              <a:latin typeface="微软雅黑" panose="020B0503020204020204" pitchFamily="34" charset="-122"/>
              <a:ea typeface="黑体" panose="02010609060101010101" pitchFamily="49" charset="-122"/>
              <a:cs typeface="+mn-cs"/>
            </a:endParaRPr>
          </a:p>
          <a:p>
            <a:pPr defTabSz="503972" eaLnBrk="1" fontAlgn="auto" hangingPunct="1">
              <a:spcAft>
                <a:spcPts val="0"/>
              </a:spcAft>
              <a:defRPr/>
            </a:pPr>
            <a:r>
              <a:rPr lang="zh-CN" altLang="en-US" sz="2646" dirty="0">
                <a:solidFill>
                  <a:srgbClr val="C00000"/>
                </a:solidFill>
                <a:latin typeface="微软雅黑" panose="020B0503020204020204" pitchFamily="34" charset="-122"/>
                <a:ea typeface="黑体" panose="02010609060101010101" pitchFamily="49" charset="-122"/>
                <a:cs typeface="+mn-cs"/>
              </a:rPr>
              <a:t>方法：</a:t>
            </a:r>
            <a:r>
              <a:rPr lang="zh-CN" altLang="en-US" sz="2646" dirty="0">
                <a:solidFill>
                  <a:prstClr val="black"/>
                </a:solidFill>
                <a:latin typeface="微软雅黑" panose="020B0503020204020204" pitchFamily="34" charset="-122"/>
                <a:ea typeface="黑体" panose="02010609060101010101" pitchFamily="49" charset="-122"/>
                <a:cs typeface="+mn-cs"/>
              </a:rPr>
              <a:t>把</a:t>
            </a:r>
            <a:r>
              <a:rPr lang="en-US" altLang="zh-CN" sz="2646" dirty="0">
                <a:solidFill>
                  <a:prstClr val="black"/>
                </a:solidFill>
                <a:latin typeface="微软雅黑" panose="020B0503020204020204" pitchFamily="34" charset="-122"/>
                <a:ea typeface="黑体" panose="02010609060101010101" pitchFamily="49" charset="-122"/>
                <a:cs typeface="+mn-cs"/>
              </a:rPr>
              <a:t>P1</a:t>
            </a:r>
            <a:r>
              <a:rPr lang="zh-CN" altLang="en-US" sz="2646" dirty="0">
                <a:solidFill>
                  <a:prstClr val="black"/>
                </a:solidFill>
                <a:latin typeface="微软雅黑" panose="020B0503020204020204" pitchFamily="34" charset="-122"/>
                <a:ea typeface="黑体" panose="02010609060101010101" pitchFamily="49" charset="-122"/>
                <a:cs typeface="+mn-cs"/>
              </a:rPr>
              <a:t>的</a:t>
            </a:r>
            <a:r>
              <a:rPr lang="en-US" altLang="zh-CN" sz="2646" dirty="0">
                <a:solidFill>
                  <a:prstClr val="black"/>
                </a:solidFill>
                <a:latin typeface="微软雅黑" panose="020B0503020204020204" pitchFamily="34" charset="-122"/>
                <a:ea typeface="黑体" panose="02010609060101010101" pitchFamily="49" charset="-122"/>
                <a:cs typeface="+mn-cs"/>
              </a:rPr>
              <a:t>display</a:t>
            </a:r>
            <a:r>
              <a:rPr lang="zh-CN" altLang="en-US" sz="2646" dirty="0">
                <a:solidFill>
                  <a:prstClr val="black"/>
                </a:solidFill>
                <a:latin typeface="微软雅黑" panose="020B0503020204020204" pitchFamily="34" charset="-122"/>
                <a:ea typeface="黑体" panose="02010609060101010101" pitchFamily="49" charset="-122"/>
                <a:cs typeface="+mn-cs"/>
              </a:rPr>
              <a:t>表地址</a:t>
            </a:r>
            <a:r>
              <a:rPr lang="en-US" altLang="zh-CN" sz="2646" dirty="0">
                <a:solidFill>
                  <a:prstClr val="black"/>
                </a:solidFill>
                <a:latin typeface="微软雅黑" panose="020B0503020204020204" pitchFamily="34" charset="-122"/>
                <a:ea typeface="黑体" panose="02010609060101010101" pitchFamily="49" charset="-122"/>
                <a:cs typeface="+mn-cs"/>
              </a:rPr>
              <a:t>(</a:t>
            </a:r>
            <a:r>
              <a:rPr lang="en-US" altLang="en-US" sz="2646" dirty="0" err="1">
                <a:solidFill>
                  <a:srgbClr val="CC0000"/>
                </a:solidFill>
                <a:latin typeface="微软雅黑" panose="020B0503020204020204" pitchFamily="34" charset="-122"/>
                <a:ea typeface="+mn-ea"/>
                <a:cs typeface="+mn-cs"/>
              </a:rPr>
              <a:t>全局Display</a:t>
            </a:r>
            <a:r>
              <a:rPr lang="en-US" altLang="zh-CN" sz="2646" dirty="0">
                <a:solidFill>
                  <a:prstClr val="black"/>
                </a:solidFill>
                <a:latin typeface="微软雅黑" panose="020B0503020204020204" pitchFamily="34" charset="-122"/>
                <a:ea typeface="黑体" panose="02010609060101010101" pitchFamily="49" charset="-122"/>
                <a:cs typeface="+mn-cs"/>
              </a:rPr>
              <a:t>)</a:t>
            </a:r>
            <a:r>
              <a:rPr lang="zh-CN" altLang="en-US" sz="2646" dirty="0">
                <a:solidFill>
                  <a:prstClr val="black"/>
                </a:solidFill>
                <a:latin typeface="微软雅黑" panose="020B0503020204020204" pitchFamily="34" charset="-122"/>
                <a:ea typeface="黑体" panose="02010609060101010101" pitchFamily="49" charset="-122"/>
                <a:cs typeface="+mn-cs"/>
              </a:rPr>
              <a:t>作为连接数据之一传送给</a:t>
            </a:r>
            <a:r>
              <a:rPr lang="en-US" altLang="zh-CN" sz="2646" dirty="0">
                <a:solidFill>
                  <a:prstClr val="black"/>
                </a:solidFill>
                <a:latin typeface="微软雅黑" panose="020B0503020204020204" pitchFamily="34" charset="-122"/>
                <a:ea typeface="黑体" panose="02010609060101010101" pitchFamily="49" charset="-122"/>
                <a:cs typeface="+mn-cs"/>
              </a:rPr>
              <a:t>P2</a:t>
            </a:r>
            <a:r>
              <a:rPr lang="zh-CN" altLang="en-US" sz="2646" dirty="0">
                <a:solidFill>
                  <a:prstClr val="black"/>
                </a:solidFill>
                <a:latin typeface="微软雅黑" panose="020B0503020204020204" pitchFamily="34" charset="-122"/>
                <a:ea typeface="黑体" panose="02010609060101010101" pitchFamily="49" charset="-122"/>
                <a:cs typeface="+mn-cs"/>
              </a:rPr>
              <a:t>，然后建立</a:t>
            </a:r>
            <a:r>
              <a:rPr lang="en-US" altLang="zh-CN" sz="2646" dirty="0">
                <a:solidFill>
                  <a:prstClr val="black"/>
                </a:solidFill>
                <a:latin typeface="微软雅黑" panose="020B0503020204020204" pitchFamily="34" charset="-122"/>
                <a:ea typeface="黑体" panose="02010609060101010101" pitchFamily="49" charset="-122"/>
                <a:cs typeface="+mn-cs"/>
              </a:rPr>
              <a:t>P2</a:t>
            </a:r>
            <a:r>
              <a:rPr lang="zh-CN" altLang="en-US" sz="2646" dirty="0">
                <a:solidFill>
                  <a:prstClr val="black"/>
                </a:solidFill>
                <a:latin typeface="微软雅黑" panose="020B0503020204020204" pitchFamily="34" charset="-122"/>
                <a:ea typeface="黑体" panose="02010609060101010101" pitchFamily="49" charset="-122"/>
                <a:cs typeface="+mn-cs"/>
              </a:rPr>
              <a:t>的</a:t>
            </a:r>
            <a:r>
              <a:rPr lang="en-US" altLang="zh-CN" sz="2646" dirty="0">
                <a:solidFill>
                  <a:prstClr val="black"/>
                </a:solidFill>
                <a:latin typeface="微软雅黑" panose="020B0503020204020204" pitchFamily="34" charset="-122"/>
                <a:ea typeface="黑体" panose="02010609060101010101" pitchFamily="49" charset="-122"/>
                <a:cs typeface="+mn-cs"/>
              </a:rPr>
              <a:t>Display</a:t>
            </a:r>
            <a:r>
              <a:rPr lang="zh-CN" altLang="en-US" sz="2646" dirty="0">
                <a:solidFill>
                  <a:prstClr val="black"/>
                </a:solidFill>
                <a:latin typeface="微软雅黑" panose="020B0503020204020204" pitchFamily="34" charset="-122"/>
                <a:ea typeface="黑体" panose="02010609060101010101" pitchFamily="49" charset="-122"/>
                <a:cs typeface="+mn-cs"/>
              </a:rPr>
              <a:t>表。</a:t>
            </a:r>
          </a:p>
        </p:txBody>
      </p:sp>
      <p:sp>
        <p:nvSpPr>
          <p:cNvPr id="3" name="灯片编号占位符 2">
            <a:extLst>
              <a:ext uri="{FF2B5EF4-FFF2-40B4-BE49-F238E27FC236}">
                <a16:creationId xmlns:a16="http://schemas.microsoft.com/office/drawing/2014/main" id="{E5A7FA46-CAC4-101F-FD14-4A4DA98AE63F}"/>
              </a:ext>
            </a:extLst>
          </p:cNvPr>
          <p:cNvSpPr>
            <a:spLocks noGrp="1"/>
          </p:cNvSpPr>
          <p:nvPr>
            <p:ph type="sldNum" sz="quarter" idx="12"/>
          </p:nvPr>
        </p:nvSpPr>
        <p:spPr/>
        <p:txBody>
          <a:bodyPr/>
          <a:lstStyle/>
          <a:p>
            <a:pPr>
              <a:defRPr/>
            </a:pPr>
            <a:fld id="{A8BB833B-AA99-48AD-9B7D-3C98BB8A9019}" type="slidenum">
              <a:rPr lang="en-US" smtClean="0"/>
              <a:pPr>
                <a:defRPr/>
              </a:pPr>
              <a:t>61</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left)">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 name="标题 1"/>
          <p:cNvSpPr>
            <a:spLocks noGrp="1"/>
          </p:cNvSpPr>
          <p:nvPr>
            <p:ph type="title"/>
          </p:nvPr>
        </p:nvSpPr>
        <p:spPr/>
        <p:txBody>
          <a:bodyPr/>
          <a:lstStyle/>
          <a:p>
            <a:pPr defTabSz="503972" fontAlgn="auto">
              <a:spcAft>
                <a:spcPts val="0"/>
              </a:spcAft>
              <a:defRPr/>
            </a:pPr>
            <a:r>
              <a:rPr lang="en-US" altLang="zh-CN" noProof="1"/>
              <a:t>Display</a:t>
            </a:r>
            <a:r>
              <a:rPr lang="zh-CN" altLang="en-US" noProof="1"/>
              <a:t>表和活动记录</a:t>
            </a:r>
            <a:endParaRPr lang="zh-CN" altLang="en-US" dirty="0"/>
          </a:p>
        </p:txBody>
      </p:sp>
      <p:sp>
        <p:nvSpPr>
          <p:cNvPr id="25" name="Rectangle 3"/>
          <p:cNvSpPr>
            <a:spLocks noGrp="1" noChangeArrowheads="1"/>
          </p:cNvSpPr>
          <p:nvPr>
            <p:ph idx="1"/>
          </p:nvPr>
        </p:nvSpPr>
        <p:spPr>
          <a:xfrm>
            <a:off x="695325" y="2009775"/>
            <a:ext cx="5715000" cy="4797425"/>
          </a:xfrm>
        </p:spPr>
        <p:txBody>
          <a:bodyPr>
            <a:noAutofit/>
          </a:bodyPr>
          <a:lstStyle/>
          <a:p>
            <a:pPr marL="377979" indent="-377979" defTabSz="503972" fontAlgn="auto">
              <a:spcBef>
                <a:spcPts val="569"/>
              </a:spcBef>
              <a:spcAft>
                <a:spcPts val="0"/>
              </a:spcAft>
              <a:buFont typeface="Wingdings 3" charset="2"/>
              <a:buChar char=""/>
              <a:defRPr/>
            </a:pPr>
            <a:r>
              <a:rPr lang="en-US" altLang="en-US" sz="2646" dirty="0" err="1">
                <a:solidFill>
                  <a:srgbClr val="0070C0"/>
                </a:solidFill>
              </a:rPr>
              <a:t>全局Display</a:t>
            </a:r>
            <a:r>
              <a:rPr lang="en-US" altLang="zh-CN" sz="2646" dirty="0">
                <a:solidFill>
                  <a:schemeClr val="tx1">
                    <a:lumMod val="75000"/>
                    <a:lumOff val="25000"/>
                  </a:schemeClr>
                </a:solidFill>
              </a:rPr>
              <a:t>：</a:t>
            </a:r>
            <a:r>
              <a:rPr lang="zh-CN" altLang="en-US" sz="2646" dirty="0">
                <a:solidFill>
                  <a:schemeClr val="tx1">
                    <a:lumMod val="75000"/>
                    <a:lumOff val="25000"/>
                  </a:schemeClr>
                </a:solidFill>
              </a:rPr>
              <a:t>调用过程的</a:t>
            </a:r>
            <a:r>
              <a:rPr lang="en-US" altLang="zh-CN" sz="2646" dirty="0" err="1">
                <a:solidFill>
                  <a:schemeClr val="tx1">
                    <a:lumMod val="75000"/>
                    <a:lumOff val="25000"/>
                  </a:schemeClr>
                </a:solidFill>
              </a:rPr>
              <a:t>D</a:t>
            </a:r>
            <a:r>
              <a:rPr lang="en-US" altLang="en-US" sz="2646" dirty="0" err="1">
                <a:solidFill>
                  <a:schemeClr val="tx1">
                    <a:lumMod val="75000"/>
                    <a:lumOff val="25000"/>
                  </a:schemeClr>
                </a:solidFill>
              </a:rPr>
              <a:t>isplay表地址</a:t>
            </a:r>
            <a:endParaRPr lang="en-US" altLang="en-US" sz="2646" dirty="0">
              <a:solidFill>
                <a:schemeClr val="tx1">
                  <a:lumMod val="75000"/>
                  <a:lumOff val="25000"/>
                </a:schemeClr>
              </a:solidFill>
            </a:endParaRPr>
          </a:p>
          <a:p>
            <a:pPr marL="377979" indent="-377979" defTabSz="503972" fontAlgn="auto">
              <a:spcBef>
                <a:spcPts val="569"/>
              </a:spcBef>
              <a:spcAft>
                <a:spcPts val="0"/>
              </a:spcAft>
              <a:buFont typeface="Wingdings 3" charset="2"/>
              <a:buChar char=""/>
              <a:defRPr/>
            </a:pPr>
            <a:r>
              <a:rPr lang="en-US" altLang="zh-CN" sz="2646" dirty="0">
                <a:solidFill>
                  <a:srgbClr val="C00000"/>
                </a:solidFill>
              </a:rPr>
              <a:t>D</a:t>
            </a:r>
            <a:r>
              <a:rPr lang="en-US" altLang="zh-CN" sz="2646" noProof="1">
                <a:solidFill>
                  <a:srgbClr val="C00000"/>
                </a:solidFill>
              </a:rPr>
              <a:t>isplay</a:t>
            </a:r>
            <a:r>
              <a:rPr lang="zh-CN" altLang="en-US" sz="2646" noProof="1">
                <a:solidFill>
                  <a:srgbClr val="C00000"/>
                </a:solidFill>
              </a:rPr>
              <a:t>表</a:t>
            </a:r>
            <a:r>
              <a:rPr lang="zh-CN" altLang="en-US" sz="2646" noProof="1">
                <a:solidFill>
                  <a:schemeClr val="tx1">
                    <a:lumMod val="75000"/>
                    <a:lumOff val="25000"/>
                  </a:schemeClr>
                </a:solidFill>
              </a:rPr>
              <a:t>在活动记录</a:t>
            </a:r>
            <a:r>
              <a:rPr lang="zh-CN" altLang="en-US" sz="2646" dirty="0">
                <a:solidFill>
                  <a:schemeClr val="tx1">
                    <a:lumMod val="75000"/>
                    <a:lumOff val="25000"/>
                  </a:schemeClr>
                </a:solidFill>
              </a:rPr>
              <a:t>中</a:t>
            </a:r>
            <a:r>
              <a:rPr lang="zh-CN" altLang="en-US" sz="2646" noProof="1">
                <a:solidFill>
                  <a:schemeClr val="tx1">
                    <a:lumMod val="75000"/>
                    <a:lumOff val="25000"/>
                  </a:schemeClr>
                </a:solidFill>
              </a:rPr>
              <a:t>的相对地址</a:t>
            </a:r>
            <a:r>
              <a:rPr lang="en-US" altLang="zh-CN" sz="2646" noProof="1">
                <a:solidFill>
                  <a:schemeClr val="tx1">
                    <a:lumMod val="75000"/>
                    <a:lumOff val="25000"/>
                  </a:schemeClr>
                </a:solidFill>
              </a:rPr>
              <a:t>d</a:t>
            </a:r>
            <a:r>
              <a:rPr lang="zh-CN" altLang="en-US" sz="2646" noProof="1">
                <a:solidFill>
                  <a:schemeClr val="tx1">
                    <a:lumMod val="75000"/>
                    <a:lumOff val="25000"/>
                  </a:schemeClr>
                </a:solidFill>
              </a:rPr>
              <a:t>在编译时能完全确定</a:t>
            </a:r>
          </a:p>
          <a:p>
            <a:pPr marL="377979" indent="-377979" defTabSz="503972" fontAlgn="auto">
              <a:spcBef>
                <a:spcPts val="569"/>
              </a:spcBef>
              <a:spcAft>
                <a:spcPts val="0"/>
              </a:spcAft>
              <a:buFont typeface="Wingdings 3" charset="2"/>
              <a:buChar char=""/>
              <a:defRPr/>
            </a:pPr>
            <a:r>
              <a:rPr lang="zh-CN" altLang="en-US" sz="2646" noProof="1">
                <a:solidFill>
                  <a:schemeClr val="tx1">
                    <a:lumMod val="75000"/>
                    <a:lumOff val="25000"/>
                  </a:schemeClr>
                </a:solidFill>
              </a:rPr>
              <a:t>假定在现行过程中引用了某层过程(设层次为</a:t>
            </a:r>
            <a:r>
              <a:rPr lang="en-US" altLang="zh-CN" sz="2646" noProof="1">
                <a:solidFill>
                  <a:schemeClr val="tx1">
                    <a:lumMod val="75000"/>
                    <a:lumOff val="25000"/>
                  </a:schemeClr>
                </a:solidFill>
              </a:rPr>
              <a:t>k)</a:t>
            </a:r>
            <a:r>
              <a:rPr lang="zh-CN" altLang="en-US" sz="2646" noProof="1">
                <a:solidFill>
                  <a:schemeClr val="tx1">
                    <a:lumMod val="75000"/>
                    <a:lumOff val="25000"/>
                  </a:schemeClr>
                </a:solidFill>
              </a:rPr>
              <a:t>的</a:t>
            </a:r>
            <a:r>
              <a:rPr lang="en-US" altLang="zh-CN" sz="2646" noProof="1">
                <a:solidFill>
                  <a:schemeClr val="tx1">
                    <a:lumMod val="75000"/>
                    <a:lumOff val="25000"/>
                  </a:schemeClr>
                </a:solidFill>
              </a:rPr>
              <a:t>X</a:t>
            </a:r>
            <a:r>
              <a:rPr lang="zh-CN" altLang="en-US" sz="2646" noProof="1">
                <a:solidFill>
                  <a:schemeClr val="tx1">
                    <a:lumMod val="75000"/>
                    <a:lumOff val="25000"/>
                  </a:schemeClr>
                </a:solidFill>
              </a:rPr>
              <a:t>变量，那么，可用下面两条指令获得</a:t>
            </a:r>
            <a:r>
              <a:rPr lang="en-US" altLang="zh-CN" sz="2646" noProof="1">
                <a:solidFill>
                  <a:schemeClr val="tx1">
                    <a:lumMod val="75000"/>
                    <a:lumOff val="25000"/>
                  </a:schemeClr>
                </a:solidFill>
              </a:rPr>
              <a:t>X</a:t>
            </a:r>
            <a:r>
              <a:rPr lang="zh-CN" altLang="en-US" sz="2646" noProof="1">
                <a:solidFill>
                  <a:schemeClr val="tx1">
                    <a:lumMod val="75000"/>
                    <a:lumOff val="25000"/>
                  </a:schemeClr>
                </a:solidFill>
              </a:rPr>
              <a:t>的地址:</a:t>
            </a:r>
          </a:p>
          <a:p>
            <a:pPr marL="377979" indent="-377979" defTabSz="503972" fontAlgn="auto">
              <a:spcBef>
                <a:spcPts val="569"/>
              </a:spcBef>
              <a:spcAft>
                <a:spcPts val="0"/>
              </a:spcAft>
              <a:buFont typeface="Wingdings 3" charset="2"/>
              <a:buNone/>
              <a:defRPr/>
            </a:pPr>
            <a:r>
              <a:rPr lang="en-US" altLang="zh-CN" sz="2646" noProof="1">
                <a:solidFill>
                  <a:schemeClr val="tx1">
                    <a:lumMod val="75000"/>
                    <a:lumOff val="25000"/>
                  </a:schemeClr>
                </a:solidFill>
              </a:rPr>
              <a:t>    LD   R</a:t>
            </a:r>
            <a:r>
              <a:rPr lang="en-US" altLang="zh-CN" sz="2646" baseline="-25000" noProof="1">
                <a:solidFill>
                  <a:schemeClr val="tx1">
                    <a:lumMod val="75000"/>
                    <a:lumOff val="25000"/>
                  </a:schemeClr>
                </a:solidFill>
              </a:rPr>
              <a:t>1</a:t>
            </a:r>
            <a:r>
              <a:rPr lang="en-US" altLang="zh-CN" sz="2646" noProof="1">
                <a:solidFill>
                  <a:schemeClr val="tx1">
                    <a:lumMod val="75000"/>
                    <a:lumOff val="25000"/>
                  </a:schemeClr>
                </a:solidFill>
              </a:rPr>
              <a:t>  (d+k)[SP]</a:t>
            </a:r>
          </a:p>
          <a:p>
            <a:pPr marL="377979" indent="-377979" defTabSz="503972" fontAlgn="auto">
              <a:spcBef>
                <a:spcPts val="569"/>
              </a:spcBef>
              <a:spcAft>
                <a:spcPts val="0"/>
              </a:spcAft>
              <a:buFont typeface="Wingdings 3" charset="2"/>
              <a:buNone/>
              <a:defRPr/>
            </a:pPr>
            <a:r>
              <a:rPr lang="en-US" altLang="zh-CN" sz="2646" noProof="1">
                <a:solidFill>
                  <a:schemeClr val="tx1">
                    <a:lumMod val="75000"/>
                    <a:lumOff val="25000"/>
                  </a:schemeClr>
                </a:solidFill>
              </a:rPr>
              <a:t>    LD   R</a:t>
            </a:r>
            <a:r>
              <a:rPr lang="en-US" altLang="zh-CN" sz="2646" baseline="-25000" noProof="1">
                <a:solidFill>
                  <a:schemeClr val="tx1">
                    <a:lumMod val="75000"/>
                    <a:lumOff val="25000"/>
                  </a:schemeClr>
                </a:solidFill>
              </a:rPr>
              <a:t>2</a:t>
            </a:r>
            <a:r>
              <a:rPr lang="en-US" altLang="zh-CN" sz="2646" noProof="1">
                <a:solidFill>
                  <a:schemeClr val="tx1">
                    <a:lumMod val="75000"/>
                    <a:lumOff val="25000"/>
                  </a:schemeClr>
                </a:solidFill>
              </a:rPr>
              <a:t>   dx[R</a:t>
            </a:r>
            <a:r>
              <a:rPr lang="en-US" altLang="zh-CN" sz="2646" baseline="-25000" noProof="1">
                <a:solidFill>
                  <a:schemeClr val="tx1">
                    <a:lumMod val="75000"/>
                    <a:lumOff val="25000"/>
                  </a:schemeClr>
                </a:solidFill>
              </a:rPr>
              <a:t>1</a:t>
            </a:r>
            <a:r>
              <a:rPr lang="en-US" altLang="zh-CN" sz="2646" noProof="1">
                <a:solidFill>
                  <a:schemeClr val="tx1">
                    <a:lumMod val="75000"/>
                    <a:lumOff val="25000"/>
                  </a:schemeClr>
                </a:solidFill>
              </a:rPr>
              <a:t>]</a:t>
            </a:r>
            <a:endParaRPr lang="zh-CN" altLang="en-US" sz="2646" dirty="0">
              <a:solidFill>
                <a:schemeClr val="tx1">
                  <a:lumMod val="75000"/>
                  <a:lumOff val="25000"/>
                </a:schemeClr>
              </a:solidFill>
            </a:endParaRPr>
          </a:p>
        </p:txBody>
      </p:sp>
      <p:sp>
        <p:nvSpPr>
          <p:cNvPr id="26" name="Rectangle 8"/>
          <p:cNvSpPr>
            <a:spLocks noChangeArrowheads="1"/>
          </p:cNvSpPr>
          <p:nvPr/>
        </p:nvSpPr>
        <p:spPr bwMode="auto">
          <a:xfrm>
            <a:off x="7639050" y="4905375"/>
            <a:ext cx="2020888" cy="5127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27" name="Rectangle 9"/>
          <p:cNvSpPr>
            <a:spLocks noChangeArrowheads="1"/>
          </p:cNvSpPr>
          <p:nvPr/>
        </p:nvSpPr>
        <p:spPr bwMode="auto">
          <a:xfrm>
            <a:off x="7639050" y="5915025"/>
            <a:ext cx="2020888" cy="4937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28" name="Rectangle 10"/>
          <p:cNvSpPr>
            <a:spLocks noChangeArrowheads="1"/>
          </p:cNvSpPr>
          <p:nvPr/>
        </p:nvSpPr>
        <p:spPr bwMode="auto">
          <a:xfrm>
            <a:off x="7639050" y="2162175"/>
            <a:ext cx="2020888" cy="47625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29" name="Rectangle 11"/>
          <p:cNvSpPr>
            <a:spLocks noChangeArrowheads="1"/>
          </p:cNvSpPr>
          <p:nvPr/>
        </p:nvSpPr>
        <p:spPr bwMode="auto">
          <a:xfrm>
            <a:off x="7639050" y="4398963"/>
            <a:ext cx="2020888" cy="5064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形式单元</a:t>
            </a:r>
            <a:endParaRPr kumimoji="1" lang="zh-CN" altLang="zh-CN" sz="2646" dirty="0">
              <a:solidFill>
                <a:prstClr val="black"/>
              </a:solidFill>
              <a:latin typeface="微软雅黑" panose="020B0503020204020204" pitchFamily="34" charset="-122"/>
              <a:cs typeface="+mn-cs"/>
            </a:endParaRPr>
          </a:p>
        </p:txBody>
      </p:sp>
      <p:sp>
        <p:nvSpPr>
          <p:cNvPr id="30" name="Rectangle 12"/>
          <p:cNvSpPr>
            <a:spLocks noChangeArrowheads="1"/>
          </p:cNvSpPr>
          <p:nvPr/>
        </p:nvSpPr>
        <p:spPr bwMode="auto">
          <a:xfrm>
            <a:off x="7639050" y="2243138"/>
            <a:ext cx="207168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临时单元</a:t>
            </a:r>
          </a:p>
        </p:txBody>
      </p:sp>
      <p:sp>
        <p:nvSpPr>
          <p:cNvPr id="31" name="Rectangle 13"/>
          <p:cNvSpPr>
            <a:spLocks noChangeArrowheads="1"/>
          </p:cNvSpPr>
          <p:nvPr/>
        </p:nvSpPr>
        <p:spPr bwMode="auto">
          <a:xfrm>
            <a:off x="7639050" y="2759075"/>
            <a:ext cx="20716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内情向量</a:t>
            </a:r>
          </a:p>
        </p:txBody>
      </p:sp>
      <p:sp>
        <p:nvSpPr>
          <p:cNvPr id="32" name="Rectangle 14"/>
          <p:cNvSpPr>
            <a:spLocks noChangeArrowheads="1"/>
          </p:cNvSpPr>
          <p:nvPr/>
        </p:nvSpPr>
        <p:spPr bwMode="auto">
          <a:xfrm>
            <a:off x="7639050" y="3275013"/>
            <a:ext cx="207168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局部变量</a:t>
            </a:r>
          </a:p>
        </p:txBody>
      </p:sp>
      <p:sp>
        <p:nvSpPr>
          <p:cNvPr id="33" name="Rectangle 15"/>
          <p:cNvSpPr>
            <a:spLocks noChangeArrowheads="1"/>
          </p:cNvSpPr>
          <p:nvPr/>
        </p:nvSpPr>
        <p:spPr bwMode="auto">
          <a:xfrm>
            <a:off x="6845300" y="6410325"/>
            <a:ext cx="54292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a:t>
            </a:r>
            <a:r>
              <a:rPr kumimoji="1" lang="en-US" altLang="zh-CN" sz="2646">
                <a:solidFill>
                  <a:prstClr val="black"/>
                </a:solidFill>
                <a:latin typeface="微软雅黑" panose="020B0503020204020204" pitchFamily="34" charset="-122"/>
                <a:cs typeface="+mn-cs"/>
                <a:sym typeface="Symbol" panose="05050102010706020507" pitchFamily="18" charset="2"/>
              </a:rPr>
              <a:t> </a:t>
            </a:r>
            <a:r>
              <a:rPr kumimoji="1" lang="en-US" altLang="zh-CN" sz="2646">
                <a:solidFill>
                  <a:prstClr val="black"/>
                </a:solidFill>
                <a:latin typeface="微软雅黑" panose="020B0503020204020204" pitchFamily="34" charset="-122"/>
                <a:cs typeface="+mn-cs"/>
              </a:rPr>
              <a:t>0</a:t>
            </a:r>
          </a:p>
        </p:txBody>
      </p:sp>
      <p:sp>
        <p:nvSpPr>
          <p:cNvPr id="34" name="Rectangle 16"/>
          <p:cNvSpPr>
            <a:spLocks noChangeArrowheads="1"/>
          </p:cNvSpPr>
          <p:nvPr/>
        </p:nvSpPr>
        <p:spPr bwMode="auto">
          <a:xfrm>
            <a:off x="7061200" y="5894388"/>
            <a:ext cx="5445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1</a:t>
            </a:r>
          </a:p>
        </p:txBody>
      </p:sp>
      <p:sp>
        <p:nvSpPr>
          <p:cNvPr id="35" name="Rectangle 17"/>
          <p:cNvSpPr>
            <a:spLocks noChangeArrowheads="1"/>
          </p:cNvSpPr>
          <p:nvPr/>
        </p:nvSpPr>
        <p:spPr bwMode="auto">
          <a:xfrm>
            <a:off x="7061200" y="5443538"/>
            <a:ext cx="5445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2646">
                <a:solidFill>
                  <a:prstClr val="black"/>
                </a:solidFill>
                <a:latin typeface="微软雅黑" panose="020B0503020204020204" pitchFamily="34" charset="-122"/>
                <a:cs typeface="+mn-cs"/>
              </a:rPr>
              <a:t>2</a:t>
            </a:r>
          </a:p>
        </p:txBody>
      </p:sp>
      <p:sp>
        <p:nvSpPr>
          <p:cNvPr id="36" name="Line 18"/>
          <p:cNvSpPr>
            <a:spLocks noChangeShapeType="1"/>
          </p:cNvSpPr>
          <p:nvPr/>
        </p:nvSpPr>
        <p:spPr bwMode="auto">
          <a:xfrm flipV="1">
            <a:off x="9875838" y="2233613"/>
            <a:ext cx="0" cy="4627562"/>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anchor="ctr"/>
          <a:lstStyle/>
          <a:p>
            <a:pPr defTabSz="503972" eaLnBrk="1" fontAlgn="auto" hangingPunct="1">
              <a:spcBef>
                <a:spcPts val="0"/>
              </a:spcBef>
              <a:spcAft>
                <a:spcPts val="0"/>
              </a:spcAft>
              <a:defRPr/>
            </a:pPr>
            <a:endParaRPr lang="zh-CN" altLang="en-US" sz="2646">
              <a:solidFill>
                <a:prstClr val="black"/>
              </a:solidFill>
              <a:latin typeface="Arial" panose="020B0604020202020204"/>
              <a:ea typeface="黑体" panose="02010609060101010101" pitchFamily="49" charset="-122"/>
              <a:cs typeface="+mn-cs"/>
            </a:endParaRPr>
          </a:p>
        </p:txBody>
      </p:sp>
      <p:sp>
        <p:nvSpPr>
          <p:cNvPr id="37" name="Rectangle 19"/>
          <p:cNvSpPr>
            <a:spLocks noChangeArrowheads="1"/>
          </p:cNvSpPr>
          <p:nvPr/>
        </p:nvSpPr>
        <p:spPr bwMode="auto">
          <a:xfrm>
            <a:off x="7639050" y="6410325"/>
            <a:ext cx="2020888" cy="5143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38" name="Rectangle 20"/>
          <p:cNvSpPr>
            <a:spLocks noChangeArrowheads="1"/>
          </p:cNvSpPr>
          <p:nvPr/>
        </p:nvSpPr>
        <p:spPr bwMode="auto">
          <a:xfrm>
            <a:off x="6773863" y="2162175"/>
            <a:ext cx="6604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 </a:t>
            </a:r>
            <a:endParaRPr kumimoji="1" lang="en-US" altLang="zh-CN" sz="2646">
              <a:solidFill>
                <a:prstClr val="black"/>
              </a:solidFill>
              <a:latin typeface="微软雅黑" panose="020B0503020204020204" pitchFamily="34" charset="-122"/>
              <a:cs typeface="+mn-cs"/>
            </a:endParaRPr>
          </a:p>
        </p:txBody>
      </p:sp>
      <p:sp>
        <p:nvSpPr>
          <p:cNvPr id="39" name="Rectangle 21"/>
          <p:cNvSpPr>
            <a:spLocks noChangeArrowheads="1"/>
          </p:cNvSpPr>
          <p:nvPr/>
        </p:nvSpPr>
        <p:spPr bwMode="auto">
          <a:xfrm>
            <a:off x="7639050" y="3894138"/>
            <a:ext cx="2020888" cy="504825"/>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white"/>
                </a:solidFill>
                <a:latin typeface="微软雅黑" panose="020B0503020204020204" pitchFamily="34" charset="-122"/>
              </a:rPr>
              <a:t>Display </a:t>
            </a:r>
            <a:r>
              <a:rPr kumimoji="1" lang="zh-CN" altLang="zh-CN" sz="2646" dirty="0">
                <a:solidFill>
                  <a:prstClr val="white"/>
                </a:solidFill>
                <a:latin typeface="微软雅黑" panose="020B0503020204020204" pitchFamily="34" charset="-122"/>
              </a:rPr>
              <a:t>表</a:t>
            </a:r>
            <a:endParaRPr kumimoji="1" lang="zh-CN" altLang="en-US" sz="2646" dirty="0">
              <a:solidFill>
                <a:prstClr val="white"/>
              </a:solidFill>
              <a:latin typeface="微软雅黑" panose="020B0503020204020204" pitchFamily="34" charset="-122"/>
            </a:endParaRPr>
          </a:p>
        </p:txBody>
      </p:sp>
      <p:sp>
        <p:nvSpPr>
          <p:cNvPr id="40" name="Rectangle 22"/>
          <p:cNvSpPr>
            <a:spLocks noChangeArrowheads="1"/>
          </p:cNvSpPr>
          <p:nvPr/>
        </p:nvSpPr>
        <p:spPr bwMode="auto">
          <a:xfrm>
            <a:off x="7639050" y="5410200"/>
            <a:ext cx="2020888" cy="5143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white"/>
                </a:solidFill>
                <a:latin typeface="微软雅黑" panose="020B0503020204020204" pitchFamily="34" charset="-122"/>
              </a:rPr>
              <a:t>全局</a:t>
            </a:r>
            <a:r>
              <a:rPr kumimoji="1" lang="en-US" altLang="en-US" sz="2646" dirty="0">
                <a:solidFill>
                  <a:prstClr val="white"/>
                </a:solidFill>
                <a:latin typeface="微软雅黑" panose="020B0503020204020204" pitchFamily="34" charset="-122"/>
              </a:rPr>
              <a:t>Di</a:t>
            </a:r>
            <a:r>
              <a:rPr kumimoji="1" lang="en-US" altLang="zh-CN" sz="2646" dirty="0">
                <a:solidFill>
                  <a:prstClr val="white"/>
                </a:solidFill>
                <a:latin typeface="微软雅黑" panose="020B0503020204020204" pitchFamily="34" charset="-122"/>
              </a:rPr>
              <a:t>s</a:t>
            </a:r>
            <a:r>
              <a:rPr kumimoji="1" lang="en-US" altLang="en-US" sz="2646" dirty="0">
                <a:solidFill>
                  <a:prstClr val="white"/>
                </a:solidFill>
                <a:latin typeface="微软雅黑" panose="020B0503020204020204" pitchFamily="34" charset="-122"/>
              </a:rPr>
              <a:t>play</a:t>
            </a:r>
            <a:endParaRPr kumimoji="1" lang="en-US" altLang="zh-CN" sz="2646" dirty="0">
              <a:solidFill>
                <a:prstClr val="white"/>
              </a:solidFill>
              <a:latin typeface="微软雅黑" panose="020B0503020204020204" pitchFamily="34" charset="-122"/>
            </a:endParaRPr>
          </a:p>
        </p:txBody>
      </p:sp>
      <p:sp>
        <p:nvSpPr>
          <p:cNvPr id="41" name="Rectangle 23"/>
          <p:cNvSpPr>
            <a:spLocks noChangeArrowheads="1"/>
          </p:cNvSpPr>
          <p:nvPr/>
        </p:nvSpPr>
        <p:spPr bwMode="auto">
          <a:xfrm>
            <a:off x="7061200" y="4903788"/>
            <a:ext cx="544513"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2646">
                <a:solidFill>
                  <a:prstClr val="black"/>
                </a:solidFill>
                <a:latin typeface="微软雅黑" panose="020B0503020204020204" pitchFamily="34" charset="-122"/>
                <a:cs typeface="+mn-cs"/>
              </a:rPr>
              <a:t>3</a:t>
            </a:r>
          </a:p>
        </p:txBody>
      </p:sp>
      <p:sp>
        <p:nvSpPr>
          <p:cNvPr id="42" name="Rectangle 24"/>
          <p:cNvSpPr>
            <a:spLocks noChangeArrowheads="1"/>
          </p:cNvSpPr>
          <p:nvPr/>
        </p:nvSpPr>
        <p:spPr bwMode="auto">
          <a:xfrm>
            <a:off x="7061200" y="3894138"/>
            <a:ext cx="5445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d</a:t>
            </a:r>
          </a:p>
        </p:txBody>
      </p:sp>
      <p:sp>
        <p:nvSpPr>
          <p:cNvPr id="43" name="Rectangle 25"/>
          <p:cNvSpPr>
            <a:spLocks noChangeArrowheads="1"/>
          </p:cNvSpPr>
          <p:nvPr/>
        </p:nvSpPr>
        <p:spPr bwMode="auto">
          <a:xfrm>
            <a:off x="7061200" y="4398963"/>
            <a:ext cx="5445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r" defTabSz="503972" eaLnBrk="1" fontAlgn="auto" hangingPunct="1">
              <a:spcBef>
                <a:spcPct val="0"/>
              </a:spcBef>
              <a:spcAft>
                <a:spcPts val="0"/>
              </a:spcAft>
              <a:buClrTx/>
              <a:buSzTx/>
              <a:buFont typeface="Wingdings" panose="05000000000000000000" pitchFamily="2" charset="2"/>
              <a:buNone/>
              <a:defRPr/>
            </a:pPr>
            <a:r>
              <a:rPr kumimoji="1" lang="zh-CN" altLang="zh-CN" sz="2646">
                <a:solidFill>
                  <a:prstClr val="black"/>
                </a:solidFill>
                <a:latin typeface="微软雅黑" panose="020B0503020204020204" pitchFamily="34" charset="-122"/>
                <a:cs typeface="+mn-cs"/>
              </a:rPr>
              <a:t>…</a:t>
            </a:r>
          </a:p>
        </p:txBody>
      </p:sp>
      <p:sp>
        <p:nvSpPr>
          <p:cNvPr id="3" name="灯片编号占位符 2">
            <a:extLst>
              <a:ext uri="{FF2B5EF4-FFF2-40B4-BE49-F238E27FC236}">
                <a16:creationId xmlns:a16="http://schemas.microsoft.com/office/drawing/2014/main" id="{B1834FA3-6B19-36D2-2212-C2E5B9FE0E6E}"/>
              </a:ext>
            </a:extLst>
          </p:cNvPr>
          <p:cNvSpPr>
            <a:spLocks noGrp="1"/>
          </p:cNvSpPr>
          <p:nvPr>
            <p:ph type="sldNum" sz="quarter" idx="12"/>
          </p:nvPr>
        </p:nvSpPr>
        <p:spPr/>
        <p:txBody>
          <a:bodyPr/>
          <a:lstStyle/>
          <a:p>
            <a:pPr>
              <a:defRPr/>
            </a:pPr>
            <a:fld id="{0D2042B3-6953-44A2-9080-E86762D76D61}" type="slidenum">
              <a:rPr lang="en-US" smtClean="0"/>
              <a:pPr>
                <a:defRPr/>
              </a:pPr>
              <a:t>62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strVal val="2/3*#ppt_w"/>
                                          </p:val>
                                        </p:tav>
                                        <p:tav tm="100000">
                                          <p:val>
                                            <p:strVal val="#ppt_w"/>
                                          </p:val>
                                        </p:tav>
                                      </p:tavLst>
                                    </p:anim>
                                    <p:anim calcmode="lin" valueType="num">
                                      <p:cBhvr>
                                        <p:cTn id="8" dur="500" fill="hold"/>
                                        <p:tgtEl>
                                          <p:spTgt spid="28"/>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down)">
                                      <p:cBhvr>
                                        <p:cTn id="13" dur="500"/>
                                        <p:tgtEl>
                                          <p:spTgt spid="3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wipe(down)">
                                      <p:cBhvr>
                                        <p:cTn id="18" dur="500"/>
                                        <p:tgtEl>
                                          <p:spTgt spid="3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down)">
                                      <p:cBhvr>
                                        <p:cTn id="23" dur="500"/>
                                        <p:tgtEl>
                                          <p:spTgt spid="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down)">
                                      <p:cBhvr>
                                        <p:cTn id="28" dur="500"/>
                                        <p:tgtEl>
                                          <p:spTgt spid="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wipe(down)">
                                      <p:cBhvr>
                                        <p:cTn id="33" dur="500"/>
                                        <p:tgtEl>
                                          <p:spTgt spid="3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wipe(down)">
                                      <p:cBhvr>
                                        <p:cTn id="38" dur="500"/>
                                        <p:tgtEl>
                                          <p:spTgt spid="4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5">
                                            <p:txEl>
                                              <p:pRg st="0" end="0"/>
                                            </p:txEl>
                                          </p:spTgt>
                                        </p:tgtEl>
                                        <p:attrNameLst>
                                          <p:attrName>style.visibility</p:attrName>
                                        </p:attrNameLst>
                                      </p:cBhvr>
                                      <p:to>
                                        <p:strVal val="visible"/>
                                      </p:to>
                                    </p:set>
                                    <p:animEffect transition="in" filter="wipe(left)">
                                      <p:cBhvr>
                                        <p:cTn id="43" dur="500"/>
                                        <p:tgtEl>
                                          <p:spTgt spid="25">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down)">
                                      <p:cBhvr>
                                        <p:cTn id="48" dur="500"/>
                                        <p:tgtEl>
                                          <p:spTgt spid="4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down)">
                                      <p:cBhvr>
                                        <p:cTn id="53" dur="500"/>
                                        <p:tgtEl>
                                          <p:spTgt spid="2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down)">
                                      <p:cBhvr>
                                        <p:cTn id="58" dur="500"/>
                                        <p:tgtEl>
                                          <p:spTgt spid="4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wipe(down)">
                                      <p:cBhvr>
                                        <p:cTn id="63" dur="500"/>
                                        <p:tgtEl>
                                          <p:spTgt spid="29"/>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down)">
                                      <p:cBhvr>
                                        <p:cTn id="68" dur="500"/>
                                        <p:tgtEl>
                                          <p:spTgt spid="3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wipe(down)">
                                      <p:cBhvr>
                                        <p:cTn id="73" dur="500"/>
                                        <p:tgtEl>
                                          <p:spTgt spid="4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5">
                                            <p:txEl>
                                              <p:pRg st="1" end="1"/>
                                            </p:txEl>
                                          </p:spTgt>
                                        </p:tgtEl>
                                        <p:attrNameLst>
                                          <p:attrName>style.visibility</p:attrName>
                                        </p:attrNameLst>
                                      </p:cBhvr>
                                      <p:to>
                                        <p:strVal val="visible"/>
                                      </p:to>
                                    </p:set>
                                    <p:animEffect transition="in" filter="wipe(left)">
                                      <p:cBhvr>
                                        <p:cTn id="78" dur="500"/>
                                        <p:tgtEl>
                                          <p:spTgt spid="25">
                                            <p:txEl>
                                              <p:pRg st="1" end="1"/>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wipe(down)">
                                      <p:cBhvr>
                                        <p:cTn id="83" dur="500"/>
                                        <p:tgtEl>
                                          <p:spTgt spid="3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4"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wipe(down)">
                                      <p:cBhvr>
                                        <p:cTn id="88" dur="500"/>
                                        <p:tgtEl>
                                          <p:spTgt spid="31"/>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4" fill="hold" grpId="0" nodeType="click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wipe(down)">
                                      <p:cBhvr>
                                        <p:cTn id="93" dur="500"/>
                                        <p:tgtEl>
                                          <p:spTgt spid="30"/>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38"/>
                                        </p:tgtEl>
                                        <p:attrNameLst>
                                          <p:attrName>style.visibility</p:attrName>
                                        </p:attrNameLst>
                                      </p:cBhvr>
                                      <p:to>
                                        <p:strVal val="visible"/>
                                      </p:to>
                                    </p:set>
                                    <p:animEffect transition="in" filter="wipe(down)">
                                      <p:cBhvr>
                                        <p:cTn id="98" dur="500"/>
                                        <p:tgtEl>
                                          <p:spTgt spid="3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nodeType="click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wipe(down)">
                                      <p:cBhvr>
                                        <p:cTn id="103" dur="500"/>
                                        <p:tgtEl>
                                          <p:spTgt spid="3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5">
                                            <p:txEl>
                                              <p:pRg st="2" end="2"/>
                                            </p:txEl>
                                          </p:spTgt>
                                        </p:tgtEl>
                                        <p:attrNameLst>
                                          <p:attrName>style.visibility</p:attrName>
                                        </p:attrNameLst>
                                      </p:cBhvr>
                                      <p:to>
                                        <p:strVal val="visible"/>
                                      </p:to>
                                    </p:set>
                                    <p:animEffect transition="in" filter="wipe(left)">
                                      <p:cBhvr>
                                        <p:cTn id="108" dur="500"/>
                                        <p:tgtEl>
                                          <p:spTgt spid="25">
                                            <p:txEl>
                                              <p:pRg st="2" end="2"/>
                                            </p:txEl>
                                          </p:spTgt>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5">
                                            <p:txEl>
                                              <p:pRg st="3" end="3"/>
                                            </p:txEl>
                                          </p:spTgt>
                                        </p:tgtEl>
                                        <p:attrNameLst>
                                          <p:attrName>style.visibility</p:attrName>
                                        </p:attrNameLst>
                                      </p:cBhvr>
                                      <p:to>
                                        <p:strVal val="visible"/>
                                      </p:to>
                                    </p:set>
                                    <p:animEffect transition="in" filter="wipe(left)">
                                      <p:cBhvr>
                                        <p:cTn id="113" dur="500"/>
                                        <p:tgtEl>
                                          <p:spTgt spid="25">
                                            <p:txEl>
                                              <p:pRg st="3" end="3"/>
                                            </p:txEl>
                                          </p:spTgt>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5">
                                            <p:txEl>
                                              <p:pRg st="4" end="4"/>
                                            </p:txEl>
                                          </p:spTgt>
                                        </p:tgtEl>
                                        <p:attrNameLst>
                                          <p:attrName>style.visibility</p:attrName>
                                        </p:attrNameLst>
                                      </p:cBhvr>
                                      <p:to>
                                        <p:strVal val="visible"/>
                                      </p:to>
                                    </p:set>
                                    <p:animEffect transition="in" filter="wipe(left)">
                                      <p:cBhvr>
                                        <p:cTn id="118" dur="500"/>
                                        <p:tgtEl>
                                          <p:spTgt spid="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P spid="26" grpId="0" animBg="1" autoUpdateAnimBg="0"/>
      <p:bldP spid="27" grpId="0" animBg="1" autoUpdateAnimBg="0"/>
      <p:bldP spid="28" grpId="0" animBg="1"/>
      <p:bldP spid="29" grpId="0" animBg="1" autoUpdateAnimBg="0"/>
      <p:bldP spid="30" grpId="0" autoUpdateAnimBg="0"/>
      <p:bldP spid="31" grpId="0" autoUpdateAnimBg="0"/>
      <p:bldP spid="32" grpId="0" autoUpdateAnimBg="0"/>
      <p:bldP spid="33" grpId="0" autoUpdateAnimBg="0"/>
      <p:bldP spid="34" grpId="0" autoUpdateAnimBg="0"/>
      <p:bldP spid="35" grpId="0" autoUpdateAnimBg="0"/>
      <p:bldP spid="37" grpId="0" animBg="1" autoUpdateAnimBg="0"/>
      <p:bldP spid="38" grpId="0" autoUpdateAnimBg="0"/>
      <p:bldP spid="39" grpId="0" animBg="1" autoUpdateAnimBg="0"/>
      <p:bldP spid="40" grpId="0" animBg="1" autoUpdateAnimBg="0"/>
      <p:bldP spid="41" grpId="0" autoUpdateAnimBg="0"/>
      <p:bldP spid="42" grpId="0" autoUpdateAnimBg="0"/>
      <p:bldP spid="43"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14" name="Rectangle 10"/>
          <p:cNvSpPr>
            <a:spLocks noChangeArrowheads="1"/>
          </p:cNvSpPr>
          <p:nvPr/>
        </p:nvSpPr>
        <p:spPr bwMode="auto">
          <a:xfrm>
            <a:off x="798513" y="4341813"/>
            <a:ext cx="2974975" cy="327025"/>
          </a:xfrm>
          <a:prstGeom prst="rect">
            <a:avLst/>
          </a:prstGeom>
          <a:ln>
            <a:headEnd/>
            <a:tailEnd/>
          </a:ln>
        </p:spPr>
        <p:style>
          <a:lnRef idx="3">
            <a:schemeClr val="lt1"/>
          </a:lnRef>
          <a:fillRef idx="1">
            <a:schemeClr val="accent3"/>
          </a:fillRef>
          <a:effectRef idx="1">
            <a:schemeClr val="accent3"/>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S</a:t>
            </a:r>
            <a:r>
              <a:rPr kumimoji="1" lang="zh-CN" altLang="zh-CN" sz="1984">
                <a:solidFill>
                  <a:prstClr val="white"/>
                </a:solidFill>
                <a:latin typeface="微软雅黑" panose="020B0503020204020204" pitchFamily="34" charset="-122"/>
              </a:rPr>
              <a:t>的活动记录</a:t>
            </a:r>
            <a:endParaRPr kumimoji="1" lang="zh-CN" altLang="en-US" sz="1984">
              <a:solidFill>
                <a:prstClr val="white"/>
              </a:solidFill>
              <a:latin typeface="微软雅黑" panose="020B0503020204020204" pitchFamily="34" charset="-122"/>
            </a:endParaRPr>
          </a:p>
        </p:txBody>
      </p:sp>
      <p:sp>
        <p:nvSpPr>
          <p:cNvPr id="251915" name="Rectangle 11"/>
          <p:cNvSpPr>
            <a:spLocks noChangeArrowheads="1"/>
          </p:cNvSpPr>
          <p:nvPr/>
        </p:nvSpPr>
        <p:spPr bwMode="auto">
          <a:xfrm>
            <a:off x="798513" y="4648200"/>
            <a:ext cx="2974975" cy="327025"/>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主程序</a:t>
            </a:r>
            <a:r>
              <a:rPr kumimoji="1" lang="en-US" altLang="zh-CN" sz="1984" dirty="0">
                <a:solidFill>
                  <a:prstClr val="white"/>
                </a:solidFill>
                <a:latin typeface="微软雅黑" panose="020B0503020204020204" pitchFamily="34" charset="-122"/>
              </a:rPr>
              <a:t>P</a:t>
            </a:r>
            <a:r>
              <a:rPr kumimoji="1" lang="zh-CN" altLang="zh-CN" sz="1984" dirty="0">
                <a:solidFill>
                  <a:prstClr val="white"/>
                </a:solidFill>
                <a:latin typeface="微软雅黑" panose="020B0503020204020204" pitchFamily="34" charset="-122"/>
              </a:rPr>
              <a:t>活动记录</a:t>
            </a:r>
            <a:endParaRPr kumimoji="1" lang="zh-CN" altLang="en-US" sz="1984" dirty="0">
              <a:solidFill>
                <a:prstClr val="white"/>
              </a:solidFill>
              <a:latin typeface="微软雅黑" panose="020B0503020204020204" pitchFamily="34" charset="-122"/>
            </a:endParaRPr>
          </a:p>
        </p:txBody>
      </p:sp>
      <p:sp>
        <p:nvSpPr>
          <p:cNvPr id="251917" name="Rectangle 13"/>
          <p:cNvSpPr>
            <a:spLocks noChangeArrowheads="1"/>
          </p:cNvSpPr>
          <p:nvPr/>
        </p:nvSpPr>
        <p:spPr bwMode="auto">
          <a:xfrm>
            <a:off x="798513" y="4022725"/>
            <a:ext cx="2974975" cy="3270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white"/>
                </a:solidFill>
                <a:latin typeface="微软雅黑" panose="020B0503020204020204" pitchFamily="34" charset="-122"/>
              </a:rPr>
              <a:t>Q</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251918" name="Rectangle 14"/>
          <p:cNvSpPr>
            <a:spLocks noChangeArrowheads="1"/>
          </p:cNvSpPr>
          <p:nvPr/>
        </p:nvSpPr>
        <p:spPr bwMode="auto">
          <a:xfrm>
            <a:off x="798513" y="4946650"/>
            <a:ext cx="2974975" cy="315913"/>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a:solidFill>
                  <a:prstClr val="white"/>
                </a:solidFill>
                <a:latin typeface="微软雅黑" panose="020B0503020204020204" pitchFamily="34" charset="-122"/>
              </a:rPr>
              <a:t>全局数据区</a:t>
            </a:r>
          </a:p>
        </p:txBody>
      </p:sp>
      <p:sp>
        <p:nvSpPr>
          <p:cNvPr id="251920" name="Rectangle 16"/>
          <p:cNvSpPr>
            <a:spLocks noChangeArrowheads="1"/>
          </p:cNvSpPr>
          <p:nvPr/>
        </p:nvSpPr>
        <p:spPr bwMode="auto">
          <a:xfrm>
            <a:off x="798513" y="3689350"/>
            <a:ext cx="29749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a:solidFill>
                  <a:prstClr val="white"/>
                </a:solidFill>
                <a:latin typeface="微软雅黑" panose="020B0503020204020204" pitchFamily="34" charset="-122"/>
              </a:rPr>
              <a:t>R</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251921" name="Rectangle 17"/>
          <p:cNvSpPr>
            <a:spLocks noChangeArrowheads="1"/>
          </p:cNvSpPr>
          <p:nvPr/>
        </p:nvSpPr>
        <p:spPr bwMode="auto">
          <a:xfrm>
            <a:off x="798513" y="3371850"/>
            <a:ext cx="2974975" cy="327025"/>
          </a:xfrm>
          <a:prstGeom prst="rect">
            <a:avLst/>
          </a:prstGeom>
          <a:ln>
            <a:headEnd/>
            <a:tailEnd/>
          </a:ln>
        </p:spPr>
        <p:style>
          <a:lnRef idx="3">
            <a:schemeClr val="lt1"/>
          </a:lnRef>
          <a:fillRef idx="1">
            <a:schemeClr val="accent5"/>
          </a:fillRef>
          <a:effectRef idx="1">
            <a:schemeClr val="accent5"/>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dirty="0">
                <a:solidFill>
                  <a:prstClr val="white"/>
                </a:solidFill>
                <a:latin typeface="微软雅黑" panose="020B0503020204020204" pitchFamily="34" charset="-122"/>
              </a:rPr>
              <a:t>R</a:t>
            </a:r>
            <a:r>
              <a:rPr kumimoji="1" lang="zh-CN" altLang="zh-CN" sz="1984" dirty="0">
                <a:solidFill>
                  <a:prstClr val="white"/>
                </a:solidFill>
                <a:latin typeface="微软雅黑" panose="020B0503020204020204" pitchFamily="34" charset="-122"/>
              </a:rPr>
              <a:t>的活动记录</a:t>
            </a:r>
            <a:endParaRPr kumimoji="1" lang="zh-CN" altLang="en-US" sz="1984" dirty="0">
              <a:solidFill>
                <a:prstClr val="white"/>
              </a:solidFill>
              <a:latin typeface="微软雅黑" panose="020B0503020204020204" pitchFamily="34" charset="-122"/>
            </a:endParaRPr>
          </a:p>
        </p:txBody>
      </p:sp>
      <p:sp>
        <p:nvSpPr>
          <p:cNvPr id="156675" name="Rectangle 2"/>
          <p:cNvSpPr>
            <a:spLocks noGrp="1" noChangeArrowheads="1"/>
          </p:cNvSpPr>
          <p:nvPr>
            <p:ph type="title"/>
          </p:nvPr>
        </p:nvSpPr>
        <p:spPr/>
        <p:txBody>
          <a:bodyPr/>
          <a:lstStyle/>
          <a:p>
            <a:pPr defTabSz="503972" fontAlgn="auto">
              <a:spcAft>
                <a:spcPts val="0"/>
              </a:spcAft>
              <a:defRPr/>
            </a:pPr>
            <a:r>
              <a:rPr lang="zh-CN" altLang="en-US" dirty="0"/>
              <a:t>示例程序</a:t>
            </a:r>
          </a:p>
        </p:txBody>
      </p:sp>
      <p:sp>
        <p:nvSpPr>
          <p:cNvPr id="156676" name="Rectangle 3"/>
          <p:cNvSpPr>
            <a:spLocks noGrp="1" noChangeArrowheads="1"/>
          </p:cNvSpPr>
          <p:nvPr>
            <p:ph idx="1"/>
          </p:nvPr>
        </p:nvSpPr>
        <p:spPr>
          <a:xfrm>
            <a:off x="4579938" y="944563"/>
            <a:ext cx="5500687" cy="5670550"/>
          </a:xfrm>
          <a:ln>
            <a:headEnd/>
            <a:tailEnd/>
          </a:ln>
        </p:spPr>
        <p:style>
          <a:lnRef idx="2">
            <a:schemeClr val="accent1"/>
          </a:lnRef>
          <a:fillRef idx="1">
            <a:schemeClr val="lt1"/>
          </a:fillRef>
          <a:effectRef idx="0">
            <a:schemeClr val="accent1"/>
          </a:effectRef>
          <a:fontRef idx="minor">
            <a:schemeClr val="dk1"/>
          </a:fontRef>
        </p:style>
        <p:txBody>
          <a:bodyPr lIns="76121" tIns="38062" rIns="76121" bIns="38062">
            <a:noAutofit/>
          </a:bodyPr>
          <a:lstStyle/>
          <a:p>
            <a:pPr marL="377979" indent="-377979" defTabSz="503972" fontAlgn="auto">
              <a:lnSpc>
                <a:spcPct val="70000"/>
              </a:lnSpc>
              <a:spcBef>
                <a:spcPts val="0"/>
              </a:spcBef>
              <a:spcAft>
                <a:spcPts val="0"/>
              </a:spcAft>
              <a:buFont typeface="Wingdings 3" charset="2"/>
              <a:buNone/>
              <a:defRPr/>
            </a:pPr>
            <a:r>
              <a:rPr lang="en-US" altLang="zh-CN" sz="1819" dirty="0">
                <a:solidFill>
                  <a:srgbClr val="C00000"/>
                </a:solidFill>
              </a:rPr>
              <a:t>program P;</a:t>
            </a:r>
          </a:p>
          <a:p>
            <a:pPr marL="818954" lvl="1" indent="-314982" defTabSz="503972" fontAlgn="auto">
              <a:lnSpc>
                <a:spcPct val="70000"/>
              </a:lnSpc>
              <a:spcBef>
                <a:spcPts val="0"/>
              </a:spcBef>
              <a:spcAft>
                <a:spcPts val="0"/>
              </a:spcAft>
              <a:buFont typeface="Wingdings 3" charset="2"/>
              <a:buNone/>
              <a:defRPr/>
            </a:pPr>
            <a:r>
              <a:rPr lang="en-US" altLang="zh-CN" sz="1819" dirty="0" err="1">
                <a:solidFill>
                  <a:srgbClr val="CC6600"/>
                </a:solidFill>
              </a:rPr>
              <a:t>var</a:t>
            </a:r>
            <a:r>
              <a:rPr lang="en-US" altLang="zh-CN" sz="1819" dirty="0">
                <a:solidFill>
                  <a:srgbClr val="CC6600"/>
                </a:solidFill>
              </a:rPr>
              <a:t> a, x : 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CC6600"/>
                </a:solidFill>
              </a:rPr>
              <a:t>procedure Q</a:t>
            </a:r>
            <a:r>
              <a:rPr lang="en-US" altLang="zh-CN" sz="1819" dirty="0">
                <a:solidFill>
                  <a:srgbClr val="0070C0"/>
                </a:solidFill>
              </a:rPr>
              <a:t>(b: 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	</a:t>
            </a:r>
            <a:r>
              <a:rPr lang="en-US" altLang="zh-CN" sz="1819" dirty="0" err="1">
                <a:solidFill>
                  <a:srgbClr val="0070C0"/>
                </a:solidFill>
              </a:rPr>
              <a:t>var</a:t>
            </a:r>
            <a:r>
              <a:rPr lang="en-US" altLang="zh-CN" sz="1819" dirty="0">
                <a:solidFill>
                  <a:srgbClr val="0070C0"/>
                </a:solidFill>
              </a:rPr>
              <a:t> i: 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8080"/>
                </a:solidFill>
              </a:rPr>
              <a:t>	</a:t>
            </a:r>
            <a:r>
              <a:rPr lang="en-US" altLang="zh-CN" sz="1819" dirty="0">
                <a:solidFill>
                  <a:srgbClr val="0070C0"/>
                </a:solidFill>
              </a:rPr>
              <a:t>procedure </a:t>
            </a:r>
            <a:r>
              <a:rPr lang="en-US" altLang="zh-CN" sz="1819" dirty="0">
                <a:solidFill>
                  <a:srgbClr val="00B0F0"/>
                </a:solidFill>
              </a:rPr>
              <a:t>R(u: integer; </a:t>
            </a:r>
            <a:r>
              <a:rPr lang="en-US" altLang="zh-CN" sz="1819" dirty="0" err="1">
                <a:solidFill>
                  <a:srgbClr val="00B0F0"/>
                </a:solidFill>
              </a:rPr>
              <a:t>var</a:t>
            </a:r>
            <a:r>
              <a:rPr lang="en-US" altLang="zh-CN" sz="1819" dirty="0">
                <a:solidFill>
                  <a:srgbClr val="00B0F0"/>
                </a:solidFill>
              </a:rPr>
              <a:t> v: 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a:t>
            </a:r>
            <a:r>
              <a:rPr lang="en-US" altLang="zh-CN" sz="1819" dirty="0" err="1">
                <a:solidFill>
                  <a:srgbClr val="00B0F0"/>
                </a:solidFill>
              </a:rPr>
              <a:t>var</a:t>
            </a:r>
            <a:r>
              <a:rPr lang="en-US" altLang="zh-CN" sz="1819" dirty="0">
                <a:solidFill>
                  <a:srgbClr val="00B0F0"/>
                </a:solidFill>
              </a:rPr>
              <a:t> c, d: 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begin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if u=1 then R(u+1, v)</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v:=(a+c)*(b-d);</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B0F0"/>
                </a:solidFill>
              </a:rPr>
              <a:t>	end {R}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begin</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	R(1, x);</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70C0"/>
                </a:solidFill>
              </a:rPr>
              <a:t>end {Q}</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CC6600"/>
                </a:solidFill>
              </a:rPr>
              <a:t>procedure S</a:t>
            </a:r>
            <a:r>
              <a:rPr lang="en-US" altLang="zh-CN" sz="1819" dirty="0">
                <a:solidFill>
                  <a:srgbClr val="006600"/>
                </a:solidFill>
              </a:rPr>
              <a:t>;</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	</a:t>
            </a:r>
            <a:r>
              <a:rPr lang="en-US" altLang="zh-CN" sz="1819" dirty="0" err="1">
                <a:solidFill>
                  <a:srgbClr val="006600"/>
                </a:solidFill>
              </a:rPr>
              <a:t>var</a:t>
            </a:r>
            <a:r>
              <a:rPr lang="en-US" altLang="zh-CN" sz="1819" dirty="0">
                <a:solidFill>
                  <a:srgbClr val="006600"/>
                </a:solidFill>
              </a:rPr>
              <a:t> c, i:integer;</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begin</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	a:=1;</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	Q(c);</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	......</a:t>
            </a:r>
          </a:p>
          <a:p>
            <a:pPr marL="818954" lvl="1" indent="-314982" defTabSz="503972" fontAlgn="auto">
              <a:lnSpc>
                <a:spcPct val="70000"/>
              </a:lnSpc>
              <a:spcBef>
                <a:spcPts val="0"/>
              </a:spcBef>
              <a:spcAft>
                <a:spcPts val="0"/>
              </a:spcAft>
              <a:buFont typeface="Wingdings 3" charset="2"/>
              <a:buNone/>
              <a:defRPr/>
            </a:pPr>
            <a:r>
              <a:rPr lang="en-US" altLang="zh-CN" sz="1819" dirty="0">
                <a:solidFill>
                  <a:srgbClr val="006600"/>
                </a:solidFill>
              </a:rPr>
              <a:t>end {S}</a:t>
            </a:r>
          </a:p>
          <a:p>
            <a:pPr marL="377979" indent="-377979" defTabSz="503972" fontAlgn="auto">
              <a:lnSpc>
                <a:spcPct val="70000"/>
              </a:lnSpc>
              <a:spcBef>
                <a:spcPts val="0"/>
              </a:spcBef>
              <a:spcAft>
                <a:spcPts val="0"/>
              </a:spcAft>
              <a:buFont typeface="Wingdings 3" charset="2"/>
              <a:buNone/>
              <a:defRPr/>
            </a:pPr>
            <a:r>
              <a:rPr lang="en-US" altLang="zh-CN" sz="1819" dirty="0">
                <a:solidFill>
                  <a:srgbClr val="CC6600"/>
                </a:solidFill>
              </a:rPr>
              <a:t>begin</a:t>
            </a:r>
          </a:p>
          <a:p>
            <a:pPr marL="377979" indent="-377979" defTabSz="503972" fontAlgn="auto">
              <a:lnSpc>
                <a:spcPct val="70000"/>
              </a:lnSpc>
              <a:spcBef>
                <a:spcPts val="0"/>
              </a:spcBef>
              <a:spcAft>
                <a:spcPts val="0"/>
              </a:spcAft>
              <a:buFont typeface="Wingdings 3" charset="2"/>
              <a:buNone/>
              <a:defRPr/>
            </a:pPr>
            <a:r>
              <a:rPr lang="en-US" altLang="zh-CN" sz="1819" dirty="0">
                <a:solidFill>
                  <a:srgbClr val="CC6600"/>
                </a:solidFill>
              </a:rPr>
              <a:t>	a:=0;</a:t>
            </a:r>
          </a:p>
          <a:p>
            <a:pPr marL="377979" indent="-377979" defTabSz="503972" fontAlgn="auto">
              <a:lnSpc>
                <a:spcPct val="70000"/>
              </a:lnSpc>
              <a:spcBef>
                <a:spcPts val="0"/>
              </a:spcBef>
              <a:spcAft>
                <a:spcPts val="0"/>
              </a:spcAft>
              <a:buFont typeface="Wingdings 3" charset="2"/>
              <a:buNone/>
              <a:defRPr/>
            </a:pPr>
            <a:r>
              <a:rPr lang="en-US" altLang="zh-CN" sz="1819" dirty="0">
                <a:solidFill>
                  <a:srgbClr val="CC6600"/>
                </a:solidFill>
              </a:rPr>
              <a:t>	S;</a:t>
            </a:r>
          </a:p>
          <a:p>
            <a:pPr marL="377979" indent="-377979" defTabSz="503972" fontAlgn="auto">
              <a:lnSpc>
                <a:spcPct val="70000"/>
              </a:lnSpc>
              <a:spcBef>
                <a:spcPts val="0"/>
              </a:spcBef>
              <a:spcAft>
                <a:spcPts val="0"/>
              </a:spcAft>
              <a:buFont typeface="Wingdings 3" charset="2"/>
              <a:buNone/>
              <a:defRPr/>
            </a:pPr>
            <a:r>
              <a:rPr lang="en-US" altLang="zh-CN" sz="1819" dirty="0">
                <a:solidFill>
                  <a:srgbClr val="CC6600"/>
                </a:solidFill>
              </a:rPr>
              <a:t>	......</a:t>
            </a:r>
          </a:p>
          <a:p>
            <a:pPr marL="377979" indent="-377979" defTabSz="503972" fontAlgn="auto">
              <a:lnSpc>
                <a:spcPct val="70000"/>
              </a:lnSpc>
              <a:spcBef>
                <a:spcPts val="0"/>
              </a:spcBef>
              <a:spcAft>
                <a:spcPts val="0"/>
              </a:spcAft>
              <a:buFont typeface="Wingdings 3" charset="2"/>
              <a:buNone/>
              <a:defRPr/>
            </a:pPr>
            <a:r>
              <a:rPr lang="en-US" altLang="zh-CN" sz="1819" dirty="0">
                <a:solidFill>
                  <a:srgbClr val="CC6600"/>
                </a:solidFill>
              </a:rPr>
              <a:t>end. {P}</a:t>
            </a:r>
            <a:endParaRPr lang="zh-CN" altLang="en-US" sz="1819" dirty="0">
              <a:solidFill>
                <a:srgbClr val="CC6600"/>
              </a:solidFill>
            </a:endParaRPr>
          </a:p>
        </p:txBody>
      </p:sp>
      <p:sp>
        <p:nvSpPr>
          <p:cNvPr id="251909" name="Rectangle 5"/>
          <p:cNvSpPr>
            <a:spLocks noChangeArrowheads="1"/>
          </p:cNvSpPr>
          <p:nvPr/>
        </p:nvSpPr>
        <p:spPr bwMode="auto">
          <a:xfrm>
            <a:off x="549275" y="2413000"/>
            <a:ext cx="125095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6121" tIns="38062" rIns="76121" bIns="38062"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zh-CN" altLang="en-US" sz="2315">
                <a:solidFill>
                  <a:srgbClr val="CC6600"/>
                </a:solidFill>
                <a:latin typeface="微软雅黑" panose="020B0503020204020204" pitchFamily="34" charset="-122"/>
                <a:cs typeface="+mn-cs"/>
                <a:sym typeface="Symbol" panose="05050102010706020507" pitchFamily="18" charset="2"/>
              </a:rPr>
              <a:t>主程序</a:t>
            </a:r>
            <a:r>
              <a:rPr lang="en-US" altLang="zh-CN" sz="2315">
                <a:solidFill>
                  <a:srgbClr val="CC6600"/>
                </a:solidFill>
                <a:latin typeface="微软雅黑" panose="020B0503020204020204" pitchFamily="34" charset="-122"/>
                <a:cs typeface="+mn-cs"/>
                <a:sym typeface="Symbol" panose="05050102010706020507" pitchFamily="18" charset="2"/>
              </a:rPr>
              <a:t>P</a:t>
            </a:r>
            <a:endParaRPr lang="zh-CN" altLang="en-US" sz="2315">
              <a:solidFill>
                <a:srgbClr val="CC6600"/>
              </a:solidFill>
              <a:latin typeface="微软雅黑" panose="020B0503020204020204" pitchFamily="34" charset="-122"/>
              <a:cs typeface="+mn-cs"/>
            </a:endParaRPr>
          </a:p>
        </p:txBody>
      </p:sp>
      <p:sp>
        <p:nvSpPr>
          <p:cNvPr id="251910" name="Rectangle 6"/>
          <p:cNvSpPr>
            <a:spLocks noChangeArrowheads="1"/>
          </p:cNvSpPr>
          <p:nvPr/>
        </p:nvSpPr>
        <p:spPr bwMode="auto">
          <a:xfrm>
            <a:off x="1655763" y="2376488"/>
            <a:ext cx="14192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6600"/>
                </a:solidFill>
                <a:latin typeface="微软雅黑" panose="020B0503020204020204" pitchFamily="34" charset="-122"/>
                <a:cs typeface="+mn-cs"/>
                <a:sym typeface="Symbol" panose="05050102010706020507" pitchFamily="18" charset="2"/>
              </a:rPr>
              <a:t>过程</a:t>
            </a:r>
            <a:r>
              <a:rPr lang="zh-CN" altLang="en-US" sz="2315" dirty="0">
                <a:solidFill>
                  <a:srgbClr val="006600"/>
                </a:solidFill>
                <a:latin typeface="微软雅黑" panose="020B0503020204020204" pitchFamily="34" charset="-122"/>
                <a:cs typeface="+mn-cs"/>
              </a:rPr>
              <a:t> </a:t>
            </a:r>
            <a:r>
              <a:rPr lang="en-US" altLang="zh-CN" sz="2315" dirty="0">
                <a:solidFill>
                  <a:srgbClr val="006600"/>
                </a:solidFill>
                <a:latin typeface="微软雅黑" panose="020B0503020204020204" pitchFamily="34" charset="-122"/>
                <a:cs typeface="+mn-cs"/>
              </a:rPr>
              <a:t>S</a:t>
            </a:r>
            <a:endParaRPr lang="en-GB" altLang="zh-CN" sz="2315" dirty="0">
              <a:solidFill>
                <a:srgbClr val="006600"/>
              </a:solidFill>
              <a:latin typeface="微软雅黑" panose="020B0503020204020204" pitchFamily="34" charset="-122"/>
              <a:cs typeface="+mn-cs"/>
            </a:endParaRPr>
          </a:p>
        </p:txBody>
      </p:sp>
      <p:sp>
        <p:nvSpPr>
          <p:cNvPr id="251911" name="Rectangle 7"/>
          <p:cNvSpPr>
            <a:spLocks noChangeArrowheads="1"/>
          </p:cNvSpPr>
          <p:nvPr/>
        </p:nvSpPr>
        <p:spPr bwMode="auto">
          <a:xfrm>
            <a:off x="2947988" y="2360613"/>
            <a:ext cx="14890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70C0"/>
                </a:solidFill>
                <a:latin typeface="微软雅黑" panose="020B0503020204020204" pitchFamily="34" charset="-122"/>
                <a:cs typeface="+mn-cs"/>
                <a:sym typeface="Symbol" panose="05050102010706020507" pitchFamily="18" charset="2"/>
              </a:rPr>
              <a:t>过程</a:t>
            </a:r>
            <a:r>
              <a:rPr lang="zh-CN" altLang="en-US" sz="2315" dirty="0">
                <a:solidFill>
                  <a:srgbClr val="0070C0"/>
                </a:solidFill>
                <a:latin typeface="微软雅黑" panose="020B0503020204020204" pitchFamily="34" charset="-122"/>
                <a:cs typeface="+mn-cs"/>
              </a:rPr>
              <a:t> </a:t>
            </a:r>
            <a:r>
              <a:rPr lang="en-US" altLang="zh-CN" sz="2315" dirty="0">
                <a:solidFill>
                  <a:srgbClr val="0070C0"/>
                </a:solidFill>
                <a:latin typeface="微软雅黑" panose="020B0503020204020204" pitchFamily="34" charset="-122"/>
                <a:cs typeface="+mn-cs"/>
              </a:rPr>
              <a:t>Q</a:t>
            </a:r>
            <a:endParaRPr lang="en-GB" altLang="zh-CN" sz="2315" dirty="0">
              <a:solidFill>
                <a:srgbClr val="0070C0"/>
              </a:solidFill>
              <a:latin typeface="微软雅黑" panose="020B0503020204020204" pitchFamily="34" charset="-122"/>
              <a:cs typeface="+mn-cs"/>
            </a:endParaRPr>
          </a:p>
        </p:txBody>
      </p:sp>
      <p:sp>
        <p:nvSpPr>
          <p:cNvPr id="251912" name="Rectangle 8"/>
          <p:cNvSpPr>
            <a:spLocks noChangeArrowheads="1"/>
          </p:cNvSpPr>
          <p:nvPr/>
        </p:nvSpPr>
        <p:spPr bwMode="auto">
          <a:xfrm>
            <a:off x="801688" y="2768600"/>
            <a:ext cx="14414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 </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3" name="Rectangle 9"/>
          <p:cNvSpPr>
            <a:spLocks noChangeArrowheads="1"/>
          </p:cNvSpPr>
          <p:nvPr/>
        </p:nvSpPr>
        <p:spPr bwMode="auto">
          <a:xfrm>
            <a:off x="2079625" y="2746375"/>
            <a:ext cx="135413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r>
              <a:rPr lang="en-US" altLang="zh-CN" sz="2315" dirty="0">
                <a:solidFill>
                  <a:prstClr val="black"/>
                </a:solidFill>
                <a:latin typeface="微软雅黑" panose="020B0503020204020204" pitchFamily="34" charset="-122"/>
                <a:cs typeface="+mn-cs"/>
                <a:sym typeface="Symbol" panose="05050102010706020507" pitchFamily="18" charset="2"/>
              </a:rPr>
              <a:t></a:t>
            </a:r>
            <a:r>
              <a:rPr lang="zh-CN" altLang="en-US" sz="2315" dirty="0">
                <a:solidFill>
                  <a:srgbClr val="008080"/>
                </a:solidFill>
                <a:latin typeface="微软雅黑" panose="020B0503020204020204" pitchFamily="34" charset="-122"/>
                <a:cs typeface="+mn-cs"/>
                <a:sym typeface="Symbol" panose="05050102010706020507" pitchFamily="18" charset="2"/>
              </a:rPr>
              <a:t>过程</a:t>
            </a:r>
            <a:r>
              <a:rPr lang="zh-CN" altLang="en-US" sz="2315" dirty="0">
                <a:solidFill>
                  <a:srgbClr val="008080"/>
                </a:solidFill>
                <a:latin typeface="微软雅黑" panose="020B0503020204020204" pitchFamily="34" charset="-122"/>
                <a:cs typeface="+mn-cs"/>
              </a:rPr>
              <a:t> </a:t>
            </a:r>
            <a:r>
              <a:rPr lang="en-US" altLang="zh-CN" sz="2315" dirty="0">
                <a:solidFill>
                  <a:srgbClr val="008080"/>
                </a:solidFill>
                <a:latin typeface="微软雅黑" panose="020B0503020204020204" pitchFamily="34" charset="-122"/>
                <a:cs typeface="+mn-cs"/>
              </a:rPr>
              <a:t>R</a:t>
            </a:r>
            <a:endParaRPr lang="en-GB" altLang="zh-CN" sz="2315" dirty="0">
              <a:solidFill>
                <a:srgbClr val="008080"/>
              </a:solidFill>
              <a:latin typeface="微软雅黑" panose="020B0503020204020204" pitchFamily="34" charset="-122"/>
              <a:cs typeface="+mn-cs"/>
            </a:endParaRPr>
          </a:p>
        </p:txBody>
      </p:sp>
      <p:sp>
        <p:nvSpPr>
          <p:cNvPr id="251916" name="Rectangle 12"/>
          <p:cNvSpPr>
            <a:spLocks noChangeArrowheads="1"/>
          </p:cNvSpPr>
          <p:nvPr/>
        </p:nvSpPr>
        <p:spPr bwMode="auto">
          <a:xfrm>
            <a:off x="798513" y="3381375"/>
            <a:ext cx="2974975" cy="186531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1488">
              <a:solidFill>
                <a:prstClr val="black"/>
              </a:solidFill>
              <a:ea typeface="宋体" panose="02010600030101010101" pitchFamily="2" charset="-122"/>
              <a:cs typeface="+mn-cs"/>
            </a:endParaRPr>
          </a:p>
        </p:txBody>
      </p:sp>
      <p:graphicFrame>
        <p:nvGraphicFramePr>
          <p:cNvPr id="3" name="图示 2"/>
          <p:cNvGraphicFramePr>
            <a:graphicFrameLocks noChangeAspect="1"/>
          </p:cNvGraphicFramePr>
          <p:nvPr/>
        </p:nvGraphicFramePr>
        <p:xfrm>
          <a:off x="7596250" y="4216182"/>
          <a:ext cx="2446551" cy="2250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线形标注 1 3"/>
          <p:cNvSpPr/>
          <p:nvPr/>
        </p:nvSpPr>
        <p:spPr>
          <a:xfrm>
            <a:off x="7527925" y="2536825"/>
            <a:ext cx="21431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a:t>
            </a:r>
            <a:r>
              <a:rPr lang="zh-CN" altLang="en-US" dirty="0">
                <a:solidFill>
                  <a:prstClr val="white"/>
                </a:solidFill>
              </a:rPr>
              <a:t>、</a:t>
            </a:r>
            <a:r>
              <a:rPr lang="en-US" altLang="zh-CN" dirty="0">
                <a:solidFill>
                  <a:prstClr val="white"/>
                </a:solidFill>
              </a:rPr>
              <a:t>b(1, 4)]</a:t>
            </a:r>
          </a:p>
        </p:txBody>
      </p:sp>
      <p:sp>
        <p:nvSpPr>
          <p:cNvPr id="21" name="线形标注 1 20"/>
          <p:cNvSpPr/>
          <p:nvPr/>
        </p:nvSpPr>
        <p:spPr>
          <a:xfrm>
            <a:off x="6437313" y="352742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[x(0, 4)]</a:t>
            </a:r>
          </a:p>
        </p:txBody>
      </p:sp>
      <p:sp>
        <p:nvSpPr>
          <p:cNvPr id="22" name="线形标注 1 21"/>
          <p:cNvSpPr/>
          <p:nvPr/>
        </p:nvSpPr>
        <p:spPr>
          <a:xfrm>
            <a:off x="6238875" y="4633913"/>
            <a:ext cx="1190625" cy="357187"/>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 ]</a:t>
            </a:r>
          </a:p>
        </p:txBody>
      </p:sp>
      <p:sp>
        <p:nvSpPr>
          <p:cNvPr id="23" name="线形标注 1 22"/>
          <p:cNvSpPr/>
          <p:nvPr/>
        </p:nvSpPr>
        <p:spPr>
          <a:xfrm>
            <a:off x="5924550" y="5616575"/>
            <a:ext cx="1190625" cy="357188"/>
          </a:xfrm>
          <a:prstGeom prst="borderCallout1">
            <a:avLst>
              <a:gd name="adj1" fmla="val 102705"/>
              <a:gd name="adj2" fmla="val -1041"/>
              <a:gd name="adj3" fmla="val 104727"/>
              <a:gd name="adj4" fmla="val -81694"/>
            </a:avLst>
          </a:prstGeom>
        </p:spPr>
        <p:style>
          <a:lnRef idx="1">
            <a:schemeClr val="accent4"/>
          </a:lnRef>
          <a:fillRef idx="3">
            <a:schemeClr val="accent4"/>
          </a:fillRef>
          <a:effectRef idx="2">
            <a:schemeClr val="accent4"/>
          </a:effectRef>
          <a:fontRef idx="minor">
            <a:schemeClr val="lt1"/>
          </a:fontRef>
        </p:style>
        <p:txBody>
          <a:bodyPr anchor="ctr"/>
          <a:lstStyle/>
          <a:p>
            <a:pPr algn="ctr" defTabSz="503972" eaLnBrk="1" fontAlgn="auto" hangingPunct="1">
              <a:spcBef>
                <a:spcPts val="0"/>
              </a:spcBef>
              <a:spcAft>
                <a:spcPts val="0"/>
              </a:spcAft>
              <a:defRPr/>
            </a:pPr>
            <a:r>
              <a:rPr lang="en-US" altLang="zh-CN" dirty="0">
                <a:solidFill>
                  <a:prstClr val="white"/>
                </a:solidFill>
              </a:rPr>
              <a:t>[a(0, 3) ]</a:t>
            </a:r>
          </a:p>
        </p:txBody>
      </p:sp>
      <p:sp>
        <p:nvSpPr>
          <p:cNvPr id="5" name="文本框 4"/>
          <p:cNvSpPr txBox="1"/>
          <p:nvPr/>
        </p:nvSpPr>
        <p:spPr>
          <a:xfrm>
            <a:off x="323850" y="5451475"/>
            <a:ext cx="4067175" cy="923925"/>
          </a:xfrm>
          <a:prstGeom prst="rect">
            <a:avLst/>
          </a:prstGeom>
          <a:noFill/>
        </p:spPr>
        <p:txBody>
          <a:bodyPr>
            <a:spAutoFit/>
          </a:bodyPr>
          <a:lstStyle/>
          <a:p>
            <a:pPr defTabSz="503972" eaLnBrk="1" fontAlgn="auto" hangingPunct="1">
              <a:spcBef>
                <a:spcPts val="0"/>
              </a:spcBef>
              <a:spcAft>
                <a:spcPts val="0"/>
              </a:spcAft>
              <a:defRPr/>
            </a:pPr>
            <a:r>
              <a:rPr lang="zh-CN" altLang="en-US" dirty="0">
                <a:solidFill>
                  <a:prstClr val="black"/>
                </a:solidFill>
                <a:latin typeface="微软雅黑" panose="020B0503020204020204" pitchFamily="34" charset="-122"/>
                <a:ea typeface="微软雅黑" panose="020B0503020204020204" pitchFamily="34" charset="-122"/>
                <a:cs typeface="+mn-cs"/>
              </a:rPr>
              <a:t>过程运行时通过</a:t>
            </a:r>
            <a:r>
              <a:rPr lang="en-US" altLang="zh-CN" dirty="0">
                <a:solidFill>
                  <a:prstClr val="black"/>
                </a:solidFill>
                <a:latin typeface="微软雅黑" panose="020B0503020204020204" pitchFamily="34" charset="-122"/>
                <a:ea typeface="微软雅黑" panose="020B0503020204020204" pitchFamily="34" charset="-122"/>
                <a:cs typeface="+mn-cs"/>
              </a:rPr>
              <a:t>Display</a:t>
            </a:r>
            <a:r>
              <a:rPr lang="zh-CN" altLang="en-US" dirty="0">
                <a:solidFill>
                  <a:prstClr val="black"/>
                </a:solidFill>
                <a:latin typeface="微软雅黑" panose="020B0503020204020204" pitchFamily="34" charset="-122"/>
                <a:ea typeface="微软雅黑" panose="020B0503020204020204" pitchFamily="34" charset="-122"/>
                <a:cs typeface="+mn-cs"/>
              </a:rPr>
              <a:t>表知道它的所有外层过程的当前活动记录的起始地址</a:t>
            </a:r>
            <a:endParaRPr lang="en-US" altLang="zh-CN" noProof="1">
              <a:solidFill>
                <a:prstClr val="black"/>
              </a:solidFill>
              <a:latin typeface="微软雅黑" panose="020B0503020204020204" pitchFamily="34" charset="-122"/>
              <a:ea typeface="微软雅黑" panose="020B0503020204020204" pitchFamily="34" charset="-122"/>
              <a:cs typeface="+mn-cs"/>
            </a:endParaRPr>
          </a:p>
        </p:txBody>
      </p:sp>
      <p:sp>
        <p:nvSpPr>
          <p:cNvPr id="6" name="灯片编号占位符 5">
            <a:extLst>
              <a:ext uri="{FF2B5EF4-FFF2-40B4-BE49-F238E27FC236}">
                <a16:creationId xmlns:a16="http://schemas.microsoft.com/office/drawing/2014/main" id="{96D92C61-C1C2-2C56-15BC-800A4FD67830}"/>
              </a:ext>
            </a:extLst>
          </p:cNvPr>
          <p:cNvSpPr>
            <a:spLocks noGrp="1"/>
          </p:cNvSpPr>
          <p:nvPr>
            <p:ph type="sldNum" sz="quarter" idx="12"/>
          </p:nvPr>
        </p:nvSpPr>
        <p:spPr/>
        <p:txBody>
          <a:bodyPr/>
          <a:lstStyle/>
          <a:p>
            <a:pPr>
              <a:defRPr/>
            </a:pPr>
            <a:fld id="{CDC7CA14-B597-4E6B-A1CB-4BA9F06A8424}" type="slidenum">
              <a:rPr lang="en-US" smtClean="0"/>
              <a:pPr>
                <a:defRPr/>
              </a:pPr>
              <a:t>63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5191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51918"/>
                                        </p:tgtEl>
                                        <p:attrNameLst>
                                          <p:attrName>style.visibility</p:attrName>
                                        </p:attrNameLst>
                                      </p:cBhvr>
                                      <p:to>
                                        <p:strVal val="visible"/>
                                      </p:to>
                                    </p:set>
                                    <p:animEffect transition="in" filter="wipe(down)">
                                      <p:cBhvr>
                                        <p:cTn id="16" dur="500"/>
                                        <p:tgtEl>
                                          <p:spTgt spid="2519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1909"/>
                                        </p:tgtEl>
                                        <p:attrNameLst>
                                          <p:attrName>style.visibility</p:attrName>
                                        </p:attrNameLst>
                                      </p:cBhvr>
                                      <p:to>
                                        <p:strVal val="visible"/>
                                      </p:to>
                                    </p:set>
                                    <p:animEffect transition="in" filter="wipe(left)">
                                      <p:cBhvr>
                                        <p:cTn id="21" dur="500"/>
                                        <p:tgtEl>
                                          <p:spTgt spid="2519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51915"/>
                                        </p:tgtEl>
                                        <p:attrNameLst>
                                          <p:attrName>style.visibility</p:attrName>
                                        </p:attrNameLst>
                                      </p:cBhvr>
                                      <p:to>
                                        <p:strVal val="visible"/>
                                      </p:to>
                                    </p:set>
                                    <p:animEffect transition="in" filter="wipe(down)">
                                      <p:cBhvr>
                                        <p:cTn id="26" dur="500"/>
                                        <p:tgtEl>
                                          <p:spTgt spid="2519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51910"/>
                                        </p:tgtEl>
                                        <p:attrNameLst>
                                          <p:attrName>style.visibility</p:attrName>
                                        </p:attrNameLst>
                                      </p:cBhvr>
                                      <p:to>
                                        <p:strVal val="visible"/>
                                      </p:to>
                                    </p:set>
                                    <p:animEffect transition="in" filter="wipe(left)">
                                      <p:cBhvr>
                                        <p:cTn id="31" dur="500"/>
                                        <p:tgtEl>
                                          <p:spTgt spid="2519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251914"/>
                                        </p:tgtEl>
                                        <p:attrNameLst>
                                          <p:attrName>style.visibility</p:attrName>
                                        </p:attrNameLst>
                                      </p:cBhvr>
                                      <p:to>
                                        <p:strVal val="visible"/>
                                      </p:to>
                                    </p:set>
                                    <p:animEffect transition="in" filter="wipe(down)">
                                      <p:cBhvr>
                                        <p:cTn id="36" dur="500"/>
                                        <p:tgtEl>
                                          <p:spTgt spid="25191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51911"/>
                                        </p:tgtEl>
                                        <p:attrNameLst>
                                          <p:attrName>style.visibility</p:attrName>
                                        </p:attrNameLst>
                                      </p:cBhvr>
                                      <p:to>
                                        <p:strVal val="visible"/>
                                      </p:to>
                                    </p:set>
                                    <p:animEffect transition="in" filter="wipe(left)">
                                      <p:cBhvr>
                                        <p:cTn id="41" dur="500"/>
                                        <p:tgtEl>
                                          <p:spTgt spid="25191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51917"/>
                                        </p:tgtEl>
                                        <p:attrNameLst>
                                          <p:attrName>style.visibility</p:attrName>
                                        </p:attrNameLst>
                                      </p:cBhvr>
                                      <p:to>
                                        <p:strVal val="visible"/>
                                      </p:to>
                                    </p:set>
                                    <p:animEffect transition="in" filter="wipe(down)">
                                      <p:cBhvr>
                                        <p:cTn id="46" dur="500"/>
                                        <p:tgtEl>
                                          <p:spTgt spid="25191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1912"/>
                                        </p:tgtEl>
                                        <p:attrNameLst>
                                          <p:attrName>style.visibility</p:attrName>
                                        </p:attrNameLst>
                                      </p:cBhvr>
                                      <p:to>
                                        <p:strVal val="visible"/>
                                      </p:to>
                                    </p:set>
                                    <p:animEffect transition="in" filter="wipe(left)">
                                      <p:cBhvr>
                                        <p:cTn id="51" dur="500"/>
                                        <p:tgtEl>
                                          <p:spTgt spid="25191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51920"/>
                                        </p:tgtEl>
                                        <p:attrNameLst>
                                          <p:attrName>style.visibility</p:attrName>
                                        </p:attrNameLst>
                                      </p:cBhvr>
                                      <p:to>
                                        <p:strVal val="visible"/>
                                      </p:to>
                                    </p:set>
                                    <p:animEffect transition="in" filter="wipe(down)">
                                      <p:cBhvr>
                                        <p:cTn id="56" dur="500"/>
                                        <p:tgtEl>
                                          <p:spTgt spid="25192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51913"/>
                                        </p:tgtEl>
                                        <p:attrNameLst>
                                          <p:attrName>style.visibility</p:attrName>
                                        </p:attrNameLst>
                                      </p:cBhvr>
                                      <p:to>
                                        <p:strVal val="visible"/>
                                      </p:to>
                                    </p:set>
                                    <p:animEffect transition="in" filter="wipe(left)">
                                      <p:cBhvr>
                                        <p:cTn id="61" dur="500"/>
                                        <p:tgtEl>
                                          <p:spTgt spid="25191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251921"/>
                                        </p:tgtEl>
                                        <p:attrNameLst>
                                          <p:attrName>style.visibility</p:attrName>
                                        </p:attrNameLst>
                                      </p:cBhvr>
                                      <p:to>
                                        <p:strVal val="visible"/>
                                      </p:to>
                                    </p:set>
                                    <p:animEffect transition="in" filter="wipe(down)">
                                      <p:cBhvr>
                                        <p:cTn id="66" dur="500"/>
                                        <p:tgtEl>
                                          <p:spTgt spid="251921"/>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left)">
                                      <p:cBhvr>
                                        <p:cTn id="71" dur="5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wipe(left)">
                                      <p:cBhvr>
                                        <p:cTn id="76" dur="500"/>
                                        <p:tgtEl>
                                          <p:spTgt spid="4"/>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wipe(left)">
                                      <p:cBhvr>
                                        <p:cTn id="79" dur="500"/>
                                        <p:tgtEl>
                                          <p:spTgt spid="21"/>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left)">
                                      <p:cBhvr>
                                        <p:cTn id="82" dur="500"/>
                                        <p:tgtEl>
                                          <p:spTgt spid="22"/>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wipe(left)">
                                      <p:cBhvr>
                                        <p:cTn id="8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5" grpId="0" animBg="1"/>
      <p:bldP spid="251917" grpId="0" animBg="1"/>
      <p:bldP spid="251918" grpId="0" animBg="1"/>
      <p:bldP spid="251920" grpId="0" animBg="1"/>
      <p:bldP spid="251921" grpId="0" animBg="1"/>
      <p:bldP spid="251909" grpId="0"/>
      <p:bldP spid="251910" grpId="0"/>
      <p:bldP spid="251911" grpId="0"/>
      <p:bldP spid="251912" grpId="0"/>
      <p:bldP spid="251913" grpId="0"/>
      <p:bldP spid="251916" grpId="0" animBg="1"/>
      <p:bldGraphic spid="3" grpId="0">
        <p:bldAsOne/>
      </p:bldGraphic>
      <p:bldP spid="4" grpId="0" animBg="1"/>
      <p:bldP spid="21" grpId="0" animBg="1"/>
      <p:bldP spid="22" grpId="0" animBg="1"/>
      <p:bldP spid="23" grpId="0" animBg="1"/>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72" name="Rectangle 48"/>
          <p:cNvSpPr>
            <a:spLocks noChangeArrowheads="1"/>
          </p:cNvSpPr>
          <p:nvPr/>
        </p:nvSpPr>
        <p:spPr bwMode="auto">
          <a:xfrm>
            <a:off x="9525" y="5249863"/>
            <a:ext cx="1071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77873" name="Rectangle 49"/>
          <p:cNvSpPr>
            <a:spLocks noChangeArrowheads="1"/>
          </p:cNvSpPr>
          <p:nvPr/>
        </p:nvSpPr>
        <p:spPr bwMode="auto">
          <a:xfrm>
            <a:off x="180975" y="6261100"/>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grpSp>
        <p:nvGrpSpPr>
          <p:cNvPr id="2" name="Group 53"/>
          <p:cNvGrpSpPr>
            <a:grpSpLocks/>
          </p:cNvGrpSpPr>
          <p:nvPr/>
        </p:nvGrpSpPr>
        <p:grpSpPr bwMode="auto">
          <a:xfrm>
            <a:off x="1065484" y="6296722"/>
            <a:ext cx="1875038" cy="251989"/>
            <a:chOff x="2064" y="3840"/>
            <a:chExt cx="1632" cy="192"/>
          </a:xfrm>
          <a:solidFill>
            <a:srgbClr val="FFCC99"/>
          </a:solidFill>
        </p:grpSpPr>
        <p:sp>
          <p:nvSpPr>
            <p:cNvPr id="218157" name="Rectangle 4"/>
            <p:cNvSpPr>
              <a:spLocks noChangeArrowheads="1"/>
            </p:cNvSpPr>
            <p:nvPr/>
          </p:nvSpPr>
          <p:spPr bwMode="auto">
            <a:xfrm>
              <a:off x="2064" y="38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18158" name="Rectangle 3"/>
            <p:cNvSpPr>
              <a:spLocks noChangeArrowheads="1"/>
            </p:cNvSpPr>
            <p:nvPr/>
          </p:nvSpPr>
          <p:spPr bwMode="auto">
            <a:xfrm>
              <a:off x="2400" y="38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3" name="Group 54"/>
          <p:cNvGrpSpPr>
            <a:grpSpLocks/>
          </p:cNvGrpSpPr>
          <p:nvPr/>
        </p:nvGrpSpPr>
        <p:grpSpPr bwMode="auto">
          <a:xfrm>
            <a:off x="1065484" y="6044732"/>
            <a:ext cx="1875038" cy="251989"/>
            <a:chOff x="2064" y="3648"/>
            <a:chExt cx="1632" cy="192"/>
          </a:xfrm>
          <a:solidFill>
            <a:srgbClr val="FFCC99"/>
          </a:solidFill>
        </p:grpSpPr>
        <p:sp>
          <p:nvSpPr>
            <p:cNvPr id="218155" name="Rectangle 7"/>
            <p:cNvSpPr>
              <a:spLocks noChangeArrowheads="1"/>
            </p:cNvSpPr>
            <p:nvPr/>
          </p:nvSpPr>
          <p:spPr bwMode="auto">
            <a:xfrm>
              <a:off x="2064" y="3648"/>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a:t>
              </a:r>
            </a:p>
          </p:txBody>
        </p:sp>
        <p:sp>
          <p:nvSpPr>
            <p:cNvPr id="218156" name="Rectangle 6"/>
            <p:cNvSpPr>
              <a:spLocks noChangeArrowheads="1"/>
            </p:cNvSpPr>
            <p:nvPr/>
          </p:nvSpPr>
          <p:spPr bwMode="auto">
            <a:xfrm>
              <a:off x="2400" y="3648"/>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grpSp>
      <p:grpSp>
        <p:nvGrpSpPr>
          <p:cNvPr id="4" name="Group 55"/>
          <p:cNvGrpSpPr>
            <a:grpSpLocks/>
          </p:cNvGrpSpPr>
          <p:nvPr/>
        </p:nvGrpSpPr>
        <p:grpSpPr bwMode="auto">
          <a:xfrm>
            <a:off x="1065484" y="5792743"/>
            <a:ext cx="1875038" cy="251989"/>
            <a:chOff x="2064" y="3456"/>
            <a:chExt cx="1632" cy="192"/>
          </a:xfrm>
          <a:solidFill>
            <a:srgbClr val="FFCC99"/>
          </a:solidFill>
        </p:grpSpPr>
        <p:sp>
          <p:nvSpPr>
            <p:cNvPr id="218153" name="Rectangle 10"/>
            <p:cNvSpPr>
              <a:spLocks noChangeArrowheads="1"/>
            </p:cNvSpPr>
            <p:nvPr/>
          </p:nvSpPr>
          <p:spPr bwMode="auto">
            <a:xfrm>
              <a:off x="2064" y="3456"/>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a:t>
              </a:r>
            </a:p>
          </p:txBody>
        </p:sp>
        <p:sp>
          <p:nvSpPr>
            <p:cNvPr id="218154" name="Rectangle 9"/>
            <p:cNvSpPr>
              <a:spLocks noChangeArrowheads="1"/>
            </p:cNvSpPr>
            <p:nvPr/>
          </p:nvSpPr>
          <p:spPr bwMode="auto">
            <a:xfrm>
              <a:off x="2400" y="3456"/>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0(</a:t>
              </a:r>
              <a:r>
                <a:rPr kumimoji="1" lang="en-US" altLang="zh-CN" sz="1653" b="1" dirty="0">
                  <a:solidFill>
                    <a:srgbClr val="FF3300"/>
                  </a:solidFill>
                  <a:latin typeface="Times New Roman" panose="02020603050405020304" pitchFamily="18" charset="0"/>
                  <a:ea typeface="宋体" panose="02010600030101010101" pitchFamily="2" charset="-122"/>
                  <a:cs typeface="+mn-cs"/>
                </a:rPr>
                <a:t>Display)</a:t>
              </a:r>
            </a:p>
          </p:txBody>
        </p:sp>
      </p:grpSp>
      <p:grpSp>
        <p:nvGrpSpPr>
          <p:cNvPr id="5" name="Group 56"/>
          <p:cNvGrpSpPr>
            <a:grpSpLocks/>
          </p:cNvGrpSpPr>
          <p:nvPr/>
        </p:nvGrpSpPr>
        <p:grpSpPr bwMode="auto">
          <a:xfrm>
            <a:off x="1065484" y="5540754"/>
            <a:ext cx="1875038" cy="251989"/>
            <a:chOff x="2064" y="3264"/>
            <a:chExt cx="1632" cy="192"/>
          </a:xfrm>
          <a:solidFill>
            <a:srgbClr val="FFCC99"/>
          </a:solidFill>
        </p:grpSpPr>
        <p:sp>
          <p:nvSpPr>
            <p:cNvPr id="218151" name="Rectangle 13"/>
            <p:cNvSpPr>
              <a:spLocks noChangeArrowheads="1"/>
            </p:cNvSpPr>
            <p:nvPr/>
          </p:nvSpPr>
          <p:spPr bwMode="auto">
            <a:xfrm>
              <a:off x="2064" y="3264"/>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a:t>
              </a:r>
            </a:p>
          </p:txBody>
        </p:sp>
        <p:sp>
          <p:nvSpPr>
            <p:cNvPr id="218152" name="Rectangle 12"/>
            <p:cNvSpPr>
              <a:spLocks noChangeArrowheads="1"/>
            </p:cNvSpPr>
            <p:nvPr/>
          </p:nvSpPr>
          <p:spPr bwMode="auto">
            <a:xfrm>
              <a:off x="2400" y="3264"/>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a</a:t>
              </a:r>
            </a:p>
          </p:txBody>
        </p:sp>
      </p:grpSp>
      <p:grpSp>
        <p:nvGrpSpPr>
          <p:cNvPr id="6" name="Group 57"/>
          <p:cNvGrpSpPr>
            <a:grpSpLocks/>
          </p:cNvGrpSpPr>
          <p:nvPr/>
        </p:nvGrpSpPr>
        <p:grpSpPr bwMode="auto">
          <a:xfrm>
            <a:off x="1065484" y="5288765"/>
            <a:ext cx="1875038" cy="251989"/>
            <a:chOff x="2064" y="3072"/>
            <a:chExt cx="1632" cy="192"/>
          </a:xfrm>
          <a:solidFill>
            <a:srgbClr val="FFCC99"/>
          </a:solidFill>
        </p:grpSpPr>
        <p:sp>
          <p:nvSpPr>
            <p:cNvPr id="218149" name="Rectangle 16"/>
            <p:cNvSpPr>
              <a:spLocks noChangeArrowheads="1"/>
            </p:cNvSpPr>
            <p:nvPr/>
          </p:nvSpPr>
          <p:spPr bwMode="auto">
            <a:xfrm>
              <a:off x="2064" y="3072"/>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a:t>
              </a:r>
            </a:p>
          </p:txBody>
        </p:sp>
        <p:sp>
          <p:nvSpPr>
            <p:cNvPr id="218150" name="Rectangle 15"/>
            <p:cNvSpPr>
              <a:spLocks noChangeArrowheads="1"/>
            </p:cNvSpPr>
            <p:nvPr/>
          </p:nvSpPr>
          <p:spPr bwMode="auto">
            <a:xfrm>
              <a:off x="2400" y="3072"/>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x</a:t>
              </a:r>
            </a:p>
          </p:txBody>
        </p:sp>
      </p:grpSp>
      <p:sp>
        <p:nvSpPr>
          <p:cNvPr id="50" name="文本框 49"/>
          <p:cNvSpPr txBox="1"/>
          <p:nvPr/>
        </p:nvSpPr>
        <p:spPr>
          <a:xfrm>
            <a:off x="1337534" y="5165778"/>
            <a:ext cx="64472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rPr>
              <a:t>P</a:t>
            </a:r>
            <a:endParaRPr lang="zh-CN" altLang="en-US"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endParaRPr>
          </a:p>
        </p:txBody>
      </p:sp>
      <p:pic>
        <p:nvPicPr>
          <p:cNvPr id="568330" name="图片 2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stretch>
            <a:fillRect/>
          </a:stretch>
        </p:blipFill>
        <p:spPr>
          <a:xfrm>
            <a:off x="1982262" y="406824"/>
            <a:ext cx="2390476" cy="3390476"/>
          </a:xfrm>
          <a:prstGeom prst="rect">
            <a:avLst/>
          </a:prstGeom>
        </p:spPr>
      </p:pic>
      <p:sp>
        <p:nvSpPr>
          <p:cNvPr id="9" name="灯片编号占位符 8">
            <a:extLst>
              <a:ext uri="{FF2B5EF4-FFF2-40B4-BE49-F238E27FC236}">
                <a16:creationId xmlns:a16="http://schemas.microsoft.com/office/drawing/2014/main" id="{2116FEEF-887C-CCF0-3035-FC468000C61D}"/>
              </a:ext>
            </a:extLst>
          </p:cNvPr>
          <p:cNvSpPr>
            <a:spLocks noGrp="1"/>
          </p:cNvSpPr>
          <p:nvPr>
            <p:ph type="sldNum" sz="quarter" idx="12"/>
          </p:nvPr>
        </p:nvSpPr>
        <p:spPr/>
        <p:txBody>
          <a:bodyPr/>
          <a:lstStyle/>
          <a:p>
            <a:pPr>
              <a:defRPr/>
            </a:pPr>
            <a:fld id="{BE3D80D2-EC9D-4093-9D8B-C6943ED9451D}" type="slidenum">
              <a:rPr lang="en-US" smtClean="0"/>
              <a:pPr>
                <a:defRPr/>
              </a:pPr>
              <a:t>64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7872"/>
                                        </p:tgtEl>
                                        <p:attrNameLst>
                                          <p:attrName>style.visibility</p:attrName>
                                        </p:attrNameLst>
                                      </p:cBhvr>
                                      <p:to>
                                        <p:strVal val="visible"/>
                                      </p:to>
                                    </p:set>
                                    <p:animEffect transition="in" filter="wipe(down)">
                                      <p:cBhvr>
                                        <p:cTn id="37" dur="500"/>
                                        <p:tgtEl>
                                          <p:spTgt spid="778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7873"/>
                                        </p:tgtEl>
                                        <p:attrNameLst>
                                          <p:attrName>style.visibility</p:attrName>
                                        </p:attrNameLst>
                                      </p:cBhvr>
                                      <p:to>
                                        <p:strVal val="visible"/>
                                      </p:to>
                                    </p:set>
                                    <p:animEffect transition="in" filter="wipe(down)">
                                      <p:cBhvr>
                                        <p:cTn id="42" dur="500"/>
                                        <p:tgtEl>
                                          <p:spTgt spid="77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72" grpId="0" autoUpdateAnimBg="0"/>
      <p:bldP spid="7787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72" name="Rectangle 48"/>
          <p:cNvSpPr>
            <a:spLocks noChangeArrowheads="1"/>
          </p:cNvSpPr>
          <p:nvPr/>
        </p:nvSpPr>
        <p:spPr bwMode="auto">
          <a:xfrm>
            <a:off x="9525" y="3152775"/>
            <a:ext cx="1071563"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77873" name="Rectangle 49"/>
          <p:cNvSpPr>
            <a:spLocks noChangeArrowheads="1"/>
          </p:cNvSpPr>
          <p:nvPr/>
        </p:nvSpPr>
        <p:spPr bwMode="auto">
          <a:xfrm>
            <a:off x="180975" y="5037138"/>
            <a:ext cx="10699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grpSp>
        <p:nvGrpSpPr>
          <p:cNvPr id="2" name="Group 53"/>
          <p:cNvGrpSpPr>
            <a:grpSpLocks/>
          </p:cNvGrpSpPr>
          <p:nvPr/>
        </p:nvGrpSpPr>
        <p:grpSpPr bwMode="auto">
          <a:xfrm>
            <a:off x="1065484" y="6296722"/>
            <a:ext cx="1875038" cy="251989"/>
            <a:chOff x="2064" y="3840"/>
            <a:chExt cx="1632" cy="192"/>
          </a:xfrm>
          <a:solidFill>
            <a:srgbClr val="FFCC99"/>
          </a:solidFill>
        </p:grpSpPr>
        <p:sp>
          <p:nvSpPr>
            <p:cNvPr id="218157" name="Rectangle 4"/>
            <p:cNvSpPr>
              <a:spLocks noChangeArrowheads="1"/>
            </p:cNvSpPr>
            <p:nvPr/>
          </p:nvSpPr>
          <p:spPr bwMode="auto">
            <a:xfrm>
              <a:off x="2064" y="38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18158" name="Rectangle 3"/>
            <p:cNvSpPr>
              <a:spLocks noChangeArrowheads="1"/>
            </p:cNvSpPr>
            <p:nvPr/>
          </p:nvSpPr>
          <p:spPr bwMode="auto">
            <a:xfrm>
              <a:off x="2400" y="38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3" name="Group 54"/>
          <p:cNvGrpSpPr>
            <a:grpSpLocks/>
          </p:cNvGrpSpPr>
          <p:nvPr/>
        </p:nvGrpSpPr>
        <p:grpSpPr bwMode="auto">
          <a:xfrm>
            <a:off x="1065484" y="6044732"/>
            <a:ext cx="1875038" cy="251989"/>
            <a:chOff x="2064" y="3648"/>
            <a:chExt cx="1632" cy="192"/>
          </a:xfrm>
          <a:solidFill>
            <a:srgbClr val="FFCC99"/>
          </a:solidFill>
        </p:grpSpPr>
        <p:sp>
          <p:nvSpPr>
            <p:cNvPr id="218155" name="Rectangle 7"/>
            <p:cNvSpPr>
              <a:spLocks noChangeArrowheads="1"/>
            </p:cNvSpPr>
            <p:nvPr/>
          </p:nvSpPr>
          <p:spPr bwMode="auto">
            <a:xfrm>
              <a:off x="2064" y="3648"/>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a:t>
              </a:r>
            </a:p>
          </p:txBody>
        </p:sp>
        <p:sp>
          <p:nvSpPr>
            <p:cNvPr id="218156" name="Rectangle 6"/>
            <p:cNvSpPr>
              <a:spLocks noChangeArrowheads="1"/>
            </p:cNvSpPr>
            <p:nvPr/>
          </p:nvSpPr>
          <p:spPr bwMode="auto">
            <a:xfrm>
              <a:off x="2400" y="3648"/>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grpSp>
      <p:grpSp>
        <p:nvGrpSpPr>
          <p:cNvPr id="4" name="Group 55"/>
          <p:cNvGrpSpPr>
            <a:grpSpLocks/>
          </p:cNvGrpSpPr>
          <p:nvPr/>
        </p:nvGrpSpPr>
        <p:grpSpPr bwMode="auto">
          <a:xfrm>
            <a:off x="1065484" y="5792743"/>
            <a:ext cx="1875038" cy="251989"/>
            <a:chOff x="2064" y="3456"/>
            <a:chExt cx="1632" cy="192"/>
          </a:xfrm>
          <a:solidFill>
            <a:srgbClr val="FFCC99"/>
          </a:solidFill>
        </p:grpSpPr>
        <p:sp>
          <p:nvSpPr>
            <p:cNvPr id="218153" name="Rectangle 10"/>
            <p:cNvSpPr>
              <a:spLocks noChangeArrowheads="1"/>
            </p:cNvSpPr>
            <p:nvPr/>
          </p:nvSpPr>
          <p:spPr bwMode="auto">
            <a:xfrm>
              <a:off x="2064" y="3456"/>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a:t>
              </a:r>
            </a:p>
          </p:txBody>
        </p:sp>
        <p:sp>
          <p:nvSpPr>
            <p:cNvPr id="218154" name="Rectangle 9"/>
            <p:cNvSpPr>
              <a:spLocks noChangeArrowheads="1"/>
            </p:cNvSpPr>
            <p:nvPr/>
          </p:nvSpPr>
          <p:spPr bwMode="auto">
            <a:xfrm>
              <a:off x="2400" y="3456"/>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0(</a:t>
              </a:r>
              <a:r>
                <a:rPr kumimoji="1" lang="en-US" altLang="zh-CN" sz="1653" b="1" dirty="0">
                  <a:solidFill>
                    <a:srgbClr val="FF3300"/>
                  </a:solidFill>
                  <a:latin typeface="Times New Roman" panose="02020603050405020304" pitchFamily="18" charset="0"/>
                  <a:ea typeface="宋体" panose="02010600030101010101" pitchFamily="2" charset="-122"/>
                  <a:cs typeface="+mn-cs"/>
                </a:rPr>
                <a:t>Display)</a:t>
              </a:r>
            </a:p>
          </p:txBody>
        </p:sp>
      </p:grpSp>
      <p:grpSp>
        <p:nvGrpSpPr>
          <p:cNvPr id="5" name="Group 56"/>
          <p:cNvGrpSpPr>
            <a:grpSpLocks/>
          </p:cNvGrpSpPr>
          <p:nvPr/>
        </p:nvGrpSpPr>
        <p:grpSpPr bwMode="auto">
          <a:xfrm>
            <a:off x="1065484" y="5540754"/>
            <a:ext cx="1875038" cy="251989"/>
            <a:chOff x="2064" y="3264"/>
            <a:chExt cx="1632" cy="192"/>
          </a:xfrm>
          <a:solidFill>
            <a:srgbClr val="FFCC99"/>
          </a:solidFill>
        </p:grpSpPr>
        <p:sp>
          <p:nvSpPr>
            <p:cNvPr id="218151" name="Rectangle 13"/>
            <p:cNvSpPr>
              <a:spLocks noChangeArrowheads="1"/>
            </p:cNvSpPr>
            <p:nvPr/>
          </p:nvSpPr>
          <p:spPr bwMode="auto">
            <a:xfrm>
              <a:off x="2064" y="3264"/>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a:t>
              </a:r>
            </a:p>
          </p:txBody>
        </p:sp>
        <p:sp>
          <p:nvSpPr>
            <p:cNvPr id="218152" name="Rectangle 12"/>
            <p:cNvSpPr>
              <a:spLocks noChangeArrowheads="1"/>
            </p:cNvSpPr>
            <p:nvPr/>
          </p:nvSpPr>
          <p:spPr bwMode="auto">
            <a:xfrm>
              <a:off x="2400" y="3264"/>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a</a:t>
              </a:r>
            </a:p>
          </p:txBody>
        </p:sp>
      </p:grpSp>
      <p:grpSp>
        <p:nvGrpSpPr>
          <p:cNvPr id="6" name="Group 57"/>
          <p:cNvGrpSpPr>
            <a:grpSpLocks/>
          </p:cNvGrpSpPr>
          <p:nvPr/>
        </p:nvGrpSpPr>
        <p:grpSpPr bwMode="auto">
          <a:xfrm>
            <a:off x="1065484" y="5288765"/>
            <a:ext cx="1875038" cy="251989"/>
            <a:chOff x="2064" y="3072"/>
            <a:chExt cx="1632" cy="192"/>
          </a:xfrm>
          <a:solidFill>
            <a:srgbClr val="FFCC99"/>
          </a:solidFill>
        </p:grpSpPr>
        <p:sp>
          <p:nvSpPr>
            <p:cNvPr id="218149" name="Rectangle 16"/>
            <p:cNvSpPr>
              <a:spLocks noChangeArrowheads="1"/>
            </p:cNvSpPr>
            <p:nvPr/>
          </p:nvSpPr>
          <p:spPr bwMode="auto">
            <a:xfrm>
              <a:off x="2064" y="3072"/>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a:t>
              </a:r>
            </a:p>
          </p:txBody>
        </p:sp>
        <p:sp>
          <p:nvSpPr>
            <p:cNvPr id="218150" name="Rectangle 15"/>
            <p:cNvSpPr>
              <a:spLocks noChangeArrowheads="1"/>
            </p:cNvSpPr>
            <p:nvPr/>
          </p:nvSpPr>
          <p:spPr bwMode="auto">
            <a:xfrm>
              <a:off x="2400" y="3072"/>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x</a:t>
              </a:r>
            </a:p>
          </p:txBody>
        </p:sp>
      </p:grpSp>
      <p:grpSp>
        <p:nvGrpSpPr>
          <p:cNvPr id="7" name="Group 58"/>
          <p:cNvGrpSpPr>
            <a:grpSpLocks/>
          </p:cNvGrpSpPr>
          <p:nvPr/>
        </p:nvGrpSpPr>
        <p:grpSpPr bwMode="auto">
          <a:xfrm>
            <a:off x="1065484" y="5036776"/>
            <a:ext cx="1875038" cy="251989"/>
            <a:chOff x="2064" y="2880"/>
            <a:chExt cx="1632" cy="192"/>
          </a:xfrm>
          <a:solidFill>
            <a:srgbClr val="CCFFCC"/>
          </a:solidFill>
        </p:grpSpPr>
        <p:sp>
          <p:nvSpPr>
            <p:cNvPr id="218147" name="Rectangle 19"/>
            <p:cNvSpPr>
              <a:spLocks noChangeArrowheads="1"/>
            </p:cNvSpPr>
            <p:nvPr/>
          </p:nvSpPr>
          <p:spPr bwMode="auto">
            <a:xfrm>
              <a:off x="2064" y="288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5</a:t>
              </a:r>
            </a:p>
          </p:txBody>
        </p:sp>
        <p:sp>
          <p:nvSpPr>
            <p:cNvPr id="218148" name="Rectangle 18"/>
            <p:cNvSpPr>
              <a:spLocks noChangeArrowheads="1"/>
            </p:cNvSpPr>
            <p:nvPr/>
          </p:nvSpPr>
          <p:spPr bwMode="auto">
            <a:xfrm>
              <a:off x="2400" y="288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8" name="Group 59"/>
          <p:cNvGrpSpPr>
            <a:grpSpLocks/>
          </p:cNvGrpSpPr>
          <p:nvPr/>
        </p:nvGrpSpPr>
        <p:grpSpPr bwMode="auto">
          <a:xfrm>
            <a:off x="1065484" y="4784787"/>
            <a:ext cx="1875038" cy="251989"/>
            <a:chOff x="2064" y="2688"/>
            <a:chExt cx="1632" cy="192"/>
          </a:xfrm>
          <a:solidFill>
            <a:srgbClr val="CCFFCC"/>
          </a:solidFill>
        </p:grpSpPr>
        <p:sp>
          <p:nvSpPr>
            <p:cNvPr id="218145" name="Rectangle 22"/>
            <p:cNvSpPr>
              <a:spLocks noChangeArrowheads="1"/>
            </p:cNvSpPr>
            <p:nvPr/>
          </p:nvSpPr>
          <p:spPr bwMode="auto">
            <a:xfrm>
              <a:off x="2064" y="2688"/>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6</a:t>
              </a:r>
            </a:p>
          </p:txBody>
        </p:sp>
        <p:sp>
          <p:nvSpPr>
            <p:cNvPr id="218146" name="Rectangle 21"/>
            <p:cNvSpPr>
              <a:spLocks noChangeArrowheads="1"/>
            </p:cNvSpPr>
            <p:nvPr/>
          </p:nvSpPr>
          <p:spPr bwMode="auto">
            <a:xfrm>
              <a:off x="2400" y="2688"/>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grpSp>
      <p:grpSp>
        <p:nvGrpSpPr>
          <p:cNvPr id="9" name="Group 60"/>
          <p:cNvGrpSpPr>
            <a:grpSpLocks/>
          </p:cNvGrpSpPr>
          <p:nvPr/>
        </p:nvGrpSpPr>
        <p:grpSpPr bwMode="auto">
          <a:xfrm>
            <a:off x="1065484" y="4532797"/>
            <a:ext cx="1875038" cy="251989"/>
            <a:chOff x="2064" y="2496"/>
            <a:chExt cx="1632" cy="192"/>
          </a:xfrm>
          <a:solidFill>
            <a:srgbClr val="CCFFCC"/>
          </a:solidFill>
        </p:grpSpPr>
        <p:sp>
          <p:nvSpPr>
            <p:cNvPr id="218143" name="Rectangle 25"/>
            <p:cNvSpPr>
              <a:spLocks noChangeArrowheads="1"/>
            </p:cNvSpPr>
            <p:nvPr/>
          </p:nvSpPr>
          <p:spPr bwMode="auto">
            <a:xfrm>
              <a:off x="2064" y="2496"/>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7</a:t>
              </a:r>
            </a:p>
          </p:txBody>
        </p:sp>
        <p:sp>
          <p:nvSpPr>
            <p:cNvPr id="218144" name="Rectangle 24"/>
            <p:cNvSpPr>
              <a:spLocks noChangeArrowheads="1"/>
            </p:cNvSpPr>
            <p:nvPr/>
          </p:nvSpPr>
          <p:spPr bwMode="auto">
            <a:xfrm>
              <a:off x="2400" y="2496"/>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2(全局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zh-CN" altLang="en-US" sz="1653" b="1" dirty="0">
                <a:solidFill>
                  <a:srgbClr val="0000FF"/>
                </a:solidFill>
                <a:latin typeface="Times New Roman" panose="02020603050405020304" pitchFamily="18" charset="0"/>
                <a:ea typeface="宋体" panose="02010600030101010101" pitchFamily="2" charset="-122"/>
                <a:cs typeface="+mn-cs"/>
              </a:endParaRPr>
            </a:p>
          </p:txBody>
        </p:sp>
      </p:grpSp>
      <p:grpSp>
        <p:nvGrpSpPr>
          <p:cNvPr id="10" name="Group 61"/>
          <p:cNvGrpSpPr>
            <a:grpSpLocks/>
          </p:cNvGrpSpPr>
          <p:nvPr/>
        </p:nvGrpSpPr>
        <p:grpSpPr bwMode="auto">
          <a:xfrm>
            <a:off x="1065484" y="4280808"/>
            <a:ext cx="1875038" cy="251989"/>
            <a:chOff x="2064" y="2304"/>
            <a:chExt cx="1632" cy="192"/>
          </a:xfrm>
          <a:solidFill>
            <a:srgbClr val="CCFFCC"/>
          </a:solidFill>
        </p:grpSpPr>
        <p:sp>
          <p:nvSpPr>
            <p:cNvPr id="218141" name="Rectangle 28"/>
            <p:cNvSpPr>
              <a:spLocks noChangeArrowheads="1"/>
            </p:cNvSpPr>
            <p:nvPr/>
          </p:nvSpPr>
          <p:spPr bwMode="auto">
            <a:xfrm>
              <a:off x="2064" y="2304"/>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8</a:t>
              </a:r>
            </a:p>
          </p:txBody>
        </p:sp>
        <p:sp>
          <p:nvSpPr>
            <p:cNvPr id="218142" name="Rectangle 27"/>
            <p:cNvSpPr>
              <a:spLocks noChangeArrowheads="1"/>
            </p:cNvSpPr>
            <p:nvPr/>
          </p:nvSpPr>
          <p:spPr bwMode="auto">
            <a:xfrm>
              <a:off x="2400" y="2304"/>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0(形参个数)</a:t>
              </a:r>
            </a:p>
          </p:txBody>
        </p:sp>
      </p:grpSp>
      <p:grpSp>
        <p:nvGrpSpPr>
          <p:cNvPr id="11" name="Group 62"/>
          <p:cNvGrpSpPr>
            <a:grpSpLocks/>
          </p:cNvGrpSpPr>
          <p:nvPr/>
        </p:nvGrpSpPr>
        <p:grpSpPr bwMode="auto">
          <a:xfrm>
            <a:off x="1065484" y="4028819"/>
            <a:ext cx="1875038" cy="251989"/>
            <a:chOff x="2064" y="2112"/>
            <a:chExt cx="1632" cy="192"/>
          </a:xfrm>
          <a:solidFill>
            <a:srgbClr val="CCFFCC"/>
          </a:solidFill>
        </p:grpSpPr>
        <p:sp>
          <p:nvSpPr>
            <p:cNvPr id="218139" name="Rectangle 31"/>
            <p:cNvSpPr>
              <a:spLocks noChangeArrowheads="1"/>
            </p:cNvSpPr>
            <p:nvPr/>
          </p:nvSpPr>
          <p:spPr bwMode="auto">
            <a:xfrm>
              <a:off x="2064" y="2112"/>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9</a:t>
              </a:r>
            </a:p>
          </p:txBody>
        </p:sp>
        <p:sp>
          <p:nvSpPr>
            <p:cNvPr id="218140" name="Rectangle 30"/>
            <p:cNvSpPr>
              <a:spLocks noChangeArrowheads="1"/>
            </p:cNvSpPr>
            <p:nvPr/>
          </p:nvSpPr>
          <p:spPr bwMode="auto">
            <a:xfrm>
              <a:off x="2400" y="2112"/>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grpSp>
      <p:grpSp>
        <p:nvGrpSpPr>
          <p:cNvPr id="12" name="Group 63"/>
          <p:cNvGrpSpPr>
            <a:grpSpLocks/>
          </p:cNvGrpSpPr>
          <p:nvPr/>
        </p:nvGrpSpPr>
        <p:grpSpPr bwMode="auto">
          <a:xfrm>
            <a:off x="1065484" y="3776830"/>
            <a:ext cx="1875038" cy="251989"/>
            <a:chOff x="2064" y="1920"/>
            <a:chExt cx="1632" cy="192"/>
          </a:xfrm>
          <a:solidFill>
            <a:srgbClr val="CCFFCC"/>
          </a:solidFill>
        </p:grpSpPr>
        <p:sp>
          <p:nvSpPr>
            <p:cNvPr id="218137" name="Rectangle 34"/>
            <p:cNvSpPr>
              <a:spLocks noChangeArrowheads="1"/>
            </p:cNvSpPr>
            <p:nvPr/>
          </p:nvSpPr>
          <p:spPr bwMode="auto">
            <a:xfrm>
              <a:off x="2064" y="192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10</a:t>
              </a:r>
            </a:p>
          </p:txBody>
        </p:sp>
        <p:sp>
          <p:nvSpPr>
            <p:cNvPr id="218138" name="Rectangle 33"/>
            <p:cNvSpPr>
              <a:spLocks noChangeArrowheads="1"/>
            </p:cNvSpPr>
            <p:nvPr/>
          </p:nvSpPr>
          <p:spPr bwMode="auto">
            <a:xfrm>
              <a:off x="2400" y="192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5</a:t>
              </a:r>
            </a:p>
          </p:txBody>
        </p:sp>
      </p:grpSp>
      <p:grpSp>
        <p:nvGrpSpPr>
          <p:cNvPr id="13" name="Group 64"/>
          <p:cNvGrpSpPr>
            <a:grpSpLocks/>
          </p:cNvGrpSpPr>
          <p:nvPr/>
        </p:nvGrpSpPr>
        <p:grpSpPr bwMode="auto">
          <a:xfrm>
            <a:off x="1065484" y="3524841"/>
            <a:ext cx="1875038" cy="251989"/>
            <a:chOff x="2064" y="1728"/>
            <a:chExt cx="1632" cy="192"/>
          </a:xfrm>
          <a:solidFill>
            <a:srgbClr val="CCFFCC"/>
          </a:solidFill>
        </p:grpSpPr>
        <p:sp>
          <p:nvSpPr>
            <p:cNvPr id="218135" name="Rectangle 44"/>
            <p:cNvSpPr>
              <a:spLocks noChangeArrowheads="1"/>
            </p:cNvSpPr>
            <p:nvPr/>
          </p:nvSpPr>
          <p:spPr bwMode="auto">
            <a:xfrm>
              <a:off x="2064" y="1728"/>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11</a:t>
              </a:r>
            </a:p>
          </p:txBody>
        </p:sp>
        <p:sp>
          <p:nvSpPr>
            <p:cNvPr id="218136" name="Rectangle 43"/>
            <p:cNvSpPr>
              <a:spLocks noChangeArrowheads="1"/>
            </p:cNvSpPr>
            <p:nvPr/>
          </p:nvSpPr>
          <p:spPr bwMode="auto">
            <a:xfrm>
              <a:off x="2400" y="1728"/>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grpSp>
      <p:grpSp>
        <p:nvGrpSpPr>
          <p:cNvPr id="14" name="Group 65"/>
          <p:cNvGrpSpPr>
            <a:grpSpLocks/>
          </p:cNvGrpSpPr>
          <p:nvPr/>
        </p:nvGrpSpPr>
        <p:grpSpPr bwMode="auto">
          <a:xfrm>
            <a:off x="1065484" y="3272852"/>
            <a:ext cx="1875038" cy="251989"/>
            <a:chOff x="2064" y="1536"/>
            <a:chExt cx="1632" cy="192"/>
          </a:xfrm>
          <a:solidFill>
            <a:srgbClr val="CCFFCC"/>
          </a:solidFill>
        </p:grpSpPr>
        <p:sp>
          <p:nvSpPr>
            <p:cNvPr id="218133" name="Rectangle 47"/>
            <p:cNvSpPr>
              <a:spLocks noChangeArrowheads="1"/>
            </p:cNvSpPr>
            <p:nvPr/>
          </p:nvSpPr>
          <p:spPr bwMode="auto">
            <a:xfrm>
              <a:off x="2064" y="1536"/>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12</a:t>
              </a:r>
            </a:p>
          </p:txBody>
        </p:sp>
        <p:sp>
          <p:nvSpPr>
            <p:cNvPr id="218134" name="Rectangle 46"/>
            <p:cNvSpPr>
              <a:spLocks noChangeArrowheads="1"/>
            </p:cNvSpPr>
            <p:nvPr/>
          </p:nvSpPr>
          <p:spPr bwMode="auto">
            <a:xfrm>
              <a:off x="2400" y="1536"/>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grpSp>
      <p:sp>
        <p:nvSpPr>
          <p:cNvPr id="77875" name="Freeform 51"/>
          <p:cNvSpPr>
            <a:spLocks/>
          </p:cNvSpPr>
          <p:nvPr/>
        </p:nvSpPr>
        <p:spPr bwMode="auto">
          <a:xfrm>
            <a:off x="939800" y="5162550"/>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47" name="Rectangle 42"/>
          <p:cNvSpPr>
            <a:spLocks noChangeArrowheads="1"/>
          </p:cNvSpPr>
          <p:nvPr/>
        </p:nvSpPr>
        <p:spPr bwMode="auto">
          <a:xfrm>
            <a:off x="604838" y="5241925"/>
            <a:ext cx="336550"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50" name="文本框 49"/>
          <p:cNvSpPr txBox="1"/>
          <p:nvPr/>
        </p:nvSpPr>
        <p:spPr>
          <a:xfrm>
            <a:off x="1337534" y="5165778"/>
            <a:ext cx="64472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rPr>
              <a:t>P</a:t>
            </a:r>
            <a:endParaRPr lang="zh-CN" altLang="en-US"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endParaRPr>
          </a:p>
        </p:txBody>
      </p:sp>
      <p:sp>
        <p:nvSpPr>
          <p:cNvPr id="51" name="文本框 50"/>
          <p:cNvSpPr txBox="1"/>
          <p:nvPr/>
        </p:nvSpPr>
        <p:spPr>
          <a:xfrm>
            <a:off x="1350712" y="3132836"/>
            <a:ext cx="606256"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rPr>
              <a:t>S</a:t>
            </a:r>
            <a:endParaRPr lang="zh-CN" altLang="en-US"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endParaRPr>
          </a:p>
        </p:txBody>
      </p:sp>
      <p:pic>
        <p:nvPicPr>
          <p:cNvPr id="570389" name="图片 4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图片 48"/>
          <p:cNvPicPr>
            <a:picLocks noChangeAspect="1"/>
          </p:cNvPicPr>
          <p:nvPr/>
        </p:nvPicPr>
        <p:blipFill>
          <a:blip r:embed="rId4"/>
          <a:stretch>
            <a:fillRect/>
          </a:stretch>
        </p:blipFill>
        <p:spPr>
          <a:xfrm>
            <a:off x="8108964" y="-44933"/>
            <a:ext cx="1796000" cy="2547315"/>
          </a:xfrm>
          <a:prstGeom prst="rect">
            <a:avLst/>
          </a:prstGeom>
        </p:spPr>
      </p:pic>
      <p:sp>
        <p:nvSpPr>
          <p:cNvPr id="16" name="灯片编号占位符 15">
            <a:extLst>
              <a:ext uri="{FF2B5EF4-FFF2-40B4-BE49-F238E27FC236}">
                <a16:creationId xmlns:a16="http://schemas.microsoft.com/office/drawing/2014/main" id="{BB3C9A13-C91B-04A9-A3FB-3BDF9FCF0282}"/>
              </a:ext>
            </a:extLst>
          </p:cNvPr>
          <p:cNvSpPr>
            <a:spLocks noGrp="1"/>
          </p:cNvSpPr>
          <p:nvPr>
            <p:ph type="sldNum" sz="quarter" idx="12"/>
          </p:nvPr>
        </p:nvSpPr>
        <p:spPr/>
        <p:txBody>
          <a:bodyPr/>
          <a:lstStyle/>
          <a:p>
            <a:pPr>
              <a:defRPr/>
            </a:pPr>
            <a:fld id="{B2599DD8-4CDD-4FEA-8A1D-1BA6D312351B}" type="slidenum">
              <a:rPr lang="en-US" smtClean="0"/>
              <a:pPr>
                <a:defRPr/>
              </a:pPr>
              <a:t>65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7872"/>
                                        </p:tgtEl>
                                        <p:attrNameLst>
                                          <p:attrName>style.visibility</p:attrName>
                                        </p:attrNameLst>
                                      </p:cBhvr>
                                      <p:to>
                                        <p:strVal val="visible"/>
                                      </p:to>
                                    </p:set>
                                    <p:animEffect transition="in" filter="wipe(down)">
                                      <p:cBhvr>
                                        <p:cTn id="52" dur="500"/>
                                        <p:tgtEl>
                                          <p:spTgt spid="7787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7873"/>
                                        </p:tgtEl>
                                        <p:attrNameLst>
                                          <p:attrName>style.visibility</p:attrName>
                                        </p:attrNameLst>
                                      </p:cBhvr>
                                      <p:to>
                                        <p:strVal val="visible"/>
                                      </p:to>
                                    </p:set>
                                    <p:animEffect transition="in" filter="wipe(down)">
                                      <p:cBhvr>
                                        <p:cTn id="57" dur="500"/>
                                        <p:tgtEl>
                                          <p:spTgt spid="7787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77875"/>
                                        </p:tgtEl>
                                        <p:attrNameLst>
                                          <p:attrName>style.visibility</p:attrName>
                                        </p:attrNameLst>
                                      </p:cBhvr>
                                      <p:to>
                                        <p:strVal val="visible"/>
                                      </p:to>
                                    </p:set>
                                    <p:animEffect transition="in" filter="wipe(up)">
                                      <p:cBhvr>
                                        <p:cTn id="62" dur="500"/>
                                        <p:tgtEl>
                                          <p:spTgt spid="7787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wipe(up)">
                                      <p:cBhvr>
                                        <p:cTn id="6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72" grpId="0" autoUpdateAnimBg="0"/>
      <p:bldP spid="77873" grpId="0" autoUpdateAnimBg="0"/>
      <p:bldP spid="47" grpId="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20163" name="Group 2"/>
          <p:cNvGrpSpPr>
            <a:grpSpLocks/>
          </p:cNvGrpSpPr>
          <p:nvPr/>
        </p:nvGrpSpPr>
        <p:grpSpPr bwMode="auto">
          <a:xfrm>
            <a:off x="1068474" y="6299729"/>
            <a:ext cx="1875038" cy="251989"/>
            <a:chOff x="2256" y="2640"/>
            <a:chExt cx="1632" cy="192"/>
          </a:xfrm>
          <a:solidFill>
            <a:srgbClr val="FFCC99"/>
          </a:solidFill>
        </p:grpSpPr>
        <p:sp>
          <p:nvSpPr>
            <p:cNvPr id="220230" name="Rectangle 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0231" name="Rectangle 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220164" name="Group 5"/>
          <p:cNvGrpSpPr>
            <a:grpSpLocks/>
          </p:cNvGrpSpPr>
          <p:nvPr/>
        </p:nvGrpSpPr>
        <p:grpSpPr bwMode="auto">
          <a:xfrm>
            <a:off x="1068474" y="6047740"/>
            <a:ext cx="1875038" cy="251989"/>
            <a:chOff x="2256" y="2640"/>
            <a:chExt cx="1632" cy="192"/>
          </a:xfrm>
          <a:solidFill>
            <a:srgbClr val="FFCC99"/>
          </a:solidFill>
        </p:grpSpPr>
        <p:sp>
          <p:nvSpPr>
            <p:cNvPr id="220228" name="Rectangle 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0229" name="Rectangle 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a:t>
              </a:r>
            </a:p>
          </p:txBody>
        </p:sp>
      </p:grpSp>
      <p:grpSp>
        <p:nvGrpSpPr>
          <p:cNvPr id="220165" name="Group 8"/>
          <p:cNvGrpSpPr>
            <a:grpSpLocks/>
          </p:cNvGrpSpPr>
          <p:nvPr/>
        </p:nvGrpSpPr>
        <p:grpSpPr bwMode="auto">
          <a:xfrm>
            <a:off x="1068474" y="5795750"/>
            <a:ext cx="1875038" cy="251989"/>
            <a:chOff x="2256" y="2640"/>
            <a:chExt cx="1632" cy="192"/>
          </a:xfrm>
          <a:solidFill>
            <a:srgbClr val="FFCC99"/>
          </a:solidFill>
        </p:grpSpPr>
        <p:sp>
          <p:nvSpPr>
            <p:cNvPr id="220226" name="Rectangle 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0(</a:t>
              </a:r>
              <a:r>
                <a:rPr kumimoji="1" lang="en-US" altLang="zh-CN" sz="1653" b="1" dirty="0">
                  <a:solidFill>
                    <a:srgbClr val="FF3300"/>
                  </a:solidFill>
                  <a:latin typeface="Times New Roman" panose="02020603050405020304" pitchFamily="18" charset="0"/>
                  <a:ea typeface="宋体" panose="02010600030101010101" pitchFamily="2" charset="-122"/>
                  <a:cs typeface="+mn-cs"/>
                </a:rPr>
                <a:t>Display)</a:t>
              </a:r>
            </a:p>
          </p:txBody>
        </p:sp>
        <p:sp>
          <p:nvSpPr>
            <p:cNvPr id="220227" name="Rectangle 1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a:t>
              </a:r>
            </a:p>
          </p:txBody>
        </p:sp>
      </p:grpSp>
      <p:grpSp>
        <p:nvGrpSpPr>
          <p:cNvPr id="220166" name="Group 11"/>
          <p:cNvGrpSpPr>
            <a:grpSpLocks/>
          </p:cNvGrpSpPr>
          <p:nvPr/>
        </p:nvGrpSpPr>
        <p:grpSpPr bwMode="auto">
          <a:xfrm>
            <a:off x="1068474" y="5543761"/>
            <a:ext cx="1875038" cy="251989"/>
            <a:chOff x="2256" y="2640"/>
            <a:chExt cx="1632" cy="192"/>
          </a:xfrm>
          <a:solidFill>
            <a:srgbClr val="FFCC99"/>
          </a:solidFill>
        </p:grpSpPr>
        <p:sp>
          <p:nvSpPr>
            <p:cNvPr id="220224" name="Rectangle 1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a</a:t>
              </a:r>
            </a:p>
          </p:txBody>
        </p:sp>
        <p:sp>
          <p:nvSpPr>
            <p:cNvPr id="220225" name="Rectangle 1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a:t>
              </a:r>
            </a:p>
          </p:txBody>
        </p:sp>
      </p:grpSp>
      <p:grpSp>
        <p:nvGrpSpPr>
          <p:cNvPr id="220167" name="Group 14"/>
          <p:cNvGrpSpPr>
            <a:grpSpLocks/>
          </p:cNvGrpSpPr>
          <p:nvPr/>
        </p:nvGrpSpPr>
        <p:grpSpPr bwMode="auto">
          <a:xfrm>
            <a:off x="1068474" y="5291772"/>
            <a:ext cx="1875038" cy="251989"/>
            <a:chOff x="2256" y="2640"/>
            <a:chExt cx="1632" cy="192"/>
          </a:xfrm>
          <a:solidFill>
            <a:srgbClr val="FFCC99"/>
          </a:solidFill>
        </p:grpSpPr>
        <p:sp>
          <p:nvSpPr>
            <p:cNvPr id="220222" name="Rectangle 1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x</a:t>
              </a:r>
            </a:p>
          </p:txBody>
        </p:sp>
        <p:sp>
          <p:nvSpPr>
            <p:cNvPr id="220223" name="Rectangle 1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a:t>
              </a:r>
            </a:p>
          </p:txBody>
        </p:sp>
      </p:grpSp>
      <p:grpSp>
        <p:nvGrpSpPr>
          <p:cNvPr id="220168" name="Group 17"/>
          <p:cNvGrpSpPr>
            <a:grpSpLocks/>
          </p:cNvGrpSpPr>
          <p:nvPr/>
        </p:nvGrpSpPr>
        <p:grpSpPr bwMode="auto">
          <a:xfrm>
            <a:off x="1068474" y="5039783"/>
            <a:ext cx="1875038" cy="251989"/>
            <a:chOff x="2256" y="2640"/>
            <a:chExt cx="1632" cy="192"/>
          </a:xfrm>
          <a:solidFill>
            <a:srgbClr val="CCFFCC"/>
          </a:solidFill>
        </p:grpSpPr>
        <p:sp>
          <p:nvSpPr>
            <p:cNvPr id="220220"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0221"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5</a:t>
              </a:r>
            </a:p>
          </p:txBody>
        </p:sp>
      </p:grpSp>
      <p:grpSp>
        <p:nvGrpSpPr>
          <p:cNvPr id="220169" name="Group 20"/>
          <p:cNvGrpSpPr>
            <a:grpSpLocks/>
          </p:cNvGrpSpPr>
          <p:nvPr/>
        </p:nvGrpSpPr>
        <p:grpSpPr bwMode="auto">
          <a:xfrm>
            <a:off x="1068474" y="4787794"/>
            <a:ext cx="1875038" cy="251989"/>
            <a:chOff x="2256" y="2640"/>
            <a:chExt cx="1632" cy="192"/>
          </a:xfrm>
          <a:solidFill>
            <a:srgbClr val="CCFFCC"/>
          </a:solidFill>
        </p:grpSpPr>
        <p:sp>
          <p:nvSpPr>
            <p:cNvPr id="220218"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0219"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6</a:t>
              </a:r>
            </a:p>
          </p:txBody>
        </p:sp>
      </p:grpSp>
      <p:grpSp>
        <p:nvGrpSpPr>
          <p:cNvPr id="220170" name="Group 23"/>
          <p:cNvGrpSpPr>
            <a:grpSpLocks/>
          </p:cNvGrpSpPr>
          <p:nvPr/>
        </p:nvGrpSpPr>
        <p:grpSpPr bwMode="auto">
          <a:xfrm>
            <a:off x="1068474" y="4535805"/>
            <a:ext cx="1875038" cy="251989"/>
            <a:chOff x="2256" y="2640"/>
            <a:chExt cx="1632" cy="192"/>
          </a:xfrm>
          <a:solidFill>
            <a:srgbClr val="CCFFCC"/>
          </a:solidFill>
        </p:grpSpPr>
        <p:sp>
          <p:nvSpPr>
            <p:cNvPr id="220216"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2(全局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zh-CN" altLang="en-US" sz="1653" b="1" dirty="0">
                <a:solidFill>
                  <a:srgbClr val="0000FF"/>
                </a:solidFill>
                <a:latin typeface="Times New Roman" panose="02020603050405020304" pitchFamily="18" charset="0"/>
                <a:ea typeface="宋体" panose="02010600030101010101" pitchFamily="2" charset="-122"/>
                <a:cs typeface="+mn-cs"/>
              </a:endParaRPr>
            </a:p>
          </p:txBody>
        </p:sp>
        <p:sp>
          <p:nvSpPr>
            <p:cNvPr id="220217"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7</a:t>
              </a:r>
            </a:p>
          </p:txBody>
        </p:sp>
      </p:grpSp>
      <p:grpSp>
        <p:nvGrpSpPr>
          <p:cNvPr id="220171" name="Group 26"/>
          <p:cNvGrpSpPr>
            <a:grpSpLocks/>
          </p:cNvGrpSpPr>
          <p:nvPr/>
        </p:nvGrpSpPr>
        <p:grpSpPr bwMode="auto">
          <a:xfrm>
            <a:off x="1068474" y="4283815"/>
            <a:ext cx="1875038" cy="251989"/>
            <a:chOff x="2256" y="2640"/>
            <a:chExt cx="1632" cy="192"/>
          </a:xfrm>
          <a:solidFill>
            <a:srgbClr val="CCFFCC"/>
          </a:solidFill>
        </p:grpSpPr>
        <p:sp>
          <p:nvSpPr>
            <p:cNvPr id="220214"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0(形参个数)</a:t>
              </a:r>
            </a:p>
          </p:txBody>
        </p:sp>
        <p:sp>
          <p:nvSpPr>
            <p:cNvPr id="220215"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8</a:t>
              </a:r>
            </a:p>
          </p:txBody>
        </p:sp>
      </p:grpSp>
      <p:grpSp>
        <p:nvGrpSpPr>
          <p:cNvPr id="220172" name="Group 29"/>
          <p:cNvGrpSpPr>
            <a:grpSpLocks/>
          </p:cNvGrpSpPr>
          <p:nvPr/>
        </p:nvGrpSpPr>
        <p:grpSpPr bwMode="auto">
          <a:xfrm>
            <a:off x="1068474" y="4031826"/>
            <a:ext cx="1875038" cy="251989"/>
            <a:chOff x="2256" y="2640"/>
            <a:chExt cx="1632" cy="192"/>
          </a:xfrm>
          <a:solidFill>
            <a:srgbClr val="CCFFCC"/>
          </a:solidFill>
        </p:grpSpPr>
        <p:sp>
          <p:nvSpPr>
            <p:cNvPr id="220212"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0213"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9</a:t>
              </a:r>
            </a:p>
          </p:txBody>
        </p:sp>
      </p:grpSp>
      <p:grpSp>
        <p:nvGrpSpPr>
          <p:cNvPr id="220173" name="Group 32"/>
          <p:cNvGrpSpPr>
            <a:grpSpLocks/>
          </p:cNvGrpSpPr>
          <p:nvPr/>
        </p:nvGrpSpPr>
        <p:grpSpPr bwMode="auto">
          <a:xfrm>
            <a:off x="1068474" y="3779837"/>
            <a:ext cx="1875038" cy="251989"/>
            <a:chOff x="2256" y="2640"/>
            <a:chExt cx="1632" cy="192"/>
          </a:xfrm>
          <a:solidFill>
            <a:srgbClr val="CCFFCC"/>
          </a:solidFill>
        </p:grpSpPr>
        <p:sp>
          <p:nvSpPr>
            <p:cNvPr id="220210"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5</a:t>
              </a:r>
            </a:p>
          </p:txBody>
        </p:sp>
        <p:sp>
          <p:nvSpPr>
            <p:cNvPr id="220211"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10</a:t>
              </a:r>
            </a:p>
          </p:txBody>
        </p:sp>
      </p:grpSp>
      <p:grpSp>
        <p:nvGrpSpPr>
          <p:cNvPr id="220175" name="Group 36"/>
          <p:cNvGrpSpPr>
            <a:grpSpLocks/>
          </p:cNvGrpSpPr>
          <p:nvPr/>
        </p:nvGrpSpPr>
        <p:grpSpPr bwMode="auto">
          <a:xfrm>
            <a:off x="1068474" y="3527848"/>
            <a:ext cx="1875038" cy="251989"/>
            <a:chOff x="2256" y="2640"/>
            <a:chExt cx="1632" cy="192"/>
          </a:xfrm>
          <a:solidFill>
            <a:srgbClr val="CCFFCC"/>
          </a:solidFill>
        </p:grpSpPr>
        <p:sp>
          <p:nvSpPr>
            <p:cNvPr id="220208" name="Rectangle 3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0209" name="Rectangle 3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11</a:t>
              </a:r>
            </a:p>
          </p:txBody>
        </p:sp>
      </p:grpSp>
      <p:grpSp>
        <p:nvGrpSpPr>
          <p:cNvPr id="220176" name="Group 39"/>
          <p:cNvGrpSpPr>
            <a:grpSpLocks/>
          </p:cNvGrpSpPr>
          <p:nvPr/>
        </p:nvGrpSpPr>
        <p:grpSpPr bwMode="auto">
          <a:xfrm>
            <a:off x="1068474" y="3275859"/>
            <a:ext cx="1875038" cy="251989"/>
            <a:chOff x="2256" y="2640"/>
            <a:chExt cx="1632" cy="192"/>
          </a:xfrm>
          <a:solidFill>
            <a:srgbClr val="CCFFCC"/>
          </a:solidFill>
        </p:grpSpPr>
        <p:sp>
          <p:nvSpPr>
            <p:cNvPr id="220206" name="Rectangle 4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sp>
          <p:nvSpPr>
            <p:cNvPr id="220207" name="Rectangle 4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12</a:t>
              </a:r>
            </a:p>
          </p:txBody>
        </p:sp>
      </p:grpSp>
      <p:grpSp>
        <p:nvGrpSpPr>
          <p:cNvPr id="15" name="Group 46"/>
          <p:cNvGrpSpPr>
            <a:grpSpLocks/>
          </p:cNvGrpSpPr>
          <p:nvPr/>
        </p:nvGrpSpPr>
        <p:grpSpPr bwMode="auto">
          <a:xfrm>
            <a:off x="1068474" y="3023870"/>
            <a:ext cx="1875038" cy="251989"/>
            <a:chOff x="2256" y="2640"/>
            <a:chExt cx="1632" cy="192"/>
          </a:xfrm>
          <a:solidFill>
            <a:schemeClr val="tx2">
              <a:lumMod val="40000"/>
              <a:lumOff val="60000"/>
            </a:schemeClr>
          </a:solidFill>
        </p:grpSpPr>
        <p:sp>
          <p:nvSpPr>
            <p:cNvPr id="220204" name="Rectangle 4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5</a:t>
              </a:r>
            </a:p>
          </p:txBody>
        </p:sp>
        <p:sp>
          <p:nvSpPr>
            <p:cNvPr id="220205" name="Rectangle 48"/>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13</a:t>
              </a:r>
            </a:p>
          </p:txBody>
        </p:sp>
      </p:grpSp>
      <p:grpSp>
        <p:nvGrpSpPr>
          <p:cNvPr id="16" name="Group 49"/>
          <p:cNvGrpSpPr>
            <a:grpSpLocks/>
          </p:cNvGrpSpPr>
          <p:nvPr/>
        </p:nvGrpSpPr>
        <p:grpSpPr bwMode="auto">
          <a:xfrm>
            <a:off x="1068474" y="2771880"/>
            <a:ext cx="1875038" cy="251989"/>
            <a:chOff x="2256" y="2640"/>
            <a:chExt cx="1632" cy="192"/>
          </a:xfrm>
          <a:solidFill>
            <a:schemeClr val="tx2">
              <a:lumMod val="40000"/>
              <a:lumOff val="60000"/>
            </a:schemeClr>
          </a:solidFill>
        </p:grpSpPr>
        <p:sp>
          <p:nvSpPr>
            <p:cNvPr id="220202" name="Rectangle 5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0203" name="Rectangle 51"/>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14</a:t>
              </a:r>
            </a:p>
          </p:txBody>
        </p:sp>
      </p:grpSp>
      <p:grpSp>
        <p:nvGrpSpPr>
          <p:cNvPr id="17" name="Group 52"/>
          <p:cNvGrpSpPr>
            <a:grpSpLocks/>
          </p:cNvGrpSpPr>
          <p:nvPr/>
        </p:nvGrpSpPr>
        <p:grpSpPr bwMode="auto">
          <a:xfrm>
            <a:off x="1068474" y="2519891"/>
            <a:ext cx="1875038" cy="251989"/>
            <a:chOff x="2256" y="2640"/>
            <a:chExt cx="1632" cy="192"/>
          </a:xfrm>
          <a:solidFill>
            <a:schemeClr val="tx2">
              <a:lumMod val="40000"/>
              <a:lumOff val="60000"/>
            </a:schemeClr>
          </a:solidFill>
        </p:grpSpPr>
        <p:sp>
          <p:nvSpPr>
            <p:cNvPr id="220200" name="Rectangle 5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9(全局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0201" name="Rectangle 54"/>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15</a:t>
              </a:r>
            </a:p>
          </p:txBody>
        </p:sp>
      </p:grpSp>
      <p:grpSp>
        <p:nvGrpSpPr>
          <p:cNvPr id="18" name="Group 55"/>
          <p:cNvGrpSpPr>
            <a:grpSpLocks/>
          </p:cNvGrpSpPr>
          <p:nvPr/>
        </p:nvGrpSpPr>
        <p:grpSpPr bwMode="auto">
          <a:xfrm>
            <a:off x="1068474" y="2267902"/>
            <a:ext cx="1875038" cy="251989"/>
            <a:chOff x="2256" y="2640"/>
            <a:chExt cx="1632" cy="192"/>
          </a:xfrm>
          <a:solidFill>
            <a:schemeClr val="tx2">
              <a:lumMod val="40000"/>
              <a:lumOff val="60000"/>
            </a:schemeClr>
          </a:solidFill>
        </p:grpSpPr>
        <p:sp>
          <p:nvSpPr>
            <p:cNvPr id="220198" name="Rectangle 5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0199" name="Rectangle 57"/>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16</a:t>
              </a:r>
            </a:p>
          </p:txBody>
        </p:sp>
      </p:grpSp>
      <p:grpSp>
        <p:nvGrpSpPr>
          <p:cNvPr id="19" name="Group 58"/>
          <p:cNvGrpSpPr>
            <a:grpSpLocks/>
          </p:cNvGrpSpPr>
          <p:nvPr/>
        </p:nvGrpSpPr>
        <p:grpSpPr bwMode="auto">
          <a:xfrm>
            <a:off x="1068474" y="2015913"/>
            <a:ext cx="1875038" cy="251989"/>
            <a:chOff x="2256" y="2640"/>
            <a:chExt cx="1632" cy="192"/>
          </a:xfrm>
          <a:solidFill>
            <a:schemeClr val="tx2">
              <a:lumMod val="40000"/>
              <a:lumOff val="60000"/>
            </a:schemeClr>
          </a:solidFill>
        </p:grpSpPr>
        <p:sp>
          <p:nvSpPr>
            <p:cNvPr id="220196" name="Rectangle 5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b</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0197" name="Rectangle 60"/>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17</a:t>
              </a:r>
            </a:p>
          </p:txBody>
        </p:sp>
      </p:grpSp>
      <p:grpSp>
        <p:nvGrpSpPr>
          <p:cNvPr id="20" name="Group 61"/>
          <p:cNvGrpSpPr>
            <a:grpSpLocks/>
          </p:cNvGrpSpPr>
          <p:nvPr/>
        </p:nvGrpSpPr>
        <p:grpSpPr bwMode="auto">
          <a:xfrm>
            <a:off x="1068474" y="1763924"/>
            <a:ext cx="1875038" cy="251989"/>
            <a:chOff x="2256" y="2640"/>
            <a:chExt cx="1632" cy="192"/>
          </a:xfrm>
          <a:solidFill>
            <a:schemeClr val="tx2">
              <a:lumMod val="40000"/>
              <a:lumOff val="60000"/>
            </a:schemeClr>
          </a:solidFill>
        </p:grpSpPr>
        <p:sp>
          <p:nvSpPr>
            <p:cNvPr id="220194" name="Rectangle 6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0195" name="Rectangle 63"/>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18</a:t>
              </a:r>
            </a:p>
          </p:txBody>
        </p:sp>
      </p:grpSp>
      <p:grpSp>
        <p:nvGrpSpPr>
          <p:cNvPr id="21" name="Group 64"/>
          <p:cNvGrpSpPr>
            <a:grpSpLocks/>
          </p:cNvGrpSpPr>
          <p:nvPr/>
        </p:nvGrpSpPr>
        <p:grpSpPr bwMode="auto">
          <a:xfrm>
            <a:off x="1068474" y="1511935"/>
            <a:ext cx="1875038" cy="251989"/>
            <a:chOff x="2256" y="2640"/>
            <a:chExt cx="1632" cy="192"/>
          </a:xfrm>
          <a:solidFill>
            <a:schemeClr val="tx2">
              <a:lumMod val="40000"/>
              <a:lumOff val="60000"/>
            </a:schemeClr>
          </a:solidFill>
        </p:grpSpPr>
        <p:sp>
          <p:nvSpPr>
            <p:cNvPr id="220192" name="Rectangle 6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0193" name="Rectangle 66"/>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19</a:t>
              </a:r>
            </a:p>
          </p:txBody>
        </p:sp>
      </p:grpSp>
      <p:grpSp>
        <p:nvGrpSpPr>
          <p:cNvPr id="22" name="Group 67"/>
          <p:cNvGrpSpPr>
            <a:grpSpLocks/>
          </p:cNvGrpSpPr>
          <p:nvPr/>
        </p:nvGrpSpPr>
        <p:grpSpPr bwMode="auto">
          <a:xfrm>
            <a:off x="1068474" y="1259945"/>
            <a:ext cx="1875038" cy="251989"/>
            <a:chOff x="2256" y="2640"/>
            <a:chExt cx="1632" cy="192"/>
          </a:xfrm>
          <a:solidFill>
            <a:schemeClr val="tx2">
              <a:lumMod val="40000"/>
              <a:lumOff val="60000"/>
            </a:schemeClr>
          </a:solidFill>
        </p:grpSpPr>
        <p:sp>
          <p:nvSpPr>
            <p:cNvPr id="220190" name="Rectangle 6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sp>
          <p:nvSpPr>
            <p:cNvPr id="220191" name="Rectangle 69"/>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20</a:t>
              </a:r>
            </a:p>
          </p:txBody>
        </p:sp>
      </p:grpSp>
      <p:sp>
        <p:nvSpPr>
          <p:cNvPr id="81990" name="Rectangle 70"/>
          <p:cNvSpPr>
            <a:spLocks noChangeArrowheads="1"/>
          </p:cNvSpPr>
          <p:nvPr/>
        </p:nvSpPr>
        <p:spPr bwMode="auto">
          <a:xfrm>
            <a:off x="-3175" y="1322388"/>
            <a:ext cx="1071563"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81991" name="Rectangle 71"/>
          <p:cNvSpPr>
            <a:spLocks noChangeArrowheads="1"/>
          </p:cNvSpPr>
          <p:nvPr/>
        </p:nvSpPr>
        <p:spPr bwMode="auto">
          <a:xfrm>
            <a:off x="123825" y="2960688"/>
            <a:ext cx="10699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81992" name="Freeform 72"/>
          <p:cNvSpPr>
            <a:spLocks/>
          </p:cNvSpPr>
          <p:nvPr/>
        </p:nvSpPr>
        <p:spPr bwMode="auto">
          <a:xfrm>
            <a:off x="942975" y="3213100"/>
            <a:ext cx="188913" cy="18891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220189" name="Freeform 45"/>
          <p:cNvSpPr>
            <a:spLocks/>
          </p:cNvSpPr>
          <p:nvPr/>
        </p:nvSpPr>
        <p:spPr bwMode="auto">
          <a:xfrm>
            <a:off x="942975" y="5165725"/>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72" name="Rectangle 42"/>
          <p:cNvSpPr>
            <a:spLocks noChangeArrowheads="1"/>
          </p:cNvSpPr>
          <p:nvPr/>
        </p:nvSpPr>
        <p:spPr bwMode="auto">
          <a:xfrm>
            <a:off x="604838" y="5326063"/>
            <a:ext cx="336550"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77" name="文本框 76"/>
          <p:cNvSpPr txBox="1"/>
          <p:nvPr/>
        </p:nvSpPr>
        <p:spPr>
          <a:xfrm>
            <a:off x="1371183" y="1114363"/>
            <a:ext cx="75693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rPr>
              <a:t>Q</a:t>
            </a:r>
            <a:endParaRPr lang="zh-CN" altLang="en-US"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endParaRPr>
          </a:p>
        </p:txBody>
      </p:sp>
      <p:sp>
        <p:nvSpPr>
          <p:cNvPr id="78" name="文本框 77"/>
          <p:cNvSpPr txBox="1"/>
          <p:nvPr/>
        </p:nvSpPr>
        <p:spPr>
          <a:xfrm>
            <a:off x="1337534" y="5165778"/>
            <a:ext cx="64472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rPr>
              <a:t>P</a:t>
            </a:r>
            <a:endParaRPr lang="zh-CN" altLang="en-US"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endParaRPr>
          </a:p>
        </p:txBody>
      </p:sp>
      <p:sp>
        <p:nvSpPr>
          <p:cNvPr id="79" name="文本框 78"/>
          <p:cNvSpPr txBox="1"/>
          <p:nvPr/>
        </p:nvSpPr>
        <p:spPr>
          <a:xfrm>
            <a:off x="1350712" y="3132836"/>
            <a:ext cx="606256"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rPr>
              <a:t>S</a:t>
            </a:r>
            <a:endParaRPr lang="zh-CN" altLang="en-US"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endParaRPr>
          </a:p>
        </p:txBody>
      </p:sp>
      <p:pic>
        <p:nvPicPr>
          <p:cNvPr id="572447" name="图片 7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74"/>
          <p:cNvPicPr>
            <a:picLocks noChangeAspect="1"/>
          </p:cNvPicPr>
          <p:nvPr/>
        </p:nvPicPr>
        <p:blipFill>
          <a:blip r:embed="rId4"/>
          <a:stretch>
            <a:fillRect/>
          </a:stretch>
        </p:blipFill>
        <p:spPr>
          <a:xfrm>
            <a:off x="8108964" y="-44933"/>
            <a:ext cx="1796000" cy="2547315"/>
          </a:xfrm>
          <a:prstGeom prst="rect">
            <a:avLst/>
          </a:prstGeom>
        </p:spPr>
      </p:pic>
      <p:sp>
        <p:nvSpPr>
          <p:cNvPr id="3" name="灯片编号占位符 2">
            <a:extLst>
              <a:ext uri="{FF2B5EF4-FFF2-40B4-BE49-F238E27FC236}">
                <a16:creationId xmlns:a16="http://schemas.microsoft.com/office/drawing/2014/main" id="{15C21796-0F5D-D0AA-856B-FBD3BCC69003}"/>
              </a:ext>
            </a:extLst>
          </p:cNvPr>
          <p:cNvSpPr>
            <a:spLocks noGrp="1"/>
          </p:cNvSpPr>
          <p:nvPr>
            <p:ph type="sldNum" sz="quarter" idx="12"/>
          </p:nvPr>
        </p:nvSpPr>
        <p:spPr/>
        <p:txBody>
          <a:bodyPr/>
          <a:lstStyle/>
          <a:p>
            <a:pPr>
              <a:defRPr/>
            </a:pPr>
            <a:fld id="{B2599DD8-4CDD-4FEA-8A1D-1BA6D312351B}" type="slidenum">
              <a:rPr lang="en-US" smtClean="0"/>
              <a:pPr>
                <a:defRPr/>
              </a:pPr>
              <a:t>66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down)">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down)">
                                      <p:cBhvr>
                                        <p:cTn id="42" dur="500"/>
                                        <p:tgtEl>
                                          <p:spTgt spid="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500"/>
                                        <p:tgtEl>
                                          <p:spTgt spid="2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1990"/>
                                        </p:tgtEl>
                                        <p:attrNameLst>
                                          <p:attrName>style.visibility</p:attrName>
                                        </p:attrNameLst>
                                      </p:cBhvr>
                                      <p:to>
                                        <p:strVal val="visible"/>
                                      </p:to>
                                    </p:set>
                                    <p:animEffect transition="in" filter="dissolve">
                                      <p:cBhvr>
                                        <p:cTn id="52" dur="500"/>
                                        <p:tgtEl>
                                          <p:spTgt spid="8199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1991"/>
                                        </p:tgtEl>
                                        <p:attrNameLst>
                                          <p:attrName>style.visibility</p:attrName>
                                        </p:attrNameLst>
                                      </p:cBhvr>
                                      <p:to>
                                        <p:strVal val="visible"/>
                                      </p:to>
                                    </p:set>
                                    <p:animEffect transition="in" filter="dissolve">
                                      <p:cBhvr>
                                        <p:cTn id="57" dur="500"/>
                                        <p:tgtEl>
                                          <p:spTgt spid="8199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81992"/>
                                        </p:tgtEl>
                                        <p:attrNameLst>
                                          <p:attrName>style.visibility</p:attrName>
                                        </p:attrNameLst>
                                      </p:cBhvr>
                                      <p:to>
                                        <p:strVal val="visible"/>
                                      </p:to>
                                    </p:set>
                                    <p:animEffect transition="in" filter="wipe(up)">
                                      <p:cBhvr>
                                        <p:cTn id="62" dur="500"/>
                                        <p:tgtEl>
                                          <p:spTgt spid="81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0" grpId="0" autoUpdateAnimBg="0"/>
      <p:bldP spid="81991"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22211" name="Group 2"/>
          <p:cNvGrpSpPr>
            <a:grpSpLocks/>
          </p:cNvGrpSpPr>
          <p:nvPr/>
        </p:nvGrpSpPr>
        <p:grpSpPr bwMode="auto">
          <a:xfrm>
            <a:off x="390510" y="6299729"/>
            <a:ext cx="1875038" cy="251989"/>
            <a:chOff x="2256" y="2640"/>
            <a:chExt cx="1632" cy="192"/>
          </a:xfrm>
          <a:solidFill>
            <a:srgbClr val="FFCC99"/>
          </a:solidFill>
        </p:grpSpPr>
        <p:sp>
          <p:nvSpPr>
            <p:cNvPr id="222312" name="Rectangle 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2313" name="Rectangle 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222212" name="Group 5"/>
          <p:cNvGrpSpPr>
            <a:grpSpLocks/>
          </p:cNvGrpSpPr>
          <p:nvPr/>
        </p:nvGrpSpPr>
        <p:grpSpPr bwMode="auto">
          <a:xfrm>
            <a:off x="390510" y="6047740"/>
            <a:ext cx="1875038" cy="251989"/>
            <a:chOff x="2256" y="2640"/>
            <a:chExt cx="1632" cy="192"/>
          </a:xfrm>
          <a:solidFill>
            <a:srgbClr val="FFCC99"/>
          </a:solidFill>
        </p:grpSpPr>
        <p:sp>
          <p:nvSpPr>
            <p:cNvPr id="222310" name="Rectangle 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2311" name="Rectangle 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a:t>
              </a:r>
            </a:p>
          </p:txBody>
        </p:sp>
      </p:grpSp>
      <p:grpSp>
        <p:nvGrpSpPr>
          <p:cNvPr id="222213" name="Group 8"/>
          <p:cNvGrpSpPr>
            <a:grpSpLocks/>
          </p:cNvGrpSpPr>
          <p:nvPr/>
        </p:nvGrpSpPr>
        <p:grpSpPr bwMode="auto">
          <a:xfrm>
            <a:off x="390510" y="5795750"/>
            <a:ext cx="1875038" cy="251989"/>
            <a:chOff x="2256" y="2640"/>
            <a:chExt cx="1632" cy="192"/>
          </a:xfrm>
          <a:solidFill>
            <a:srgbClr val="FFCC99"/>
          </a:solidFill>
        </p:grpSpPr>
        <p:sp>
          <p:nvSpPr>
            <p:cNvPr id="222308" name="Rectangle 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0(</a:t>
              </a:r>
              <a:r>
                <a:rPr kumimoji="1" lang="en-US" altLang="zh-CN" sz="1653" b="1" dirty="0">
                  <a:solidFill>
                    <a:srgbClr val="FF3300"/>
                  </a:solidFill>
                  <a:latin typeface="Times New Roman" panose="02020603050405020304" pitchFamily="18" charset="0"/>
                  <a:ea typeface="宋体" panose="02010600030101010101" pitchFamily="2" charset="-122"/>
                  <a:cs typeface="+mn-cs"/>
                </a:rPr>
                <a:t>Display)</a:t>
              </a:r>
            </a:p>
          </p:txBody>
        </p:sp>
        <p:sp>
          <p:nvSpPr>
            <p:cNvPr id="222309" name="Rectangle 1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a:t>
              </a:r>
            </a:p>
          </p:txBody>
        </p:sp>
      </p:grpSp>
      <p:grpSp>
        <p:nvGrpSpPr>
          <p:cNvPr id="222214" name="Group 11"/>
          <p:cNvGrpSpPr>
            <a:grpSpLocks/>
          </p:cNvGrpSpPr>
          <p:nvPr/>
        </p:nvGrpSpPr>
        <p:grpSpPr bwMode="auto">
          <a:xfrm>
            <a:off x="390510" y="5543761"/>
            <a:ext cx="1875038" cy="251989"/>
            <a:chOff x="2256" y="2640"/>
            <a:chExt cx="1632" cy="192"/>
          </a:xfrm>
          <a:solidFill>
            <a:srgbClr val="FFCC99"/>
          </a:solidFill>
        </p:grpSpPr>
        <p:sp>
          <p:nvSpPr>
            <p:cNvPr id="222306" name="Rectangle 1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a</a:t>
              </a:r>
            </a:p>
          </p:txBody>
        </p:sp>
        <p:sp>
          <p:nvSpPr>
            <p:cNvPr id="222307" name="Rectangle 1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a:t>
              </a:r>
            </a:p>
          </p:txBody>
        </p:sp>
      </p:grpSp>
      <p:grpSp>
        <p:nvGrpSpPr>
          <p:cNvPr id="222215" name="Group 14"/>
          <p:cNvGrpSpPr>
            <a:grpSpLocks/>
          </p:cNvGrpSpPr>
          <p:nvPr/>
        </p:nvGrpSpPr>
        <p:grpSpPr bwMode="auto">
          <a:xfrm>
            <a:off x="390510" y="5291772"/>
            <a:ext cx="1875038" cy="251989"/>
            <a:chOff x="2256" y="2640"/>
            <a:chExt cx="1632" cy="192"/>
          </a:xfrm>
          <a:solidFill>
            <a:srgbClr val="FFCC99"/>
          </a:solidFill>
        </p:grpSpPr>
        <p:sp>
          <p:nvSpPr>
            <p:cNvPr id="222304" name="Rectangle 1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x</a:t>
              </a:r>
            </a:p>
          </p:txBody>
        </p:sp>
        <p:sp>
          <p:nvSpPr>
            <p:cNvPr id="222305" name="Rectangle 1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a:t>
              </a:r>
            </a:p>
          </p:txBody>
        </p:sp>
      </p:grpSp>
      <p:grpSp>
        <p:nvGrpSpPr>
          <p:cNvPr id="222216" name="Group 17"/>
          <p:cNvGrpSpPr>
            <a:grpSpLocks/>
          </p:cNvGrpSpPr>
          <p:nvPr/>
        </p:nvGrpSpPr>
        <p:grpSpPr bwMode="auto">
          <a:xfrm>
            <a:off x="390510" y="5039783"/>
            <a:ext cx="1875038" cy="251989"/>
            <a:chOff x="2256" y="2640"/>
            <a:chExt cx="1632" cy="192"/>
          </a:xfrm>
          <a:solidFill>
            <a:srgbClr val="CCFFCC"/>
          </a:solidFill>
        </p:grpSpPr>
        <p:sp>
          <p:nvSpPr>
            <p:cNvPr id="222302"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2303"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5</a:t>
              </a:r>
            </a:p>
          </p:txBody>
        </p:sp>
      </p:grpSp>
      <p:grpSp>
        <p:nvGrpSpPr>
          <p:cNvPr id="222217" name="Group 20"/>
          <p:cNvGrpSpPr>
            <a:grpSpLocks/>
          </p:cNvGrpSpPr>
          <p:nvPr/>
        </p:nvGrpSpPr>
        <p:grpSpPr bwMode="auto">
          <a:xfrm>
            <a:off x="390510" y="4787794"/>
            <a:ext cx="1875038" cy="251989"/>
            <a:chOff x="2256" y="2640"/>
            <a:chExt cx="1632" cy="192"/>
          </a:xfrm>
          <a:solidFill>
            <a:srgbClr val="CCFFCC"/>
          </a:solidFill>
        </p:grpSpPr>
        <p:sp>
          <p:nvSpPr>
            <p:cNvPr id="222300"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2301"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6</a:t>
              </a:r>
            </a:p>
          </p:txBody>
        </p:sp>
      </p:grpSp>
      <p:grpSp>
        <p:nvGrpSpPr>
          <p:cNvPr id="222218" name="Group 23"/>
          <p:cNvGrpSpPr>
            <a:grpSpLocks/>
          </p:cNvGrpSpPr>
          <p:nvPr/>
        </p:nvGrpSpPr>
        <p:grpSpPr bwMode="auto">
          <a:xfrm>
            <a:off x="390510" y="4535805"/>
            <a:ext cx="1875038" cy="251989"/>
            <a:chOff x="2256" y="2640"/>
            <a:chExt cx="1632" cy="192"/>
          </a:xfrm>
          <a:solidFill>
            <a:srgbClr val="CCFFCC"/>
          </a:solidFill>
        </p:grpSpPr>
        <p:sp>
          <p:nvSpPr>
            <p:cNvPr id="222298"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2(全局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zh-CN" altLang="en-US" sz="1653" b="1" dirty="0">
                <a:solidFill>
                  <a:srgbClr val="0000FF"/>
                </a:solidFill>
                <a:latin typeface="Times New Roman" panose="02020603050405020304" pitchFamily="18" charset="0"/>
                <a:ea typeface="宋体" panose="02010600030101010101" pitchFamily="2" charset="-122"/>
                <a:cs typeface="+mn-cs"/>
              </a:endParaRPr>
            </a:p>
          </p:txBody>
        </p:sp>
        <p:sp>
          <p:nvSpPr>
            <p:cNvPr id="222299"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7</a:t>
              </a:r>
            </a:p>
          </p:txBody>
        </p:sp>
      </p:grpSp>
      <p:grpSp>
        <p:nvGrpSpPr>
          <p:cNvPr id="222219" name="Group 26"/>
          <p:cNvGrpSpPr>
            <a:grpSpLocks/>
          </p:cNvGrpSpPr>
          <p:nvPr/>
        </p:nvGrpSpPr>
        <p:grpSpPr bwMode="auto">
          <a:xfrm>
            <a:off x="390510" y="4283815"/>
            <a:ext cx="1875038" cy="251989"/>
            <a:chOff x="2256" y="2640"/>
            <a:chExt cx="1632" cy="192"/>
          </a:xfrm>
          <a:solidFill>
            <a:srgbClr val="CCFFCC"/>
          </a:solidFill>
        </p:grpSpPr>
        <p:sp>
          <p:nvSpPr>
            <p:cNvPr id="222296"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0(形参个数)</a:t>
              </a:r>
            </a:p>
          </p:txBody>
        </p:sp>
        <p:sp>
          <p:nvSpPr>
            <p:cNvPr id="222297"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8</a:t>
              </a:r>
            </a:p>
          </p:txBody>
        </p:sp>
      </p:grpSp>
      <p:grpSp>
        <p:nvGrpSpPr>
          <p:cNvPr id="222220" name="Group 29"/>
          <p:cNvGrpSpPr>
            <a:grpSpLocks/>
          </p:cNvGrpSpPr>
          <p:nvPr/>
        </p:nvGrpSpPr>
        <p:grpSpPr bwMode="auto">
          <a:xfrm>
            <a:off x="390510" y="4031826"/>
            <a:ext cx="1875038" cy="251989"/>
            <a:chOff x="2256" y="2640"/>
            <a:chExt cx="1632" cy="192"/>
          </a:xfrm>
          <a:solidFill>
            <a:srgbClr val="CCFFCC"/>
          </a:solidFill>
        </p:grpSpPr>
        <p:sp>
          <p:nvSpPr>
            <p:cNvPr id="222294"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2295"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9</a:t>
              </a:r>
            </a:p>
          </p:txBody>
        </p:sp>
      </p:grpSp>
      <p:grpSp>
        <p:nvGrpSpPr>
          <p:cNvPr id="222221" name="Group 32"/>
          <p:cNvGrpSpPr>
            <a:grpSpLocks/>
          </p:cNvGrpSpPr>
          <p:nvPr/>
        </p:nvGrpSpPr>
        <p:grpSpPr bwMode="auto">
          <a:xfrm>
            <a:off x="390510" y="3779837"/>
            <a:ext cx="1875038" cy="251989"/>
            <a:chOff x="2256" y="2640"/>
            <a:chExt cx="1632" cy="192"/>
          </a:xfrm>
          <a:solidFill>
            <a:srgbClr val="CCFFCC"/>
          </a:solidFill>
        </p:grpSpPr>
        <p:sp>
          <p:nvSpPr>
            <p:cNvPr id="222292"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5</a:t>
              </a:r>
            </a:p>
          </p:txBody>
        </p:sp>
        <p:sp>
          <p:nvSpPr>
            <p:cNvPr id="222293"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10</a:t>
              </a:r>
            </a:p>
          </p:txBody>
        </p:sp>
      </p:grpSp>
      <p:grpSp>
        <p:nvGrpSpPr>
          <p:cNvPr id="222223" name="Group 36"/>
          <p:cNvGrpSpPr>
            <a:grpSpLocks/>
          </p:cNvGrpSpPr>
          <p:nvPr/>
        </p:nvGrpSpPr>
        <p:grpSpPr bwMode="auto">
          <a:xfrm>
            <a:off x="390510" y="3527848"/>
            <a:ext cx="1875038" cy="251989"/>
            <a:chOff x="2256" y="2640"/>
            <a:chExt cx="1632" cy="192"/>
          </a:xfrm>
          <a:solidFill>
            <a:srgbClr val="CCFFCC"/>
          </a:solidFill>
        </p:grpSpPr>
        <p:sp>
          <p:nvSpPr>
            <p:cNvPr id="222290" name="Rectangle 3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2291" name="Rectangle 3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11</a:t>
              </a:r>
            </a:p>
          </p:txBody>
        </p:sp>
      </p:grpSp>
      <p:grpSp>
        <p:nvGrpSpPr>
          <p:cNvPr id="222224" name="Group 39"/>
          <p:cNvGrpSpPr>
            <a:grpSpLocks/>
          </p:cNvGrpSpPr>
          <p:nvPr/>
        </p:nvGrpSpPr>
        <p:grpSpPr bwMode="auto">
          <a:xfrm>
            <a:off x="390510" y="3275859"/>
            <a:ext cx="1875038" cy="251989"/>
            <a:chOff x="2256" y="2640"/>
            <a:chExt cx="1632" cy="192"/>
          </a:xfrm>
          <a:solidFill>
            <a:srgbClr val="CCFFCC"/>
          </a:solidFill>
        </p:grpSpPr>
        <p:sp>
          <p:nvSpPr>
            <p:cNvPr id="222288" name="Rectangle 4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sp>
          <p:nvSpPr>
            <p:cNvPr id="222289" name="Rectangle 4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12</a:t>
              </a:r>
            </a:p>
          </p:txBody>
        </p:sp>
      </p:grpSp>
      <p:sp>
        <p:nvSpPr>
          <p:cNvPr id="222226" name="Freeform 43"/>
          <p:cNvSpPr>
            <a:spLocks/>
          </p:cNvSpPr>
          <p:nvPr/>
        </p:nvSpPr>
        <p:spPr bwMode="auto">
          <a:xfrm>
            <a:off x="265113" y="5165725"/>
            <a:ext cx="188912"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22227" name="Group 44"/>
          <p:cNvGrpSpPr>
            <a:grpSpLocks/>
          </p:cNvGrpSpPr>
          <p:nvPr/>
        </p:nvGrpSpPr>
        <p:grpSpPr bwMode="auto">
          <a:xfrm>
            <a:off x="390510" y="3023870"/>
            <a:ext cx="1875038" cy="251989"/>
            <a:chOff x="2256" y="2640"/>
            <a:chExt cx="1632" cy="192"/>
          </a:xfrm>
          <a:solidFill>
            <a:schemeClr val="tx2">
              <a:lumMod val="40000"/>
              <a:lumOff val="60000"/>
            </a:schemeClr>
          </a:solidFill>
        </p:grpSpPr>
        <p:sp>
          <p:nvSpPr>
            <p:cNvPr id="222286" name="Rectangle 4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5</a:t>
              </a:r>
            </a:p>
          </p:txBody>
        </p:sp>
        <p:sp>
          <p:nvSpPr>
            <p:cNvPr id="222287" name="Rectangle 4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13</a:t>
              </a:r>
            </a:p>
          </p:txBody>
        </p:sp>
      </p:grpSp>
      <p:grpSp>
        <p:nvGrpSpPr>
          <p:cNvPr id="222228" name="Group 47"/>
          <p:cNvGrpSpPr>
            <a:grpSpLocks/>
          </p:cNvGrpSpPr>
          <p:nvPr/>
        </p:nvGrpSpPr>
        <p:grpSpPr bwMode="auto">
          <a:xfrm>
            <a:off x="390510" y="2771880"/>
            <a:ext cx="1875038" cy="251989"/>
            <a:chOff x="2256" y="2640"/>
            <a:chExt cx="1632" cy="192"/>
          </a:xfrm>
          <a:solidFill>
            <a:schemeClr val="tx2">
              <a:lumMod val="40000"/>
              <a:lumOff val="60000"/>
            </a:schemeClr>
          </a:solidFill>
        </p:grpSpPr>
        <p:sp>
          <p:nvSpPr>
            <p:cNvPr id="222284" name="Rectangle 4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85" name="Rectangle 4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14</a:t>
              </a:r>
            </a:p>
          </p:txBody>
        </p:sp>
      </p:grpSp>
      <p:grpSp>
        <p:nvGrpSpPr>
          <p:cNvPr id="222229" name="Group 50"/>
          <p:cNvGrpSpPr>
            <a:grpSpLocks/>
          </p:cNvGrpSpPr>
          <p:nvPr/>
        </p:nvGrpSpPr>
        <p:grpSpPr bwMode="auto">
          <a:xfrm>
            <a:off x="390510" y="2519891"/>
            <a:ext cx="1875038" cy="251989"/>
            <a:chOff x="2256" y="2640"/>
            <a:chExt cx="1632" cy="192"/>
          </a:xfrm>
          <a:solidFill>
            <a:schemeClr val="tx2">
              <a:lumMod val="40000"/>
              <a:lumOff val="60000"/>
            </a:schemeClr>
          </a:solidFill>
        </p:grpSpPr>
        <p:sp>
          <p:nvSpPr>
            <p:cNvPr id="222282" name="Rectangle 5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9(全局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2283" name="Rectangle 5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15</a:t>
              </a:r>
            </a:p>
          </p:txBody>
        </p:sp>
      </p:grpSp>
      <p:grpSp>
        <p:nvGrpSpPr>
          <p:cNvPr id="222230" name="Group 53"/>
          <p:cNvGrpSpPr>
            <a:grpSpLocks/>
          </p:cNvGrpSpPr>
          <p:nvPr/>
        </p:nvGrpSpPr>
        <p:grpSpPr bwMode="auto">
          <a:xfrm>
            <a:off x="390510" y="2267902"/>
            <a:ext cx="1875038" cy="251989"/>
            <a:chOff x="2256" y="2640"/>
            <a:chExt cx="1632" cy="192"/>
          </a:xfrm>
          <a:solidFill>
            <a:schemeClr val="tx2">
              <a:lumMod val="40000"/>
              <a:lumOff val="60000"/>
            </a:schemeClr>
          </a:solidFill>
        </p:grpSpPr>
        <p:sp>
          <p:nvSpPr>
            <p:cNvPr id="222280" name="Rectangle 5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81" name="Rectangle 5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16</a:t>
              </a:r>
            </a:p>
          </p:txBody>
        </p:sp>
      </p:grpSp>
      <p:grpSp>
        <p:nvGrpSpPr>
          <p:cNvPr id="222231" name="Group 56"/>
          <p:cNvGrpSpPr>
            <a:grpSpLocks/>
          </p:cNvGrpSpPr>
          <p:nvPr/>
        </p:nvGrpSpPr>
        <p:grpSpPr bwMode="auto">
          <a:xfrm>
            <a:off x="390510" y="2015913"/>
            <a:ext cx="1875038" cy="251989"/>
            <a:chOff x="2256" y="2640"/>
            <a:chExt cx="1632" cy="192"/>
          </a:xfrm>
          <a:solidFill>
            <a:schemeClr val="tx2">
              <a:lumMod val="40000"/>
              <a:lumOff val="60000"/>
            </a:schemeClr>
          </a:solidFill>
        </p:grpSpPr>
        <p:sp>
          <p:nvSpPr>
            <p:cNvPr id="222278" name="Rectangle 5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b</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79" name="Rectangle 5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17</a:t>
              </a:r>
            </a:p>
          </p:txBody>
        </p:sp>
      </p:grpSp>
      <p:grpSp>
        <p:nvGrpSpPr>
          <p:cNvPr id="222232" name="Group 59"/>
          <p:cNvGrpSpPr>
            <a:grpSpLocks/>
          </p:cNvGrpSpPr>
          <p:nvPr/>
        </p:nvGrpSpPr>
        <p:grpSpPr bwMode="auto">
          <a:xfrm>
            <a:off x="390510" y="1763924"/>
            <a:ext cx="1875038" cy="251989"/>
            <a:chOff x="2256" y="2640"/>
            <a:chExt cx="1632" cy="192"/>
          </a:xfrm>
          <a:solidFill>
            <a:schemeClr val="tx2">
              <a:lumMod val="40000"/>
              <a:lumOff val="60000"/>
            </a:schemeClr>
          </a:solidFill>
        </p:grpSpPr>
        <p:sp>
          <p:nvSpPr>
            <p:cNvPr id="222276" name="Rectangle 6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2277" name="Rectangle 6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18</a:t>
              </a:r>
            </a:p>
          </p:txBody>
        </p:sp>
      </p:grpSp>
      <p:grpSp>
        <p:nvGrpSpPr>
          <p:cNvPr id="222233" name="Group 62"/>
          <p:cNvGrpSpPr>
            <a:grpSpLocks/>
          </p:cNvGrpSpPr>
          <p:nvPr/>
        </p:nvGrpSpPr>
        <p:grpSpPr bwMode="auto">
          <a:xfrm>
            <a:off x="390510" y="1511935"/>
            <a:ext cx="1875038" cy="251989"/>
            <a:chOff x="2256" y="2640"/>
            <a:chExt cx="1632" cy="192"/>
          </a:xfrm>
          <a:solidFill>
            <a:schemeClr val="tx2">
              <a:lumMod val="40000"/>
              <a:lumOff val="60000"/>
            </a:schemeClr>
          </a:solidFill>
        </p:grpSpPr>
        <p:sp>
          <p:nvSpPr>
            <p:cNvPr id="222274" name="Rectangle 6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2275" name="Rectangle 6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19</a:t>
              </a:r>
            </a:p>
          </p:txBody>
        </p:sp>
      </p:grpSp>
      <p:grpSp>
        <p:nvGrpSpPr>
          <p:cNvPr id="222234" name="Group 65"/>
          <p:cNvGrpSpPr>
            <a:grpSpLocks/>
          </p:cNvGrpSpPr>
          <p:nvPr/>
        </p:nvGrpSpPr>
        <p:grpSpPr bwMode="auto">
          <a:xfrm>
            <a:off x="390510" y="1259945"/>
            <a:ext cx="1875038" cy="251989"/>
            <a:chOff x="2256" y="2640"/>
            <a:chExt cx="1632" cy="192"/>
          </a:xfrm>
          <a:solidFill>
            <a:schemeClr val="tx2">
              <a:lumMod val="40000"/>
              <a:lumOff val="60000"/>
            </a:schemeClr>
          </a:solidFill>
        </p:grpSpPr>
        <p:sp>
          <p:nvSpPr>
            <p:cNvPr id="222272" name="Rectangle 6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sp>
          <p:nvSpPr>
            <p:cNvPr id="222273" name="Rectangle 6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20</a:t>
              </a:r>
            </a:p>
          </p:txBody>
        </p:sp>
      </p:grpSp>
      <p:sp>
        <p:nvSpPr>
          <p:cNvPr id="222235" name="Freeform 70"/>
          <p:cNvSpPr>
            <a:spLocks/>
          </p:cNvSpPr>
          <p:nvPr/>
        </p:nvSpPr>
        <p:spPr bwMode="auto">
          <a:xfrm>
            <a:off x="265113" y="3213100"/>
            <a:ext cx="188912" cy="18891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3" name="Group 71"/>
          <p:cNvGrpSpPr>
            <a:grpSpLocks/>
          </p:cNvGrpSpPr>
          <p:nvPr/>
        </p:nvGrpSpPr>
        <p:grpSpPr bwMode="auto">
          <a:xfrm>
            <a:off x="2594666" y="6292229"/>
            <a:ext cx="1875038" cy="251989"/>
            <a:chOff x="2256" y="2640"/>
            <a:chExt cx="1632" cy="192"/>
          </a:xfrm>
          <a:solidFill>
            <a:schemeClr val="accent5">
              <a:lumMod val="60000"/>
              <a:lumOff val="40000"/>
            </a:schemeClr>
          </a:solidFill>
        </p:grpSpPr>
        <p:sp>
          <p:nvSpPr>
            <p:cNvPr id="222270" name="Rectangle 7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13</a:t>
              </a:r>
            </a:p>
          </p:txBody>
        </p:sp>
        <p:sp>
          <p:nvSpPr>
            <p:cNvPr id="222271" name="Rectangle 73"/>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21</a:t>
              </a:r>
            </a:p>
          </p:txBody>
        </p:sp>
      </p:grpSp>
      <p:grpSp>
        <p:nvGrpSpPr>
          <p:cNvPr id="24" name="Group 74"/>
          <p:cNvGrpSpPr>
            <a:grpSpLocks/>
          </p:cNvGrpSpPr>
          <p:nvPr/>
        </p:nvGrpSpPr>
        <p:grpSpPr bwMode="auto">
          <a:xfrm>
            <a:off x="2594666" y="6040239"/>
            <a:ext cx="1875038" cy="251989"/>
            <a:chOff x="2256" y="2640"/>
            <a:chExt cx="1632" cy="192"/>
          </a:xfrm>
          <a:solidFill>
            <a:schemeClr val="accent5">
              <a:lumMod val="60000"/>
              <a:lumOff val="40000"/>
            </a:schemeClr>
          </a:solidFill>
        </p:grpSpPr>
        <p:sp>
          <p:nvSpPr>
            <p:cNvPr id="222268" name="Rectangle 7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69" name="Rectangle 76"/>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22</a:t>
              </a:r>
            </a:p>
          </p:txBody>
        </p:sp>
      </p:grpSp>
      <p:grpSp>
        <p:nvGrpSpPr>
          <p:cNvPr id="25" name="Group 77"/>
          <p:cNvGrpSpPr>
            <a:grpSpLocks/>
          </p:cNvGrpSpPr>
          <p:nvPr/>
        </p:nvGrpSpPr>
        <p:grpSpPr bwMode="auto">
          <a:xfrm>
            <a:off x="2594666" y="5788250"/>
            <a:ext cx="1875038" cy="251989"/>
            <a:chOff x="2256" y="2640"/>
            <a:chExt cx="1632" cy="192"/>
          </a:xfrm>
          <a:solidFill>
            <a:schemeClr val="accent5">
              <a:lumMod val="60000"/>
              <a:lumOff val="40000"/>
            </a:schemeClr>
          </a:solidFill>
        </p:grpSpPr>
        <p:sp>
          <p:nvSpPr>
            <p:cNvPr id="222266" name="Rectangle 7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0000FF"/>
                  </a:solidFill>
                  <a:latin typeface="Times New Roman" panose="02020603050405020304" pitchFamily="18" charset="0"/>
                  <a:ea typeface="宋体" panose="02010600030101010101" pitchFamily="2" charset="-122"/>
                  <a:cs typeface="+mn-cs"/>
                </a:rPr>
                <a:t>18(全局</a:t>
              </a:r>
              <a:r>
                <a:rPr kumimoji="1" lang="en-US" altLang="zh-CN" sz="1653" b="1">
                  <a:solidFill>
                    <a:srgbClr val="0000FF"/>
                  </a:solidFill>
                  <a:latin typeface="Times New Roman" panose="02020603050405020304" pitchFamily="18" charset="0"/>
                  <a:ea typeface="宋体" panose="02010600030101010101" pitchFamily="2" charset="-122"/>
                  <a:cs typeface="+mn-cs"/>
                </a:rPr>
                <a:t>display)</a:t>
              </a:r>
            </a:p>
          </p:txBody>
        </p:sp>
        <p:sp>
          <p:nvSpPr>
            <p:cNvPr id="222267" name="Rectangle 79"/>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23</a:t>
              </a:r>
            </a:p>
          </p:txBody>
        </p:sp>
      </p:grpSp>
      <p:grpSp>
        <p:nvGrpSpPr>
          <p:cNvPr id="26" name="Group 80"/>
          <p:cNvGrpSpPr>
            <a:grpSpLocks/>
          </p:cNvGrpSpPr>
          <p:nvPr/>
        </p:nvGrpSpPr>
        <p:grpSpPr bwMode="auto">
          <a:xfrm>
            <a:off x="2594666" y="5536261"/>
            <a:ext cx="1875038" cy="251989"/>
            <a:chOff x="2256" y="2640"/>
            <a:chExt cx="1632" cy="192"/>
          </a:xfrm>
          <a:solidFill>
            <a:schemeClr val="accent5">
              <a:lumMod val="60000"/>
              <a:lumOff val="40000"/>
            </a:schemeClr>
          </a:solidFill>
        </p:grpSpPr>
        <p:sp>
          <p:nvSpPr>
            <p:cNvPr id="222264" name="Rectangle 8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65" name="Rectangle 82"/>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24</a:t>
              </a:r>
            </a:p>
          </p:txBody>
        </p:sp>
      </p:grpSp>
      <p:grpSp>
        <p:nvGrpSpPr>
          <p:cNvPr id="27" name="Group 83"/>
          <p:cNvGrpSpPr>
            <a:grpSpLocks/>
          </p:cNvGrpSpPr>
          <p:nvPr/>
        </p:nvGrpSpPr>
        <p:grpSpPr bwMode="auto">
          <a:xfrm>
            <a:off x="2594666" y="5284272"/>
            <a:ext cx="1875038" cy="251989"/>
            <a:chOff x="2256" y="2640"/>
            <a:chExt cx="1632" cy="192"/>
          </a:xfrm>
          <a:solidFill>
            <a:schemeClr val="accent5">
              <a:lumMod val="60000"/>
              <a:lumOff val="40000"/>
            </a:schemeClr>
          </a:solidFill>
        </p:grpSpPr>
        <p:sp>
          <p:nvSpPr>
            <p:cNvPr id="222262" name="Rectangle 8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u(</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63" name="Rectangle 85"/>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25</a:t>
              </a:r>
            </a:p>
          </p:txBody>
        </p:sp>
      </p:grpSp>
      <p:grpSp>
        <p:nvGrpSpPr>
          <p:cNvPr id="28" name="Group 86"/>
          <p:cNvGrpSpPr>
            <a:grpSpLocks/>
          </p:cNvGrpSpPr>
          <p:nvPr/>
        </p:nvGrpSpPr>
        <p:grpSpPr bwMode="auto">
          <a:xfrm>
            <a:off x="2594666" y="5032283"/>
            <a:ext cx="1875038" cy="251989"/>
            <a:chOff x="2256" y="2640"/>
            <a:chExt cx="1632" cy="192"/>
          </a:xfrm>
          <a:solidFill>
            <a:schemeClr val="accent5">
              <a:lumMod val="60000"/>
              <a:lumOff val="40000"/>
            </a:schemeClr>
          </a:solidFill>
        </p:grpSpPr>
        <p:sp>
          <p:nvSpPr>
            <p:cNvPr id="222260" name="Rectangle 8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v(</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2261" name="Rectangle 88"/>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26</a:t>
              </a:r>
            </a:p>
          </p:txBody>
        </p:sp>
      </p:grpSp>
      <p:grpSp>
        <p:nvGrpSpPr>
          <p:cNvPr id="29" name="Group 89"/>
          <p:cNvGrpSpPr>
            <a:grpSpLocks/>
          </p:cNvGrpSpPr>
          <p:nvPr/>
        </p:nvGrpSpPr>
        <p:grpSpPr bwMode="auto">
          <a:xfrm>
            <a:off x="2594666" y="4780294"/>
            <a:ext cx="1875038" cy="251989"/>
            <a:chOff x="2256" y="2640"/>
            <a:chExt cx="1632" cy="192"/>
          </a:xfrm>
          <a:solidFill>
            <a:schemeClr val="accent5">
              <a:lumMod val="60000"/>
              <a:lumOff val="40000"/>
            </a:schemeClr>
          </a:solidFill>
        </p:grpSpPr>
        <p:sp>
          <p:nvSpPr>
            <p:cNvPr id="222258" name="Rectangle 9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2259" name="Rectangle 91"/>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27</a:t>
              </a:r>
            </a:p>
          </p:txBody>
        </p:sp>
      </p:grpSp>
      <p:grpSp>
        <p:nvGrpSpPr>
          <p:cNvPr id="30" name="Group 92"/>
          <p:cNvGrpSpPr>
            <a:grpSpLocks/>
          </p:cNvGrpSpPr>
          <p:nvPr/>
        </p:nvGrpSpPr>
        <p:grpSpPr bwMode="auto">
          <a:xfrm>
            <a:off x="2594666" y="4528304"/>
            <a:ext cx="1875038" cy="251989"/>
            <a:chOff x="2256" y="2640"/>
            <a:chExt cx="1632" cy="192"/>
          </a:xfrm>
          <a:solidFill>
            <a:schemeClr val="accent5">
              <a:lumMod val="60000"/>
              <a:lumOff val="40000"/>
            </a:schemeClr>
          </a:solidFill>
        </p:grpSpPr>
        <p:sp>
          <p:nvSpPr>
            <p:cNvPr id="222256" name="Rectangle 9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2257" name="Rectangle 94"/>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28</a:t>
              </a:r>
            </a:p>
          </p:txBody>
        </p:sp>
      </p:grpSp>
      <p:grpSp>
        <p:nvGrpSpPr>
          <p:cNvPr id="31" name="Group 95"/>
          <p:cNvGrpSpPr>
            <a:grpSpLocks/>
          </p:cNvGrpSpPr>
          <p:nvPr/>
        </p:nvGrpSpPr>
        <p:grpSpPr bwMode="auto">
          <a:xfrm>
            <a:off x="2594666" y="4276315"/>
            <a:ext cx="1875038" cy="251989"/>
            <a:chOff x="2256" y="2640"/>
            <a:chExt cx="1632" cy="192"/>
          </a:xfrm>
          <a:solidFill>
            <a:schemeClr val="accent5">
              <a:lumMod val="60000"/>
              <a:lumOff val="40000"/>
            </a:schemeClr>
          </a:solidFill>
        </p:grpSpPr>
        <p:sp>
          <p:nvSpPr>
            <p:cNvPr id="222254" name="Rectangle 9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21</a:t>
              </a:r>
            </a:p>
          </p:txBody>
        </p:sp>
        <p:sp>
          <p:nvSpPr>
            <p:cNvPr id="222255" name="Rectangle 97"/>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29</a:t>
              </a:r>
            </a:p>
          </p:txBody>
        </p:sp>
      </p:grpSp>
      <p:grpSp>
        <p:nvGrpSpPr>
          <p:cNvPr id="111616" name="Group 98"/>
          <p:cNvGrpSpPr>
            <a:grpSpLocks/>
          </p:cNvGrpSpPr>
          <p:nvPr/>
        </p:nvGrpSpPr>
        <p:grpSpPr bwMode="auto">
          <a:xfrm>
            <a:off x="2594666" y="4024326"/>
            <a:ext cx="1875038" cy="251989"/>
            <a:chOff x="2256" y="2640"/>
            <a:chExt cx="1632" cy="192"/>
          </a:xfrm>
          <a:solidFill>
            <a:schemeClr val="accent5">
              <a:lumMod val="60000"/>
              <a:lumOff val="40000"/>
            </a:schemeClr>
          </a:solidFill>
        </p:grpSpPr>
        <p:sp>
          <p:nvSpPr>
            <p:cNvPr id="222252" name="Rectangle 9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2253" name="Rectangle 100"/>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30</a:t>
              </a:r>
            </a:p>
          </p:txBody>
        </p:sp>
      </p:grpSp>
      <p:grpSp>
        <p:nvGrpSpPr>
          <p:cNvPr id="111617" name="Group 101"/>
          <p:cNvGrpSpPr>
            <a:grpSpLocks/>
          </p:cNvGrpSpPr>
          <p:nvPr/>
        </p:nvGrpSpPr>
        <p:grpSpPr bwMode="auto">
          <a:xfrm>
            <a:off x="2594666" y="3772337"/>
            <a:ext cx="1875038" cy="251989"/>
            <a:chOff x="2256" y="2640"/>
            <a:chExt cx="1632" cy="192"/>
          </a:xfrm>
          <a:solidFill>
            <a:schemeClr val="accent5">
              <a:lumMod val="60000"/>
              <a:lumOff val="40000"/>
            </a:schemeClr>
          </a:solidFill>
        </p:grpSpPr>
        <p:sp>
          <p:nvSpPr>
            <p:cNvPr id="222250" name="Rectangle 10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d</a:t>
              </a:r>
            </a:p>
          </p:txBody>
        </p:sp>
        <p:sp>
          <p:nvSpPr>
            <p:cNvPr id="222251" name="Rectangle 103"/>
            <p:cNvSpPr>
              <a:spLocks noChangeArrowheads="1"/>
            </p:cNvSpPr>
            <p:nvPr/>
          </p:nvSpPr>
          <p:spPr bwMode="auto">
            <a:xfrm>
              <a:off x="2256" y="2640"/>
              <a:ext cx="336" cy="192"/>
            </a:xfrm>
            <a:prstGeom prst="rect">
              <a:avLst/>
            </a:prstGeom>
            <a:grpFill/>
            <a:ln w="12700">
              <a:no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31</a:t>
              </a:r>
            </a:p>
          </p:txBody>
        </p:sp>
      </p:grpSp>
      <p:sp>
        <p:nvSpPr>
          <p:cNvPr id="83049" name="Rectangle 105"/>
          <p:cNvSpPr>
            <a:spLocks noChangeArrowheads="1"/>
          </p:cNvSpPr>
          <p:nvPr/>
        </p:nvSpPr>
        <p:spPr bwMode="auto">
          <a:xfrm>
            <a:off x="1689100" y="3748088"/>
            <a:ext cx="10699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TOP</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dirty="0">
              <a:solidFill>
                <a:prstClr val="black"/>
              </a:solidFill>
              <a:latin typeface="Times New Roman" panose="02020603050405020304" pitchFamily="18" charset="0"/>
              <a:ea typeface="宋体" panose="02010600030101010101" pitchFamily="2" charset="-122"/>
              <a:cs typeface="+mn-cs"/>
            </a:endParaRPr>
          </a:p>
        </p:txBody>
      </p:sp>
      <p:sp>
        <p:nvSpPr>
          <p:cNvPr id="83050" name="Rectangle 106"/>
          <p:cNvSpPr>
            <a:spLocks noChangeArrowheads="1"/>
          </p:cNvSpPr>
          <p:nvPr/>
        </p:nvSpPr>
        <p:spPr bwMode="auto">
          <a:xfrm>
            <a:off x="1776413" y="6265863"/>
            <a:ext cx="10699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dirty="0">
                <a:solidFill>
                  <a:prstClr val="black"/>
                </a:solidFill>
                <a:latin typeface="Times New Roman" panose="02020603050405020304" pitchFamily="18" charset="0"/>
                <a:ea typeface="宋体" panose="02010600030101010101" pitchFamily="2" charset="-122"/>
                <a:cs typeface="+mn-cs"/>
              </a:rPr>
              <a:t>SP </a:t>
            </a:r>
            <a:r>
              <a:rPr kumimoji="1" lang="en-US" altLang="zh-CN" sz="1984" b="1" dirty="0">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sp>
        <p:nvSpPr>
          <p:cNvPr id="83051" name="Freeform 107"/>
          <p:cNvSpPr>
            <a:spLocks/>
          </p:cNvSpPr>
          <p:nvPr/>
        </p:nvSpPr>
        <p:spPr bwMode="auto">
          <a:xfrm>
            <a:off x="2170113" y="3213100"/>
            <a:ext cx="536575" cy="3273425"/>
          </a:xfrm>
          <a:custGeom>
            <a:avLst/>
            <a:gdLst>
              <a:gd name="T0" fmla="*/ 2147483646 w 1344"/>
              <a:gd name="T1" fmla="*/ 2147483646 h 2352"/>
              <a:gd name="T2" fmla="*/ 2147483646 w 1344"/>
              <a:gd name="T3" fmla="*/ 2147483646 h 2352"/>
              <a:gd name="T4" fmla="*/ 2147483646 w 1344"/>
              <a:gd name="T5" fmla="*/ 2147483646 h 2352"/>
              <a:gd name="T6" fmla="*/ 2147483646 w 1344"/>
              <a:gd name="T7" fmla="*/ 0 h 2352"/>
              <a:gd name="T8" fmla="*/ 0 w 1344"/>
              <a:gd name="T9" fmla="*/ 0 h 2352"/>
              <a:gd name="T10" fmla="*/ 0 60000 65536"/>
              <a:gd name="T11" fmla="*/ 0 60000 65536"/>
              <a:gd name="T12" fmla="*/ 0 60000 65536"/>
              <a:gd name="T13" fmla="*/ 0 60000 65536"/>
              <a:gd name="T14" fmla="*/ 0 60000 65536"/>
              <a:gd name="T15" fmla="*/ 0 w 1344"/>
              <a:gd name="T16" fmla="*/ 0 h 2352"/>
              <a:gd name="T17" fmla="*/ 1344 w 1344"/>
              <a:gd name="T18" fmla="*/ 2352 h 2352"/>
            </a:gdLst>
            <a:ahLst/>
            <a:cxnLst>
              <a:cxn ang="T10">
                <a:pos x="T0" y="T1"/>
              </a:cxn>
              <a:cxn ang="T11">
                <a:pos x="T2" y="T3"/>
              </a:cxn>
              <a:cxn ang="T12">
                <a:pos x="T4" y="T5"/>
              </a:cxn>
              <a:cxn ang="T13">
                <a:pos x="T6" y="T7"/>
              </a:cxn>
              <a:cxn ang="T14">
                <a:pos x="T8" y="T9"/>
              </a:cxn>
            </a:cxnLst>
            <a:rect l="T15" t="T16" r="T17" b="T18"/>
            <a:pathLst>
              <a:path w="1344" h="2352">
                <a:moveTo>
                  <a:pt x="1344" y="2208"/>
                </a:moveTo>
                <a:lnTo>
                  <a:pt x="1248" y="2352"/>
                </a:lnTo>
                <a:lnTo>
                  <a:pt x="672" y="2352"/>
                </a:lnTo>
                <a:lnTo>
                  <a:pt x="672"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08" name="Rectangle 42"/>
          <p:cNvSpPr>
            <a:spLocks noChangeArrowheads="1"/>
          </p:cNvSpPr>
          <p:nvPr/>
        </p:nvSpPr>
        <p:spPr bwMode="auto">
          <a:xfrm>
            <a:off x="30163" y="5326063"/>
            <a:ext cx="334962"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122" name="文本框 121"/>
          <p:cNvSpPr txBox="1"/>
          <p:nvPr/>
        </p:nvSpPr>
        <p:spPr>
          <a:xfrm>
            <a:off x="709712" y="1114363"/>
            <a:ext cx="75693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rPr>
              <a:t>Q</a:t>
            </a:r>
            <a:endParaRPr lang="zh-CN" altLang="en-US"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endParaRPr>
          </a:p>
        </p:txBody>
      </p:sp>
      <p:sp>
        <p:nvSpPr>
          <p:cNvPr id="123" name="文本框 122"/>
          <p:cNvSpPr txBox="1"/>
          <p:nvPr/>
        </p:nvSpPr>
        <p:spPr>
          <a:xfrm>
            <a:off x="2914616" y="3651283"/>
            <a:ext cx="673582"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1F497D">
                    <a:lumMod val="60000"/>
                    <a:lumOff val="40000"/>
                  </a:srgbClr>
                </a:solidFill>
                <a:effectLst>
                  <a:outerShdw blurRad="12700" dist="38100" dir="2700000" algn="tl" rotWithShape="0">
                    <a:srgbClr val="4BACC6">
                      <a:lumMod val="60000"/>
                      <a:lumOff val="40000"/>
                    </a:srgbClr>
                  </a:outerShdw>
                </a:effectLst>
              </a:rPr>
              <a:t>R</a:t>
            </a:r>
            <a:endParaRPr lang="zh-CN" altLang="en-US" sz="5456" b="1" dirty="0">
              <a:ln w="9525">
                <a:solidFill>
                  <a:prstClr val="white"/>
                </a:solidFill>
                <a:prstDash val="solid"/>
              </a:ln>
              <a:solidFill>
                <a:srgbClr val="1F497D">
                  <a:lumMod val="60000"/>
                  <a:lumOff val="40000"/>
                </a:srgbClr>
              </a:solidFill>
              <a:effectLst>
                <a:outerShdw blurRad="12700" dist="38100" dir="2700000" algn="tl" rotWithShape="0">
                  <a:srgbClr val="4BACC6">
                    <a:lumMod val="60000"/>
                    <a:lumOff val="40000"/>
                  </a:srgbClr>
                </a:outerShdw>
              </a:effectLst>
            </a:endParaRPr>
          </a:p>
        </p:txBody>
      </p:sp>
      <p:sp>
        <p:nvSpPr>
          <p:cNvPr id="111" name="文本框 110"/>
          <p:cNvSpPr txBox="1"/>
          <p:nvPr/>
        </p:nvSpPr>
        <p:spPr>
          <a:xfrm>
            <a:off x="675087" y="5165778"/>
            <a:ext cx="64472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rPr>
              <a:t>P</a:t>
            </a:r>
            <a:endParaRPr lang="zh-CN" altLang="en-US"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endParaRPr>
          </a:p>
        </p:txBody>
      </p:sp>
      <p:sp>
        <p:nvSpPr>
          <p:cNvPr id="112" name="文本框 111"/>
          <p:cNvSpPr txBox="1"/>
          <p:nvPr/>
        </p:nvSpPr>
        <p:spPr>
          <a:xfrm>
            <a:off x="688265" y="3132836"/>
            <a:ext cx="606256"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rPr>
              <a:t>S</a:t>
            </a:r>
            <a:endParaRPr lang="zh-CN" altLang="en-US"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endParaRPr>
          </a:p>
        </p:txBody>
      </p:sp>
      <p:pic>
        <p:nvPicPr>
          <p:cNvPr id="574508" name="图片 10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图片 109"/>
          <p:cNvPicPr>
            <a:picLocks noChangeAspect="1"/>
          </p:cNvPicPr>
          <p:nvPr/>
        </p:nvPicPr>
        <p:blipFill>
          <a:blip r:embed="rId4"/>
          <a:stretch>
            <a:fillRect/>
          </a:stretch>
        </p:blipFill>
        <p:spPr>
          <a:xfrm>
            <a:off x="8108964" y="-44933"/>
            <a:ext cx="1796000" cy="2547315"/>
          </a:xfrm>
          <a:prstGeom prst="rect">
            <a:avLst/>
          </a:prstGeom>
        </p:spPr>
      </p:pic>
      <p:sp>
        <p:nvSpPr>
          <p:cNvPr id="3" name="灯片编号占位符 2">
            <a:extLst>
              <a:ext uri="{FF2B5EF4-FFF2-40B4-BE49-F238E27FC236}">
                <a16:creationId xmlns:a16="http://schemas.microsoft.com/office/drawing/2014/main" id="{A21BA00D-86D2-B419-7127-E56A0786F7F8}"/>
              </a:ext>
            </a:extLst>
          </p:cNvPr>
          <p:cNvSpPr>
            <a:spLocks noGrp="1"/>
          </p:cNvSpPr>
          <p:nvPr>
            <p:ph type="sldNum" sz="quarter" idx="12"/>
          </p:nvPr>
        </p:nvSpPr>
        <p:spPr/>
        <p:txBody>
          <a:bodyPr/>
          <a:lstStyle/>
          <a:p>
            <a:pPr>
              <a:defRPr/>
            </a:pPr>
            <a:fld id="{B2599DD8-4CDD-4FEA-8A1D-1BA6D312351B}" type="slidenum">
              <a:rPr lang="en-US" smtClean="0"/>
              <a:pPr>
                <a:defRPr/>
              </a:pPr>
              <a:t>67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left)">
                                      <p:cBhvr>
                                        <p:cTn id="7" dur="500"/>
                                        <p:tgtEl>
                                          <p:spTgt spid="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500"/>
                                        <p:tgtEl>
                                          <p:spTgt spid="2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wipe(down)">
                                      <p:cBhvr>
                                        <p:cTn id="42" dur="500"/>
                                        <p:tgtEl>
                                          <p:spTgt spid="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down)">
                                      <p:cBhvr>
                                        <p:cTn id="47" dur="500"/>
                                        <p:tgtEl>
                                          <p:spTgt spid="3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down)">
                                      <p:cBhvr>
                                        <p:cTn id="52" dur="500"/>
                                        <p:tgtEl>
                                          <p:spTgt spid="3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111616"/>
                                        </p:tgtEl>
                                        <p:attrNameLst>
                                          <p:attrName>style.visibility</p:attrName>
                                        </p:attrNameLst>
                                      </p:cBhvr>
                                      <p:to>
                                        <p:strVal val="visible"/>
                                      </p:to>
                                    </p:set>
                                    <p:animEffect transition="in" filter="wipe(down)">
                                      <p:cBhvr>
                                        <p:cTn id="57" dur="500"/>
                                        <p:tgtEl>
                                          <p:spTgt spid="11161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111617"/>
                                        </p:tgtEl>
                                        <p:attrNameLst>
                                          <p:attrName>style.visibility</p:attrName>
                                        </p:attrNameLst>
                                      </p:cBhvr>
                                      <p:to>
                                        <p:strVal val="visible"/>
                                      </p:to>
                                    </p:set>
                                    <p:animEffect transition="in" filter="wipe(down)">
                                      <p:cBhvr>
                                        <p:cTn id="62" dur="500"/>
                                        <p:tgtEl>
                                          <p:spTgt spid="11161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83049"/>
                                        </p:tgtEl>
                                        <p:attrNameLst>
                                          <p:attrName>style.visibility</p:attrName>
                                        </p:attrNameLst>
                                      </p:cBhvr>
                                      <p:to>
                                        <p:strVal val="visible"/>
                                      </p:to>
                                    </p:set>
                                    <p:animEffect transition="in" filter="dissolve">
                                      <p:cBhvr>
                                        <p:cTn id="67" dur="500"/>
                                        <p:tgtEl>
                                          <p:spTgt spid="8304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3050"/>
                                        </p:tgtEl>
                                        <p:attrNameLst>
                                          <p:attrName>style.visibility</p:attrName>
                                        </p:attrNameLst>
                                      </p:cBhvr>
                                      <p:to>
                                        <p:strVal val="visible"/>
                                      </p:to>
                                    </p:set>
                                    <p:animEffect transition="in" filter="dissolve">
                                      <p:cBhvr>
                                        <p:cTn id="72" dur="500"/>
                                        <p:tgtEl>
                                          <p:spTgt spid="8305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2" fill="hold" nodeType="clickEffect">
                                  <p:stCondLst>
                                    <p:cond delay="0"/>
                                  </p:stCondLst>
                                  <p:childTnLst>
                                    <p:set>
                                      <p:cBhvr>
                                        <p:cTn id="76" dur="1" fill="hold">
                                          <p:stCondLst>
                                            <p:cond delay="0"/>
                                          </p:stCondLst>
                                        </p:cTn>
                                        <p:tgtEl>
                                          <p:spTgt spid="83051"/>
                                        </p:tgtEl>
                                        <p:attrNameLst>
                                          <p:attrName>style.visibility</p:attrName>
                                        </p:attrNameLst>
                                      </p:cBhvr>
                                      <p:to>
                                        <p:strVal val="visible"/>
                                      </p:to>
                                    </p:set>
                                    <p:animEffect transition="in" filter="wipe(right)">
                                      <p:cBhvr>
                                        <p:cTn id="77" dur="500"/>
                                        <p:tgtEl>
                                          <p:spTgt spid="83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9" grpId="0" autoUpdateAnimBg="0"/>
      <p:bldP spid="83050"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24259" name="Group 2"/>
          <p:cNvGrpSpPr>
            <a:grpSpLocks/>
          </p:cNvGrpSpPr>
          <p:nvPr/>
        </p:nvGrpSpPr>
        <p:grpSpPr bwMode="auto">
          <a:xfrm>
            <a:off x="386387" y="6299729"/>
            <a:ext cx="1875038" cy="251989"/>
            <a:chOff x="2256" y="2640"/>
            <a:chExt cx="1632" cy="192"/>
          </a:xfrm>
          <a:solidFill>
            <a:srgbClr val="FFCC99"/>
          </a:solidFill>
        </p:grpSpPr>
        <p:sp>
          <p:nvSpPr>
            <p:cNvPr id="224394" name="Rectangle 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4395" name="Rectangle 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grpSp>
      <p:grpSp>
        <p:nvGrpSpPr>
          <p:cNvPr id="224260" name="Group 5"/>
          <p:cNvGrpSpPr>
            <a:grpSpLocks/>
          </p:cNvGrpSpPr>
          <p:nvPr/>
        </p:nvGrpSpPr>
        <p:grpSpPr bwMode="auto">
          <a:xfrm>
            <a:off x="386387" y="6047740"/>
            <a:ext cx="1875038" cy="251989"/>
            <a:chOff x="2256" y="2640"/>
            <a:chExt cx="1632" cy="192"/>
          </a:xfrm>
          <a:solidFill>
            <a:srgbClr val="FFCC99"/>
          </a:solidFill>
        </p:grpSpPr>
        <p:sp>
          <p:nvSpPr>
            <p:cNvPr id="224392" name="Rectangle 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4393" name="Rectangle 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a:t>
              </a:r>
            </a:p>
          </p:txBody>
        </p:sp>
      </p:grpSp>
      <p:grpSp>
        <p:nvGrpSpPr>
          <p:cNvPr id="224261" name="Group 8"/>
          <p:cNvGrpSpPr>
            <a:grpSpLocks/>
          </p:cNvGrpSpPr>
          <p:nvPr/>
        </p:nvGrpSpPr>
        <p:grpSpPr bwMode="auto">
          <a:xfrm>
            <a:off x="386387" y="5795750"/>
            <a:ext cx="1875038" cy="251989"/>
            <a:chOff x="2256" y="2640"/>
            <a:chExt cx="1632" cy="192"/>
          </a:xfrm>
          <a:solidFill>
            <a:srgbClr val="FFCC99"/>
          </a:solidFill>
        </p:grpSpPr>
        <p:sp>
          <p:nvSpPr>
            <p:cNvPr id="224390" name="Rectangle 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0(</a:t>
              </a:r>
              <a:r>
                <a:rPr kumimoji="1" lang="en-US" altLang="zh-CN" sz="1653" b="1" dirty="0">
                  <a:solidFill>
                    <a:srgbClr val="FF3300"/>
                  </a:solidFill>
                  <a:latin typeface="Times New Roman" panose="02020603050405020304" pitchFamily="18" charset="0"/>
                  <a:ea typeface="宋体" panose="02010600030101010101" pitchFamily="2" charset="-122"/>
                  <a:cs typeface="+mn-cs"/>
                </a:rPr>
                <a:t>Display)</a:t>
              </a:r>
            </a:p>
          </p:txBody>
        </p:sp>
        <p:sp>
          <p:nvSpPr>
            <p:cNvPr id="224391" name="Rectangle 1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a:t>
              </a:r>
            </a:p>
          </p:txBody>
        </p:sp>
      </p:grpSp>
      <p:grpSp>
        <p:nvGrpSpPr>
          <p:cNvPr id="224262" name="Group 11"/>
          <p:cNvGrpSpPr>
            <a:grpSpLocks/>
          </p:cNvGrpSpPr>
          <p:nvPr/>
        </p:nvGrpSpPr>
        <p:grpSpPr bwMode="auto">
          <a:xfrm>
            <a:off x="386387" y="5543761"/>
            <a:ext cx="1875038" cy="251989"/>
            <a:chOff x="2256" y="2640"/>
            <a:chExt cx="1632" cy="192"/>
          </a:xfrm>
          <a:solidFill>
            <a:srgbClr val="FFCC99"/>
          </a:solidFill>
        </p:grpSpPr>
        <p:sp>
          <p:nvSpPr>
            <p:cNvPr id="224388" name="Rectangle 1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a</a:t>
              </a:r>
            </a:p>
          </p:txBody>
        </p:sp>
        <p:sp>
          <p:nvSpPr>
            <p:cNvPr id="224389" name="Rectangle 1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a:t>
              </a:r>
            </a:p>
          </p:txBody>
        </p:sp>
      </p:grpSp>
      <p:grpSp>
        <p:nvGrpSpPr>
          <p:cNvPr id="224263" name="Group 14"/>
          <p:cNvGrpSpPr>
            <a:grpSpLocks/>
          </p:cNvGrpSpPr>
          <p:nvPr/>
        </p:nvGrpSpPr>
        <p:grpSpPr bwMode="auto">
          <a:xfrm>
            <a:off x="386387" y="5291772"/>
            <a:ext cx="1875038" cy="251989"/>
            <a:chOff x="2256" y="2640"/>
            <a:chExt cx="1632" cy="192"/>
          </a:xfrm>
          <a:solidFill>
            <a:srgbClr val="FFCC99"/>
          </a:solidFill>
        </p:grpSpPr>
        <p:sp>
          <p:nvSpPr>
            <p:cNvPr id="224386" name="Rectangle 1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x</a:t>
              </a:r>
            </a:p>
          </p:txBody>
        </p:sp>
        <p:sp>
          <p:nvSpPr>
            <p:cNvPr id="224387" name="Rectangle 1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a:t>
              </a:r>
            </a:p>
          </p:txBody>
        </p:sp>
      </p:grpSp>
      <p:grpSp>
        <p:nvGrpSpPr>
          <p:cNvPr id="224264" name="Group 17"/>
          <p:cNvGrpSpPr>
            <a:grpSpLocks/>
          </p:cNvGrpSpPr>
          <p:nvPr/>
        </p:nvGrpSpPr>
        <p:grpSpPr bwMode="auto">
          <a:xfrm>
            <a:off x="386387" y="5039783"/>
            <a:ext cx="1875038" cy="251989"/>
            <a:chOff x="2256" y="2640"/>
            <a:chExt cx="1632" cy="192"/>
          </a:xfrm>
          <a:solidFill>
            <a:srgbClr val="CCFFCC"/>
          </a:solidFill>
        </p:grpSpPr>
        <p:sp>
          <p:nvSpPr>
            <p:cNvPr id="224384" name="Rectangle 1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a:t>
              </a:r>
            </a:p>
          </p:txBody>
        </p:sp>
        <p:sp>
          <p:nvSpPr>
            <p:cNvPr id="224385" name="Rectangle 1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5</a:t>
              </a:r>
            </a:p>
          </p:txBody>
        </p:sp>
      </p:grpSp>
      <p:grpSp>
        <p:nvGrpSpPr>
          <p:cNvPr id="224265" name="Group 20"/>
          <p:cNvGrpSpPr>
            <a:grpSpLocks/>
          </p:cNvGrpSpPr>
          <p:nvPr/>
        </p:nvGrpSpPr>
        <p:grpSpPr bwMode="auto">
          <a:xfrm>
            <a:off x="386387" y="4787794"/>
            <a:ext cx="1875038" cy="251989"/>
            <a:chOff x="2256" y="2640"/>
            <a:chExt cx="1632" cy="192"/>
          </a:xfrm>
          <a:solidFill>
            <a:srgbClr val="CCFFCC"/>
          </a:solidFill>
        </p:grpSpPr>
        <p:sp>
          <p:nvSpPr>
            <p:cNvPr id="224382" name="Rectangle 2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p>
          </p:txBody>
        </p:sp>
        <p:sp>
          <p:nvSpPr>
            <p:cNvPr id="224383" name="Rectangle 2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6</a:t>
              </a:r>
            </a:p>
          </p:txBody>
        </p:sp>
      </p:grpSp>
      <p:grpSp>
        <p:nvGrpSpPr>
          <p:cNvPr id="224266" name="Group 23"/>
          <p:cNvGrpSpPr>
            <a:grpSpLocks/>
          </p:cNvGrpSpPr>
          <p:nvPr/>
        </p:nvGrpSpPr>
        <p:grpSpPr bwMode="auto">
          <a:xfrm>
            <a:off x="386387" y="4535805"/>
            <a:ext cx="1875038" cy="251989"/>
            <a:chOff x="2256" y="2640"/>
            <a:chExt cx="1632" cy="192"/>
          </a:xfrm>
          <a:solidFill>
            <a:srgbClr val="CCFFCC"/>
          </a:solidFill>
        </p:grpSpPr>
        <p:sp>
          <p:nvSpPr>
            <p:cNvPr id="224380" name="Rectangle 2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2(全局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zh-CN" altLang="en-US" sz="1653" b="1" dirty="0">
                <a:solidFill>
                  <a:srgbClr val="0000FF"/>
                </a:solidFill>
                <a:latin typeface="Times New Roman" panose="02020603050405020304" pitchFamily="18" charset="0"/>
                <a:ea typeface="宋体" panose="02010600030101010101" pitchFamily="2" charset="-122"/>
                <a:cs typeface="+mn-cs"/>
              </a:endParaRPr>
            </a:p>
          </p:txBody>
        </p:sp>
        <p:sp>
          <p:nvSpPr>
            <p:cNvPr id="224381" name="Rectangle 2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7</a:t>
              </a:r>
            </a:p>
          </p:txBody>
        </p:sp>
      </p:grpSp>
      <p:grpSp>
        <p:nvGrpSpPr>
          <p:cNvPr id="224267" name="Group 26"/>
          <p:cNvGrpSpPr>
            <a:grpSpLocks/>
          </p:cNvGrpSpPr>
          <p:nvPr/>
        </p:nvGrpSpPr>
        <p:grpSpPr bwMode="auto">
          <a:xfrm>
            <a:off x="386387" y="4283815"/>
            <a:ext cx="1875038" cy="251989"/>
            <a:chOff x="2256" y="2640"/>
            <a:chExt cx="1632" cy="192"/>
          </a:xfrm>
          <a:solidFill>
            <a:srgbClr val="CCFFCC"/>
          </a:solidFill>
        </p:grpSpPr>
        <p:sp>
          <p:nvSpPr>
            <p:cNvPr id="224378" name="Rectangle 2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0(形参个数)</a:t>
              </a:r>
            </a:p>
          </p:txBody>
        </p:sp>
        <p:sp>
          <p:nvSpPr>
            <p:cNvPr id="224379" name="Rectangle 2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8</a:t>
              </a:r>
            </a:p>
          </p:txBody>
        </p:sp>
      </p:grpSp>
      <p:grpSp>
        <p:nvGrpSpPr>
          <p:cNvPr id="224268" name="Group 29"/>
          <p:cNvGrpSpPr>
            <a:grpSpLocks/>
          </p:cNvGrpSpPr>
          <p:nvPr/>
        </p:nvGrpSpPr>
        <p:grpSpPr bwMode="auto">
          <a:xfrm>
            <a:off x="386387" y="4031826"/>
            <a:ext cx="1875038" cy="251989"/>
            <a:chOff x="2256" y="2640"/>
            <a:chExt cx="1632" cy="192"/>
          </a:xfrm>
          <a:solidFill>
            <a:srgbClr val="CCFFCC"/>
          </a:solidFill>
        </p:grpSpPr>
        <p:sp>
          <p:nvSpPr>
            <p:cNvPr id="224376" name="Rectangle 3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4377" name="Rectangle 3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9</a:t>
              </a:r>
            </a:p>
          </p:txBody>
        </p:sp>
      </p:grpSp>
      <p:grpSp>
        <p:nvGrpSpPr>
          <p:cNvPr id="224269" name="Group 32"/>
          <p:cNvGrpSpPr>
            <a:grpSpLocks/>
          </p:cNvGrpSpPr>
          <p:nvPr/>
        </p:nvGrpSpPr>
        <p:grpSpPr bwMode="auto">
          <a:xfrm>
            <a:off x="386387" y="3779837"/>
            <a:ext cx="1875038" cy="251989"/>
            <a:chOff x="2256" y="2640"/>
            <a:chExt cx="1632" cy="192"/>
          </a:xfrm>
          <a:solidFill>
            <a:srgbClr val="CCFFCC"/>
          </a:solidFill>
        </p:grpSpPr>
        <p:sp>
          <p:nvSpPr>
            <p:cNvPr id="224374" name="Rectangle 3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5</a:t>
              </a:r>
            </a:p>
          </p:txBody>
        </p:sp>
        <p:sp>
          <p:nvSpPr>
            <p:cNvPr id="224375" name="Rectangle 3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FF3300"/>
                  </a:solidFill>
                  <a:latin typeface="Times New Roman" panose="02020603050405020304" pitchFamily="18" charset="0"/>
                  <a:ea typeface="宋体" panose="02010600030101010101" pitchFamily="2" charset="-122"/>
                  <a:cs typeface="+mn-cs"/>
                </a:rPr>
                <a:t>10</a:t>
              </a:r>
            </a:p>
          </p:txBody>
        </p:sp>
      </p:grpSp>
      <p:grpSp>
        <p:nvGrpSpPr>
          <p:cNvPr id="224271" name="Group 36"/>
          <p:cNvGrpSpPr>
            <a:grpSpLocks/>
          </p:cNvGrpSpPr>
          <p:nvPr/>
        </p:nvGrpSpPr>
        <p:grpSpPr bwMode="auto">
          <a:xfrm>
            <a:off x="386387" y="3527848"/>
            <a:ext cx="1875038" cy="251989"/>
            <a:chOff x="2256" y="2640"/>
            <a:chExt cx="1632" cy="192"/>
          </a:xfrm>
          <a:solidFill>
            <a:srgbClr val="CCFFCC"/>
          </a:solidFill>
        </p:grpSpPr>
        <p:sp>
          <p:nvSpPr>
            <p:cNvPr id="224372" name="Rectangle 3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4373" name="Rectangle 3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11</a:t>
              </a:r>
            </a:p>
          </p:txBody>
        </p:sp>
      </p:grpSp>
      <p:grpSp>
        <p:nvGrpSpPr>
          <p:cNvPr id="224272" name="Group 39"/>
          <p:cNvGrpSpPr>
            <a:grpSpLocks/>
          </p:cNvGrpSpPr>
          <p:nvPr/>
        </p:nvGrpSpPr>
        <p:grpSpPr bwMode="auto">
          <a:xfrm>
            <a:off x="386387" y="3275859"/>
            <a:ext cx="1875038" cy="251989"/>
            <a:chOff x="2256" y="2640"/>
            <a:chExt cx="1632" cy="192"/>
          </a:xfrm>
          <a:solidFill>
            <a:srgbClr val="CCFFCC"/>
          </a:solidFill>
        </p:grpSpPr>
        <p:sp>
          <p:nvSpPr>
            <p:cNvPr id="224370" name="Rectangle 4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dirty="0" err="1">
                  <a:solidFill>
                    <a:prstClr val="black"/>
                  </a:solidFill>
                  <a:latin typeface="Times New Roman" panose="02020603050405020304" pitchFamily="18" charset="0"/>
                  <a:ea typeface="宋体" panose="02010600030101010101" pitchFamily="2" charset="-122"/>
                  <a:cs typeface="+mn-cs"/>
                </a:rPr>
                <a:t>i</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4371" name="Rectangle 4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12</a:t>
              </a:r>
            </a:p>
          </p:txBody>
        </p:sp>
      </p:grpSp>
      <p:sp>
        <p:nvSpPr>
          <p:cNvPr id="224273" name="Rectangle 42"/>
          <p:cNvSpPr>
            <a:spLocks noChangeArrowheads="1"/>
          </p:cNvSpPr>
          <p:nvPr/>
        </p:nvSpPr>
        <p:spPr bwMode="auto">
          <a:xfrm>
            <a:off x="30163" y="5326063"/>
            <a:ext cx="334962" cy="122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984" dirty="0">
                <a:solidFill>
                  <a:prstClr val="black"/>
                </a:solidFill>
                <a:latin typeface="微软雅黑" panose="020B0503020204020204" pitchFamily="34" charset="-122"/>
                <a:cs typeface="+mn-cs"/>
              </a:rPr>
              <a:t>动态链</a:t>
            </a:r>
          </a:p>
        </p:txBody>
      </p:sp>
      <p:sp>
        <p:nvSpPr>
          <p:cNvPr id="224274" name="Freeform 43"/>
          <p:cNvSpPr>
            <a:spLocks/>
          </p:cNvSpPr>
          <p:nvPr/>
        </p:nvSpPr>
        <p:spPr bwMode="auto">
          <a:xfrm>
            <a:off x="260350" y="5165725"/>
            <a:ext cx="188913" cy="126047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24275" name="Group 44"/>
          <p:cNvGrpSpPr>
            <a:grpSpLocks/>
          </p:cNvGrpSpPr>
          <p:nvPr/>
        </p:nvGrpSpPr>
        <p:grpSpPr bwMode="auto">
          <a:xfrm>
            <a:off x="386387" y="3023870"/>
            <a:ext cx="1875038" cy="251989"/>
            <a:chOff x="2256" y="2640"/>
            <a:chExt cx="1632" cy="192"/>
          </a:xfrm>
          <a:solidFill>
            <a:schemeClr val="tx2">
              <a:lumMod val="40000"/>
              <a:lumOff val="60000"/>
            </a:schemeClr>
          </a:solidFill>
        </p:grpSpPr>
        <p:sp>
          <p:nvSpPr>
            <p:cNvPr id="224368" name="Rectangle 4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5</a:t>
              </a:r>
            </a:p>
          </p:txBody>
        </p:sp>
        <p:sp>
          <p:nvSpPr>
            <p:cNvPr id="224369" name="Rectangle 4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13</a:t>
              </a:r>
            </a:p>
          </p:txBody>
        </p:sp>
      </p:grpSp>
      <p:grpSp>
        <p:nvGrpSpPr>
          <p:cNvPr id="224276" name="Group 47"/>
          <p:cNvGrpSpPr>
            <a:grpSpLocks/>
          </p:cNvGrpSpPr>
          <p:nvPr/>
        </p:nvGrpSpPr>
        <p:grpSpPr bwMode="auto">
          <a:xfrm>
            <a:off x="386387" y="2771880"/>
            <a:ext cx="1875038" cy="251989"/>
            <a:chOff x="2256" y="2640"/>
            <a:chExt cx="1632" cy="192"/>
          </a:xfrm>
          <a:solidFill>
            <a:schemeClr val="tx2">
              <a:lumMod val="40000"/>
              <a:lumOff val="60000"/>
            </a:schemeClr>
          </a:solidFill>
        </p:grpSpPr>
        <p:sp>
          <p:nvSpPr>
            <p:cNvPr id="224366" name="Rectangle 4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67" name="Rectangle 4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14</a:t>
              </a:r>
            </a:p>
          </p:txBody>
        </p:sp>
      </p:grpSp>
      <p:grpSp>
        <p:nvGrpSpPr>
          <p:cNvPr id="224277" name="Group 50"/>
          <p:cNvGrpSpPr>
            <a:grpSpLocks/>
          </p:cNvGrpSpPr>
          <p:nvPr/>
        </p:nvGrpSpPr>
        <p:grpSpPr bwMode="auto">
          <a:xfrm>
            <a:off x="386387" y="2519891"/>
            <a:ext cx="1875038" cy="251989"/>
            <a:chOff x="2256" y="2640"/>
            <a:chExt cx="1632" cy="192"/>
          </a:xfrm>
          <a:solidFill>
            <a:schemeClr val="tx2">
              <a:lumMod val="40000"/>
              <a:lumOff val="60000"/>
            </a:schemeClr>
          </a:solidFill>
        </p:grpSpPr>
        <p:sp>
          <p:nvSpPr>
            <p:cNvPr id="224364" name="Rectangle 5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9(全局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4365" name="Rectangle 5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15</a:t>
              </a:r>
            </a:p>
          </p:txBody>
        </p:sp>
      </p:grpSp>
      <p:grpSp>
        <p:nvGrpSpPr>
          <p:cNvPr id="224278" name="Group 53"/>
          <p:cNvGrpSpPr>
            <a:grpSpLocks/>
          </p:cNvGrpSpPr>
          <p:nvPr/>
        </p:nvGrpSpPr>
        <p:grpSpPr bwMode="auto">
          <a:xfrm>
            <a:off x="386387" y="2267902"/>
            <a:ext cx="1875038" cy="251989"/>
            <a:chOff x="2256" y="2640"/>
            <a:chExt cx="1632" cy="192"/>
          </a:xfrm>
          <a:solidFill>
            <a:schemeClr val="tx2">
              <a:lumMod val="40000"/>
              <a:lumOff val="60000"/>
            </a:schemeClr>
          </a:solidFill>
        </p:grpSpPr>
        <p:sp>
          <p:nvSpPr>
            <p:cNvPr id="224362" name="Rectangle 5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1(形参个数)</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63" name="Rectangle 5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16</a:t>
              </a:r>
            </a:p>
          </p:txBody>
        </p:sp>
      </p:grpSp>
      <p:grpSp>
        <p:nvGrpSpPr>
          <p:cNvPr id="224279" name="Group 56"/>
          <p:cNvGrpSpPr>
            <a:grpSpLocks/>
          </p:cNvGrpSpPr>
          <p:nvPr/>
        </p:nvGrpSpPr>
        <p:grpSpPr bwMode="auto">
          <a:xfrm>
            <a:off x="386387" y="2015913"/>
            <a:ext cx="1875038" cy="251989"/>
            <a:chOff x="2256" y="2640"/>
            <a:chExt cx="1632" cy="192"/>
          </a:xfrm>
          <a:solidFill>
            <a:schemeClr val="tx2">
              <a:lumMod val="40000"/>
              <a:lumOff val="60000"/>
            </a:schemeClr>
          </a:solidFill>
        </p:grpSpPr>
        <p:sp>
          <p:nvSpPr>
            <p:cNvPr id="224360" name="Rectangle 5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b</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61" name="Rectangle 5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17</a:t>
              </a:r>
            </a:p>
          </p:txBody>
        </p:sp>
      </p:grpSp>
      <p:grpSp>
        <p:nvGrpSpPr>
          <p:cNvPr id="224280" name="Group 59"/>
          <p:cNvGrpSpPr>
            <a:grpSpLocks/>
          </p:cNvGrpSpPr>
          <p:nvPr/>
        </p:nvGrpSpPr>
        <p:grpSpPr bwMode="auto">
          <a:xfrm>
            <a:off x="386387" y="1763924"/>
            <a:ext cx="1875038" cy="251989"/>
            <a:chOff x="2256" y="2640"/>
            <a:chExt cx="1632" cy="192"/>
          </a:xfrm>
          <a:solidFill>
            <a:schemeClr val="tx2">
              <a:lumMod val="40000"/>
              <a:lumOff val="60000"/>
            </a:schemeClr>
          </a:solidFill>
        </p:grpSpPr>
        <p:sp>
          <p:nvSpPr>
            <p:cNvPr id="224358" name="Rectangle 6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4359" name="Rectangle 6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18</a:t>
              </a:r>
            </a:p>
          </p:txBody>
        </p:sp>
      </p:grpSp>
      <p:grpSp>
        <p:nvGrpSpPr>
          <p:cNvPr id="224281" name="Group 62"/>
          <p:cNvGrpSpPr>
            <a:grpSpLocks/>
          </p:cNvGrpSpPr>
          <p:nvPr/>
        </p:nvGrpSpPr>
        <p:grpSpPr bwMode="auto">
          <a:xfrm>
            <a:off x="386387" y="1511935"/>
            <a:ext cx="1875038" cy="251989"/>
            <a:chOff x="2256" y="2640"/>
            <a:chExt cx="1632" cy="192"/>
          </a:xfrm>
          <a:solidFill>
            <a:schemeClr val="tx2">
              <a:lumMod val="40000"/>
              <a:lumOff val="60000"/>
            </a:schemeClr>
          </a:solidFill>
        </p:grpSpPr>
        <p:sp>
          <p:nvSpPr>
            <p:cNvPr id="224356" name="Rectangle 6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4357" name="Rectangle 6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19</a:t>
              </a:r>
            </a:p>
          </p:txBody>
        </p:sp>
      </p:grpSp>
      <p:grpSp>
        <p:nvGrpSpPr>
          <p:cNvPr id="224282" name="Group 65"/>
          <p:cNvGrpSpPr>
            <a:grpSpLocks/>
          </p:cNvGrpSpPr>
          <p:nvPr/>
        </p:nvGrpSpPr>
        <p:grpSpPr bwMode="auto">
          <a:xfrm>
            <a:off x="386387" y="1259945"/>
            <a:ext cx="1875038" cy="251989"/>
            <a:chOff x="2256" y="2640"/>
            <a:chExt cx="1632" cy="192"/>
          </a:xfrm>
          <a:solidFill>
            <a:schemeClr val="tx2">
              <a:lumMod val="40000"/>
              <a:lumOff val="60000"/>
            </a:schemeClr>
          </a:solidFill>
        </p:grpSpPr>
        <p:sp>
          <p:nvSpPr>
            <p:cNvPr id="224354" name="Rectangle 6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i</a:t>
              </a:r>
            </a:p>
          </p:txBody>
        </p:sp>
        <p:sp>
          <p:nvSpPr>
            <p:cNvPr id="224355" name="Rectangle 6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20</a:t>
              </a:r>
            </a:p>
          </p:txBody>
        </p:sp>
      </p:grpSp>
      <p:sp>
        <p:nvSpPr>
          <p:cNvPr id="224283" name="Freeform 68"/>
          <p:cNvSpPr>
            <a:spLocks/>
          </p:cNvSpPr>
          <p:nvPr/>
        </p:nvSpPr>
        <p:spPr bwMode="auto">
          <a:xfrm>
            <a:off x="260350" y="3213100"/>
            <a:ext cx="188913" cy="1889125"/>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grpSp>
        <p:nvGrpSpPr>
          <p:cNvPr id="224284" name="Group 69"/>
          <p:cNvGrpSpPr>
            <a:grpSpLocks/>
          </p:cNvGrpSpPr>
          <p:nvPr/>
        </p:nvGrpSpPr>
        <p:grpSpPr bwMode="auto">
          <a:xfrm>
            <a:off x="2583417" y="6299729"/>
            <a:ext cx="1875038" cy="251989"/>
            <a:chOff x="2256" y="2640"/>
            <a:chExt cx="1632" cy="192"/>
          </a:xfrm>
          <a:solidFill>
            <a:schemeClr val="accent5">
              <a:lumMod val="60000"/>
              <a:lumOff val="40000"/>
            </a:schemeClr>
          </a:solidFill>
        </p:grpSpPr>
        <p:sp>
          <p:nvSpPr>
            <p:cNvPr id="224352" name="Rectangle 7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13</a:t>
              </a:r>
            </a:p>
          </p:txBody>
        </p:sp>
        <p:sp>
          <p:nvSpPr>
            <p:cNvPr id="224353" name="Rectangle 7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21</a:t>
              </a:r>
            </a:p>
          </p:txBody>
        </p:sp>
      </p:grpSp>
      <p:grpSp>
        <p:nvGrpSpPr>
          <p:cNvPr id="224285" name="Group 72"/>
          <p:cNvGrpSpPr>
            <a:grpSpLocks/>
          </p:cNvGrpSpPr>
          <p:nvPr/>
        </p:nvGrpSpPr>
        <p:grpSpPr bwMode="auto">
          <a:xfrm>
            <a:off x="2583417" y="6047740"/>
            <a:ext cx="1875038" cy="251989"/>
            <a:chOff x="2256" y="2640"/>
            <a:chExt cx="1632" cy="192"/>
          </a:xfrm>
          <a:solidFill>
            <a:schemeClr val="accent5">
              <a:lumMod val="60000"/>
              <a:lumOff val="40000"/>
            </a:schemeClr>
          </a:solidFill>
        </p:grpSpPr>
        <p:sp>
          <p:nvSpPr>
            <p:cNvPr id="224350" name="Rectangle 73"/>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51" name="Rectangle 74"/>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22</a:t>
              </a:r>
            </a:p>
          </p:txBody>
        </p:sp>
      </p:grpSp>
      <p:grpSp>
        <p:nvGrpSpPr>
          <p:cNvPr id="224286" name="Group 75"/>
          <p:cNvGrpSpPr>
            <a:grpSpLocks/>
          </p:cNvGrpSpPr>
          <p:nvPr/>
        </p:nvGrpSpPr>
        <p:grpSpPr bwMode="auto">
          <a:xfrm>
            <a:off x="2583417" y="5795750"/>
            <a:ext cx="1875038" cy="251989"/>
            <a:chOff x="2256" y="2640"/>
            <a:chExt cx="1632" cy="192"/>
          </a:xfrm>
          <a:solidFill>
            <a:schemeClr val="accent5">
              <a:lumMod val="60000"/>
              <a:lumOff val="40000"/>
            </a:schemeClr>
          </a:solidFill>
        </p:grpSpPr>
        <p:sp>
          <p:nvSpPr>
            <p:cNvPr id="224348" name="Rectangle 76"/>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18(全局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p>
          </p:txBody>
        </p:sp>
        <p:sp>
          <p:nvSpPr>
            <p:cNvPr id="224349" name="Rectangle 77"/>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23</a:t>
              </a:r>
            </a:p>
          </p:txBody>
        </p:sp>
      </p:grpSp>
      <p:grpSp>
        <p:nvGrpSpPr>
          <p:cNvPr id="224287" name="Group 78"/>
          <p:cNvGrpSpPr>
            <a:grpSpLocks/>
          </p:cNvGrpSpPr>
          <p:nvPr/>
        </p:nvGrpSpPr>
        <p:grpSpPr bwMode="auto">
          <a:xfrm>
            <a:off x="2583417" y="5543761"/>
            <a:ext cx="1875038" cy="251989"/>
            <a:chOff x="2256" y="2640"/>
            <a:chExt cx="1632" cy="192"/>
          </a:xfrm>
          <a:solidFill>
            <a:schemeClr val="accent5">
              <a:lumMod val="60000"/>
              <a:lumOff val="40000"/>
            </a:schemeClr>
          </a:solidFill>
        </p:grpSpPr>
        <p:sp>
          <p:nvSpPr>
            <p:cNvPr id="224346" name="Rectangle 79"/>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47" name="Rectangle 80"/>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24</a:t>
              </a:r>
            </a:p>
          </p:txBody>
        </p:sp>
      </p:grpSp>
      <p:grpSp>
        <p:nvGrpSpPr>
          <p:cNvPr id="224288" name="Group 81"/>
          <p:cNvGrpSpPr>
            <a:grpSpLocks/>
          </p:cNvGrpSpPr>
          <p:nvPr/>
        </p:nvGrpSpPr>
        <p:grpSpPr bwMode="auto">
          <a:xfrm>
            <a:off x="2583417" y="5291772"/>
            <a:ext cx="1875038" cy="251989"/>
            <a:chOff x="2256" y="2640"/>
            <a:chExt cx="1632" cy="192"/>
          </a:xfrm>
          <a:solidFill>
            <a:schemeClr val="accent5">
              <a:lumMod val="60000"/>
              <a:lumOff val="40000"/>
            </a:schemeClr>
          </a:solidFill>
        </p:grpSpPr>
        <p:sp>
          <p:nvSpPr>
            <p:cNvPr id="224344" name="Rectangle 82"/>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u(</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45" name="Rectangle 83"/>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25</a:t>
              </a:r>
            </a:p>
          </p:txBody>
        </p:sp>
      </p:grpSp>
      <p:grpSp>
        <p:nvGrpSpPr>
          <p:cNvPr id="224289" name="Group 84"/>
          <p:cNvGrpSpPr>
            <a:grpSpLocks/>
          </p:cNvGrpSpPr>
          <p:nvPr/>
        </p:nvGrpSpPr>
        <p:grpSpPr bwMode="auto">
          <a:xfrm>
            <a:off x="2583417" y="5039783"/>
            <a:ext cx="1875038" cy="251989"/>
            <a:chOff x="2256" y="2640"/>
            <a:chExt cx="1632" cy="192"/>
          </a:xfrm>
          <a:solidFill>
            <a:schemeClr val="accent5">
              <a:lumMod val="60000"/>
              <a:lumOff val="40000"/>
            </a:schemeClr>
          </a:solidFill>
        </p:grpSpPr>
        <p:sp>
          <p:nvSpPr>
            <p:cNvPr id="224342" name="Rectangle 85"/>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v(</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43" name="Rectangle 86"/>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26</a:t>
              </a:r>
            </a:p>
          </p:txBody>
        </p:sp>
      </p:grpSp>
      <p:grpSp>
        <p:nvGrpSpPr>
          <p:cNvPr id="224290" name="Group 87"/>
          <p:cNvGrpSpPr>
            <a:grpSpLocks/>
          </p:cNvGrpSpPr>
          <p:nvPr/>
        </p:nvGrpSpPr>
        <p:grpSpPr bwMode="auto">
          <a:xfrm>
            <a:off x="2583417" y="4787794"/>
            <a:ext cx="1875038" cy="251989"/>
            <a:chOff x="2256" y="2640"/>
            <a:chExt cx="1632" cy="192"/>
          </a:xfrm>
          <a:solidFill>
            <a:schemeClr val="accent5">
              <a:lumMod val="60000"/>
              <a:lumOff val="40000"/>
            </a:schemeClr>
          </a:solidFill>
        </p:grpSpPr>
        <p:sp>
          <p:nvSpPr>
            <p:cNvPr id="224340" name="Rectangle 88"/>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4341" name="Rectangle 89"/>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27</a:t>
              </a:r>
            </a:p>
          </p:txBody>
        </p:sp>
      </p:grpSp>
      <p:grpSp>
        <p:nvGrpSpPr>
          <p:cNvPr id="224291" name="Group 90"/>
          <p:cNvGrpSpPr>
            <a:grpSpLocks/>
          </p:cNvGrpSpPr>
          <p:nvPr/>
        </p:nvGrpSpPr>
        <p:grpSpPr bwMode="auto">
          <a:xfrm>
            <a:off x="2583417" y="4535805"/>
            <a:ext cx="1875038" cy="251989"/>
            <a:chOff x="2256" y="2640"/>
            <a:chExt cx="1632" cy="192"/>
          </a:xfrm>
          <a:solidFill>
            <a:schemeClr val="accent5">
              <a:lumMod val="60000"/>
              <a:lumOff val="40000"/>
            </a:schemeClr>
          </a:solidFill>
        </p:grpSpPr>
        <p:sp>
          <p:nvSpPr>
            <p:cNvPr id="224338" name="Rectangle 91"/>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4339" name="Rectangle 92"/>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28</a:t>
              </a:r>
            </a:p>
          </p:txBody>
        </p:sp>
      </p:grpSp>
      <p:grpSp>
        <p:nvGrpSpPr>
          <p:cNvPr id="224292" name="Group 93"/>
          <p:cNvGrpSpPr>
            <a:grpSpLocks/>
          </p:cNvGrpSpPr>
          <p:nvPr/>
        </p:nvGrpSpPr>
        <p:grpSpPr bwMode="auto">
          <a:xfrm>
            <a:off x="2583417" y="4283815"/>
            <a:ext cx="1875038" cy="251989"/>
            <a:chOff x="2256" y="2640"/>
            <a:chExt cx="1632" cy="192"/>
          </a:xfrm>
          <a:solidFill>
            <a:schemeClr val="accent5">
              <a:lumMod val="60000"/>
              <a:lumOff val="40000"/>
            </a:schemeClr>
          </a:solidFill>
        </p:grpSpPr>
        <p:sp>
          <p:nvSpPr>
            <p:cNvPr id="224336" name="Rectangle 94"/>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21</a:t>
              </a:r>
            </a:p>
          </p:txBody>
        </p:sp>
        <p:sp>
          <p:nvSpPr>
            <p:cNvPr id="224337" name="Rectangle 95"/>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29</a:t>
              </a:r>
            </a:p>
          </p:txBody>
        </p:sp>
      </p:grpSp>
      <p:grpSp>
        <p:nvGrpSpPr>
          <p:cNvPr id="224293" name="Group 96"/>
          <p:cNvGrpSpPr>
            <a:grpSpLocks/>
          </p:cNvGrpSpPr>
          <p:nvPr/>
        </p:nvGrpSpPr>
        <p:grpSpPr bwMode="auto">
          <a:xfrm>
            <a:off x="2583417" y="4031826"/>
            <a:ext cx="1875038" cy="251989"/>
            <a:chOff x="2256" y="2640"/>
            <a:chExt cx="1632" cy="192"/>
          </a:xfrm>
          <a:solidFill>
            <a:schemeClr val="accent5">
              <a:lumMod val="60000"/>
              <a:lumOff val="40000"/>
            </a:schemeClr>
          </a:solidFill>
        </p:grpSpPr>
        <p:sp>
          <p:nvSpPr>
            <p:cNvPr id="224334" name="Rectangle 97"/>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4335" name="Rectangle 98"/>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30</a:t>
              </a:r>
            </a:p>
          </p:txBody>
        </p:sp>
      </p:grpSp>
      <p:grpSp>
        <p:nvGrpSpPr>
          <p:cNvPr id="224294" name="Group 99"/>
          <p:cNvGrpSpPr>
            <a:grpSpLocks/>
          </p:cNvGrpSpPr>
          <p:nvPr/>
        </p:nvGrpSpPr>
        <p:grpSpPr bwMode="auto">
          <a:xfrm>
            <a:off x="2583417" y="3779837"/>
            <a:ext cx="1875038" cy="251989"/>
            <a:chOff x="2256" y="2640"/>
            <a:chExt cx="1632" cy="192"/>
          </a:xfrm>
          <a:solidFill>
            <a:schemeClr val="accent5">
              <a:lumMod val="60000"/>
              <a:lumOff val="40000"/>
            </a:schemeClr>
          </a:solidFill>
        </p:grpSpPr>
        <p:sp>
          <p:nvSpPr>
            <p:cNvPr id="224332" name="Rectangle 100"/>
            <p:cNvSpPr>
              <a:spLocks noChangeArrowheads="1"/>
            </p:cNvSpPr>
            <p:nvPr/>
          </p:nvSpPr>
          <p:spPr bwMode="auto">
            <a:xfrm>
              <a:off x="2592" y="2640"/>
              <a:ext cx="1296" cy="192"/>
            </a:xfrm>
            <a:prstGeom prst="rect">
              <a:avLst/>
            </a:prstGeom>
            <a:grp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d</a:t>
              </a:r>
            </a:p>
          </p:txBody>
        </p:sp>
        <p:sp>
          <p:nvSpPr>
            <p:cNvPr id="224333" name="Rectangle 101"/>
            <p:cNvSpPr>
              <a:spLocks noChangeArrowheads="1"/>
            </p:cNvSpPr>
            <p:nvPr/>
          </p:nvSpPr>
          <p:spPr bwMode="auto">
            <a:xfrm>
              <a:off x="2256" y="2640"/>
              <a:ext cx="336" cy="192"/>
            </a:xfrm>
            <a:prstGeom prst="rect">
              <a:avLst/>
            </a:prstGeom>
            <a:grp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31</a:t>
              </a:r>
            </a:p>
          </p:txBody>
        </p:sp>
      </p:grpSp>
      <p:sp>
        <p:nvSpPr>
          <p:cNvPr id="84070" name="Rectangle 102"/>
          <p:cNvSpPr>
            <a:spLocks noChangeArrowheads="1"/>
          </p:cNvSpPr>
          <p:nvPr/>
        </p:nvSpPr>
        <p:spPr bwMode="auto">
          <a:xfrm>
            <a:off x="1665288" y="977900"/>
            <a:ext cx="1071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TOP</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1984" b="1">
              <a:solidFill>
                <a:prstClr val="black"/>
              </a:solidFill>
              <a:latin typeface="Times New Roman" panose="02020603050405020304" pitchFamily="18" charset="0"/>
              <a:ea typeface="宋体" panose="02010600030101010101" pitchFamily="2" charset="-122"/>
              <a:cs typeface="+mn-cs"/>
            </a:endParaRPr>
          </a:p>
        </p:txBody>
      </p:sp>
      <p:sp>
        <p:nvSpPr>
          <p:cNvPr id="84071" name="Rectangle 103"/>
          <p:cNvSpPr>
            <a:spLocks noChangeArrowheads="1"/>
          </p:cNvSpPr>
          <p:nvPr/>
        </p:nvSpPr>
        <p:spPr bwMode="auto">
          <a:xfrm>
            <a:off x="1760538" y="3465513"/>
            <a:ext cx="1071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984" b="1">
                <a:solidFill>
                  <a:prstClr val="black"/>
                </a:solidFill>
                <a:latin typeface="Times New Roman" panose="02020603050405020304" pitchFamily="18" charset="0"/>
                <a:ea typeface="宋体" panose="02010600030101010101" pitchFamily="2" charset="-122"/>
                <a:cs typeface="+mn-cs"/>
              </a:rPr>
              <a:t>SP </a:t>
            </a:r>
            <a:r>
              <a:rPr kumimoji="1" lang="en-US" altLang="zh-CN" sz="1984" b="1">
                <a:solidFill>
                  <a:prstClr val="black"/>
                </a:solidFill>
                <a:latin typeface="Times New Roman" panose="02020603050405020304" pitchFamily="18" charset="0"/>
                <a:ea typeface="宋体" panose="02010600030101010101" pitchFamily="2" charset="-122"/>
                <a:cs typeface="+mn-cs"/>
                <a:sym typeface="Symbol" panose="05050102010706020507" pitchFamily="18" charset="2"/>
              </a:rPr>
              <a:t></a:t>
            </a:r>
          </a:p>
        </p:txBody>
      </p:sp>
      <p:grpSp>
        <p:nvGrpSpPr>
          <p:cNvPr id="2" name="Group 105"/>
          <p:cNvGrpSpPr>
            <a:grpSpLocks/>
          </p:cNvGrpSpPr>
          <p:nvPr/>
        </p:nvGrpSpPr>
        <p:grpSpPr bwMode="auto">
          <a:xfrm>
            <a:off x="2582863" y="3527425"/>
            <a:ext cx="1874837" cy="252413"/>
            <a:chOff x="2256" y="2640"/>
            <a:chExt cx="1632" cy="192"/>
          </a:xfrm>
        </p:grpSpPr>
        <p:sp>
          <p:nvSpPr>
            <p:cNvPr id="224330" name="Rectangle 10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21</a:t>
              </a:r>
            </a:p>
          </p:txBody>
        </p:sp>
        <p:sp>
          <p:nvSpPr>
            <p:cNvPr id="224331" name="Rectangle 107"/>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32</a:t>
              </a:r>
            </a:p>
          </p:txBody>
        </p:sp>
      </p:grpSp>
      <p:grpSp>
        <p:nvGrpSpPr>
          <p:cNvPr id="3" name="Group 108"/>
          <p:cNvGrpSpPr>
            <a:grpSpLocks/>
          </p:cNvGrpSpPr>
          <p:nvPr/>
        </p:nvGrpSpPr>
        <p:grpSpPr bwMode="auto">
          <a:xfrm>
            <a:off x="2582863" y="3276600"/>
            <a:ext cx="1874837" cy="250825"/>
            <a:chOff x="2256" y="2640"/>
            <a:chExt cx="1632" cy="192"/>
          </a:xfrm>
        </p:grpSpPr>
        <p:sp>
          <p:nvSpPr>
            <p:cNvPr id="224328" name="Rectangle 109"/>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返回地址</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4329" name="Rectangle 110"/>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33</a:t>
              </a:r>
            </a:p>
          </p:txBody>
        </p:sp>
      </p:grpSp>
      <p:grpSp>
        <p:nvGrpSpPr>
          <p:cNvPr id="4" name="Group 111"/>
          <p:cNvGrpSpPr>
            <a:grpSpLocks/>
          </p:cNvGrpSpPr>
          <p:nvPr/>
        </p:nvGrpSpPr>
        <p:grpSpPr bwMode="auto">
          <a:xfrm>
            <a:off x="2582863" y="3024188"/>
            <a:ext cx="1874837" cy="252412"/>
            <a:chOff x="2256" y="2640"/>
            <a:chExt cx="1632" cy="192"/>
          </a:xfrm>
        </p:grpSpPr>
        <p:sp>
          <p:nvSpPr>
            <p:cNvPr id="224326" name="Rectangle 112"/>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srgbClr val="0000FF"/>
                  </a:solidFill>
                  <a:latin typeface="Times New Roman" panose="02020603050405020304" pitchFamily="18" charset="0"/>
                  <a:ea typeface="宋体" panose="02010600030101010101" pitchFamily="2" charset="-122"/>
                  <a:cs typeface="+mn-cs"/>
                </a:rPr>
                <a:t>27(全局</a:t>
              </a:r>
              <a:r>
                <a:rPr kumimoji="1" lang="en-US" altLang="zh-CN" sz="1653" b="1" dirty="0">
                  <a:solidFill>
                    <a:srgbClr val="0000FF"/>
                  </a:solidFill>
                  <a:latin typeface="Times New Roman" panose="02020603050405020304" pitchFamily="18" charset="0"/>
                  <a:ea typeface="宋体" panose="02010600030101010101" pitchFamily="2" charset="-122"/>
                  <a:cs typeface="+mn-cs"/>
                </a:rPr>
                <a:t>Display)</a:t>
              </a:r>
            </a:p>
          </p:txBody>
        </p:sp>
        <p:sp>
          <p:nvSpPr>
            <p:cNvPr id="224327" name="Rectangle 113"/>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34</a:t>
              </a:r>
            </a:p>
          </p:txBody>
        </p:sp>
      </p:grpSp>
      <p:grpSp>
        <p:nvGrpSpPr>
          <p:cNvPr id="5" name="Group 114"/>
          <p:cNvGrpSpPr>
            <a:grpSpLocks/>
          </p:cNvGrpSpPr>
          <p:nvPr/>
        </p:nvGrpSpPr>
        <p:grpSpPr bwMode="auto">
          <a:xfrm>
            <a:off x="2582863" y="2771775"/>
            <a:ext cx="1874837" cy="252413"/>
            <a:chOff x="2256" y="2640"/>
            <a:chExt cx="1632" cy="192"/>
          </a:xfrm>
        </p:grpSpPr>
        <p:sp>
          <p:nvSpPr>
            <p:cNvPr id="224324" name="Rectangle 115"/>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dirty="0">
                  <a:solidFill>
                    <a:prstClr val="black"/>
                  </a:solidFill>
                  <a:latin typeface="Times New Roman" panose="02020603050405020304" pitchFamily="18" charset="0"/>
                  <a:ea typeface="宋体" panose="02010600030101010101" pitchFamily="2" charset="-122"/>
                  <a:cs typeface="+mn-cs"/>
                </a:rPr>
                <a:t>2(形参个数)</a:t>
              </a:r>
              <a:endParaRPr kumimoji="1" lang="en-US" altLang="zh-CN" sz="1653" b="1" dirty="0">
                <a:solidFill>
                  <a:prstClr val="black"/>
                </a:solidFill>
                <a:latin typeface="Times New Roman" panose="02020603050405020304" pitchFamily="18" charset="0"/>
                <a:ea typeface="宋体" panose="02010600030101010101" pitchFamily="2" charset="-122"/>
                <a:cs typeface="+mn-cs"/>
              </a:endParaRPr>
            </a:p>
          </p:txBody>
        </p:sp>
        <p:sp>
          <p:nvSpPr>
            <p:cNvPr id="224325" name="Rectangle 116"/>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35</a:t>
              </a:r>
            </a:p>
          </p:txBody>
        </p:sp>
      </p:grpSp>
      <p:grpSp>
        <p:nvGrpSpPr>
          <p:cNvPr id="6" name="Group 117"/>
          <p:cNvGrpSpPr>
            <a:grpSpLocks/>
          </p:cNvGrpSpPr>
          <p:nvPr/>
        </p:nvGrpSpPr>
        <p:grpSpPr bwMode="auto">
          <a:xfrm>
            <a:off x="2582863" y="2519363"/>
            <a:ext cx="1874837" cy="252412"/>
            <a:chOff x="2256" y="2640"/>
            <a:chExt cx="1632" cy="192"/>
          </a:xfrm>
        </p:grpSpPr>
        <p:sp>
          <p:nvSpPr>
            <p:cNvPr id="224322" name="Rectangle 118"/>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u(</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23" name="Rectangle 119"/>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36</a:t>
              </a:r>
            </a:p>
          </p:txBody>
        </p:sp>
      </p:grpSp>
      <p:grpSp>
        <p:nvGrpSpPr>
          <p:cNvPr id="7" name="Group 120"/>
          <p:cNvGrpSpPr>
            <a:grpSpLocks/>
          </p:cNvGrpSpPr>
          <p:nvPr/>
        </p:nvGrpSpPr>
        <p:grpSpPr bwMode="auto">
          <a:xfrm>
            <a:off x="2582863" y="2268538"/>
            <a:ext cx="1874837" cy="250825"/>
            <a:chOff x="2256" y="2640"/>
            <a:chExt cx="1632" cy="192"/>
          </a:xfrm>
        </p:grpSpPr>
        <p:sp>
          <p:nvSpPr>
            <p:cNvPr id="224320" name="Rectangle 121"/>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v(</a:t>
              </a:r>
              <a:r>
                <a:rPr kumimoji="1" lang="zh-CN" altLang="en-US" sz="1653" b="1">
                  <a:solidFill>
                    <a:prstClr val="black"/>
                  </a:solidFill>
                  <a:latin typeface="Times New Roman" panose="02020603050405020304" pitchFamily="18" charset="0"/>
                  <a:ea typeface="宋体" panose="02010600030101010101" pitchFamily="2" charset="-122"/>
                  <a:cs typeface="+mn-cs"/>
                </a:rPr>
                <a:t>形参)</a:t>
              </a:r>
              <a:endParaRPr kumimoji="1" lang="en-US" altLang="zh-CN" sz="1653" b="1">
                <a:solidFill>
                  <a:prstClr val="black"/>
                </a:solidFill>
                <a:latin typeface="Times New Roman" panose="02020603050405020304" pitchFamily="18" charset="0"/>
                <a:ea typeface="宋体" panose="02010600030101010101" pitchFamily="2" charset="-122"/>
                <a:cs typeface="+mn-cs"/>
              </a:endParaRPr>
            </a:p>
          </p:txBody>
        </p:sp>
        <p:sp>
          <p:nvSpPr>
            <p:cNvPr id="224321" name="Rectangle 122"/>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37</a:t>
              </a:r>
            </a:p>
          </p:txBody>
        </p:sp>
      </p:grpSp>
      <p:grpSp>
        <p:nvGrpSpPr>
          <p:cNvPr id="8" name="Group 123"/>
          <p:cNvGrpSpPr>
            <a:grpSpLocks/>
          </p:cNvGrpSpPr>
          <p:nvPr/>
        </p:nvGrpSpPr>
        <p:grpSpPr bwMode="auto">
          <a:xfrm>
            <a:off x="2582863" y="2016125"/>
            <a:ext cx="1874837" cy="252413"/>
            <a:chOff x="2256" y="2640"/>
            <a:chExt cx="1632" cy="192"/>
          </a:xfrm>
        </p:grpSpPr>
        <p:sp>
          <p:nvSpPr>
            <p:cNvPr id="224318" name="Rectangle 124"/>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0</a:t>
              </a:r>
            </a:p>
          </p:txBody>
        </p:sp>
        <p:sp>
          <p:nvSpPr>
            <p:cNvPr id="224319" name="Rectangle 125"/>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38</a:t>
              </a:r>
            </a:p>
          </p:txBody>
        </p:sp>
      </p:grpSp>
      <p:grpSp>
        <p:nvGrpSpPr>
          <p:cNvPr id="9" name="Group 126"/>
          <p:cNvGrpSpPr>
            <a:grpSpLocks/>
          </p:cNvGrpSpPr>
          <p:nvPr/>
        </p:nvGrpSpPr>
        <p:grpSpPr bwMode="auto">
          <a:xfrm>
            <a:off x="2582863" y="1763713"/>
            <a:ext cx="1874837" cy="252412"/>
            <a:chOff x="2256" y="2640"/>
            <a:chExt cx="1632" cy="192"/>
          </a:xfrm>
        </p:grpSpPr>
        <p:sp>
          <p:nvSpPr>
            <p:cNvPr id="224316" name="Rectangle 127"/>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13</a:t>
              </a:r>
            </a:p>
          </p:txBody>
        </p:sp>
        <p:sp>
          <p:nvSpPr>
            <p:cNvPr id="224317" name="Rectangle 128"/>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39</a:t>
              </a:r>
            </a:p>
          </p:txBody>
        </p:sp>
      </p:grpSp>
      <p:grpSp>
        <p:nvGrpSpPr>
          <p:cNvPr id="10" name="Group 129"/>
          <p:cNvGrpSpPr>
            <a:grpSpLocks/>
          </p:cNvGrpSpPr>
          <p:nvPr/>
        </p:nvGrpSpPr>
        <p:grpSpPr bwMode="auto">
          <a:xfrm>
            <a:off x="2582863" y="1511300"/>
            <a:ext cx="1874837" cy="252413"/>
            <a:chOff x="2256" y="2640"/>
            <a:chExt cx="1632" cy="192"/>
          </a:xfrm>
        </p:grpSpPr>
        <p:sp>
          <p:nvSpPr>
            <p:cNvPr id="224314" name="Rectangle 130"/>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srgbClr val="FF3300"/>
                  </a:solidFill>
                  <a:latin typeface="Times New Roman" panose="02020603050405020304" pitchFamily="18" charset="0"/>
                  <a:ea typeface="宋体" panose="02010600030101010101" pitchFamily="2" charset="-122"/>
                  <a:cs typeface="+mn-cs"/>
                </a:rPr>
                <a:t>32</a:t>
              </a:r>
            </a:p>
          </p:txBody>
        </p:sp>
        <p:sp>
          <p:nvSpPr>
            <p:cNvPr id="224315" name="Rectangle 131"/>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srgbClr val="FF3300"/>
                  </a:solidFill>
                  <a:latin typeface="Times New Roman" panose="02020603050405020304" pitchFamily="18" charset="0"/>
                  <a:ea typeface="宋体" panose="02010600030101010101" pitchFamily="2" charset="-122"/>
                  <a:cs typeface="+mn-cs"/>
                </a:rPr>
                <a:t>40</a:t>
              </a:r>
            </a:p>
          </p:txBody>
        </p:sp>
      </p:grpSp>
      <p:grpSp>
        <p:nvGrpSpPr>
          <p:cNvPr id="11" name="Group 132"/>
          <p:cNvGrpSpPr>
            <a:grpSpLocks/>
          </p:cNvGrpSpPr>
          <p:nvPr/>
        </p:nvGrpSpPr>
        <p:grpSpPr bwMode="auto">
          <a:xfrm>
            <a:off x="2582863" y="1260475"/>
            <a:ext cx="1874837" cy="250825"/>
            <a:chOff x="2256" y="2640"/>
            <a:chExt cx="1632" cy="192"/>
          </a:xfrm>
        </p:grpSpPr>
        <p:sp>
          <p:nvSpPr>
            <p:cNvPr id="224312" name="Rectangle 133"/>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c</a:t>
              </a:r>
            </a:p>
          </p:txBody>
        </p:sp>
        <p:sp>
          <p:nvSpPr>
            <p:cNvPr id="224313" name="Rectangle 134"/>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41</a:t>
              </a:r>
            </a:p>
          </p:txBody>
        </p:sp>
      </p:grpSp>
      <p:grpSp>
        <p:nvGrpSpPr>
          <p:cNvPr id="12" name="Group 135"/>
          <p:cNvGrpSpPr>
            <a:grpSpLocks/>
          </p:cNvGrpSpPr>
          <p:nvPr/>
        </p:nvGrpSpPr>
        <p:grpSpPr bwMode="auto">
          <a:xfrm>
            <a:off x="2582863" y="1008063"/>
            <a:ext cx="1874837" cy="252412"/>
            <a:chOff x="2256" y="2640"/>
            <a:chExt cx="1632" cy="192"/>
          </a:xfrm>
        </p:grpSpPr>
        <p:sp>
          <p:nvSpPr>
            <p:cNvPr id="224310" name="Rectangle 136"/>
            <p:cNvSpPr>
              <a:spLocks noChangeArrowheads="1"/>
            </p:cNvSpPr>
            <p:nvPr/>
          </p:nvSpPr>
          <p:spPr bwMode="auto">
            <a:xfrm>
              <a:off x="2592" y="2640"/>
              <a:ext cx="1296" cy="192"/>
            </a:xfrm>
            <a:prstGeom prst="rect">
              <a:avLst/>
            </a:prstGeom>
            <a:solidFill>
              <a:srgbClr val="33CCCC"/>
            </a:solidFill>
            <a:ln w="12700">
              <a:solidFill>
                <a:schemeClr val="tx1"/>
              </a:solidFill>
              <a:miter lim="800000"/>
              <a:headEnd/>
              <a:tailEnd type="none" w="lg" len="lg"/>
            </a:ln>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1653" b="1">
                  <a:solidFill>
                    <a:prstClr val="black"/>
                  </a:solidFill>
                  <a:latin typeface="Times New Roman" panose="02020603050405020304" pitchFamily="18" charset="0"/>
                  <a:ea typeface="宋体" panose="02010600030101010101" pitchFamily="2" charset="-122"/>
                  <a:cs typeface="+mn-cs"/>
                </a:rPr>
                <a:t>d</a:t>
              </a:r>
            </a:p>
          </p:txBody>
        </p:sp>
        <p:sp>
          <p:nvSpPr>
            <p:cNvPr id="224311" name="Rectangle 137"/>
            <p:cNvSpPr>
              <a:spLocks noChangeArrowheads="1"/>
            </p:cNvSpPr>
            <p:nvPr/>
          </p:nvSpPr>
          <p:spPr bwMode="auto">
            <a:xfrm>
              <a:off x="2256" y="2640"/>
              <a:ext cx="336" cy="192"/>
            </a:xfrm>
            <a:prstGeom prst="rect">
              <a:avLst/>
            </a:prstGeom>
            <a:solidFill>
              <a:srgbClr val="33CCCC"/>
            </a:solidFill>
            <a:ln>
              <a:noFill/>
            </a:ln>
            <a:extLst>
              <a:ext uri="{91240B29-F687-4F45-9708-019B960494DF}">
                <a14:hiddenLine xmlns:a14="http://schemas.microsoft.com/office/drawing/2010/main" w="12700">
                  <a:solidFill>
                    <a:srgbClr val="000000"/>
                  </a:solidFill>
                  <a:miter lim="800000"/>
                  <a:headEnd/>
                  <a:tailEnd type="none" w="lg" len="lg"/>
                </a14:hiddenLine>
              </a:ext>
            </a:extLst>
          </p:spPr>
          <p:txBody>
            <a:bodyPr wrap="none" tIns="0" bIns="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1653" b="1">
                  <a:solidFill>
                    <a:prstClr val="black"/>
                  </a:solidFill>
                  <a:latin typeface="Times New Roman" panose="02020603050405020304" pitchFamily="18" charset="0"/>
                  <a:ea typeface="宋体" panose="02010600030101010101" pitchFamily="2" charset="-122"/>
                  <a:cs typeface="+mn-cs"/>
                </a:rPr>
                <a:t>42</a:t>
              </a:r>
            </a:p>
          </p:txBody>
        </p:sp>
      </p:grpSp>
      <p:sp>
        <p:nvSpPr>
          <p:cNvPr id="84106" name="Freeform 138"/>
          <p:cNvSpPr>
            <a:spLocks/>
          </p:cNvSpPr>
          <p:nvPr/>
        </p:nvSpPr>
        <p:spPr bwMode="auto">
          <a:xfrm>
            <a:off x="2481263" y="3716338"/>
            <a:ext cx="252412" cy="2646362"/>
          </a:xfrm>
          <a:custGeom>
            <a:avLst/>
            <a:gdLst>
              <a:gd name="T0" fmla="*/ 2147483646 w 144"/>
              <a:gd name="T1" fmla="*/ 0 h 960"/>
              <a:gd name="T2" fmla="*/ 0 w 144"/>
              <a:gd name="T3" fmla="*/ 2147483646 h 960"/>
              <a:gd name="T4" fmla="*/ 0 w 144"/>
              <a:gd name="T5" fmla="*/ 2147483646 h 960"/>
              <a:gd name="T6" fmla="*/ 2147483646 w 144"/>
              <a:gd name="T7" fmla="*/ 2147483646 h 960"/>
              <a:gd name="T8" fmla="*/ 0 60000 65536"/>
              <a:gd name="T9" fmla="*/ 0 60000 65536"/>
              <a:gd name="T10" fmla="*/ 0 60000 65536"/>
              <a:gd name="T11" fmla="*/ 0 60000 65536"/>
              <a:gd name="T12" fmla="*/ 0 w 144"/>
              <a:gd name="T13" fmla="*/ 0 h 960"/>
              <a:gd name="T14" fmla="*/ 144 w 144"/>
              <a:gd name="T15" fmla="*/ 960 h 960"/>
            </a:gdLst>
            <a:ahLst/>
            <a:cxnLst>
              <a:cxn ang="T8">
                <a:pos x="T0" y="T1"/>
              </a:cxn>
              <a:cxn ang="T9">
                <a:pos x="T2" y="T3"/>
              </a:cxn>
              <a:cxn ang="T10">
                <a:pos x="T4" y="T5"/>
              </a:cxn>
              <a:cxn ang="T11">
                <a:pos x="T6" y="T7"/>
              </a:cxn>
            </a:cxnLst>
            <a:rect l="T12" t="T13" r="T14" b="T15"/>
            <a:pathLst>
              <a:path w="144" h="960">
                <a:moveTo>
                  <a:pt x="144" y="0"/>
                </a:moveTo>
                <a:lnTo>
                  <a:pt x="0" y="144"/>
                </a:lnTo>
                <a:lnTo>
                  <a:pt x="0" y="960"/>
                </a:lnTo>
                <a:lnTo>
                  <a:pt x="144" y="96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224297" name="Freeform 104"/>
          <p:cNvSpPr>
            <a:spLocks/>
          </p:cNvSpPr>
          <p:nvPr/>
        </p:nvSpPr>
        <p:spPr bwMode="auto">
          <a:xfrm>
            <a:off x="2139950" y="3213100"/>
            <a:ext cx="536575" cy="3273425"/>
          </a:xfrm>
          <a:custGeom>
            <a:avLst/>
            <a:gdLst>
              <a:gd name="T0" fmla="*/ 2147483646 w 987"/>
              <a:gd name="T1" fmla="*/ 2147483646 h 2448"/>
              <a:gd name="T2" fmla="*/ 2147483646 w 987"/>
              <a:gd name="T3" fmla="*/ 2147483646 h 2448"/>
              <a:gd name="T4" fmla="*/ 2147483646 w 987"/>
              <a:gd name="T5" fmla="*/ 2147483646 h 2448"/>
              <a:gd name="T6" fmla="*/ 2147483646 w 987"/>
              <a:gd name="T7" fmla="*/ 0 h 2448"/>
              <a:gd name="T8" fmla="*/ 0 w 987"/>
              <a:gd name="T9" fmla="*/ 0 h 2448"/>
              <a:gd name="T10" fmla="*/ 0 60000 65536"/>
              <a:gd name="T11" fmla="*/ 0 60000 65536"/>
              <a:gd name="T12" fmla="*/ 0 60000 65536"/>
              <a:gd name="T13" fmla="*/ 0 60000 65536"/>
              <a:gd name="T14" fmla="*/ 0 60000 65536"/>
              <a:gd name="T15" fmla="*/ 0 w 987"/>
              <a:gd name="T16" fmla="*/ 0 h 2448"/>
              <a:gd name="T17" fmla="*/ 987 w 987"/>
              <a:gd name="T18" fmla="*/ 2448 h 2448"/>
            </a:gdLst>
            <a:ahLst/>
            <a:cxnLst>
              <a:cxn ang="T10">
                <a:pos x="T0" y="T1"/>
              </a:cxn>
              <a:cxn ang="T11">
                <a:pos x="T2" y="T3"/>
              </a:cxn>
              <a:cxn ang="T12">
                <a:pos x="T4" y="T5"/>
              </a:cxn>
              <a:cxn ang="T13">
                <a:pos x="T6" y="T7"/>
              </a:cxn>
              <a:cxn ang="T14">
                <a:pos x="T8" y="T9"/>
              </a:cxn>
            </a:cxnLst>
            <a:rect l="T15" t="T16" r="T17" b="T18"/>
            <a:pathLst>
              <a:path w="987" h="2448">
                <a:moveTo>
                  <a:pt x="987" y="2430"/>
                </a:moveTo>
                <a:lnTo>
                  <a:pt x="981" y="2448"/>
                </a:lnTo>
                <a:lnTo>
                  <a:pt x="528" y="2448"/>
                </a:lnTo>
                <a:lnTo>
                  <a:pt x="528" y="0"/>
                </a:lnTo>
                <a:lnTo>
                  <a:pt x="0" y="0"/>
                </a:lnTo>
              </a:path>
            </a:pathLst>
          </a:custGeom>
          <a:noFill/>
          <a:ln w="19050" cap="flat" cmpd="sng">
            <a:solidFill>
              <a:srgbClr val="FF0000"/>
            </a:solidFill>
            <a:prstDash val="solid"/>
            <a:round/>
            <a:headEnd type="none"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pPr defTabSz="503972" eaLnBrk="1" fontAlgn="auto" hangingPunct="1">
              <a:spcBef>
                <a:spcPts val="0"/>
              </a:spcBef>
              <a:spcAft>
                <a:spcPts val="0"/>
              </a:spcAft>
              <a:defRPr/>
            </a:pPr>
            <a:endParaRPr lang="zh-CN" altLang="en-US" sz="1488">
              <a:solidFill>
                <a:prstClr val="black"/>
              </a:solidFill>
              <a:latin typeface="Arial" panose="020B0604020202020204"/>
              <a:ea typeface="黑体" panose="02010609060101010101" pitchFamily="49" charset="-122"/>
              <a:cs typeface="+mn-cs"/>
            </a:endParaRPr>
          </a:p>
        </p:txBody>
      </p:sp>
      <p:sp>
        <p:nvSpPr>
          <p:cNvPr id="150" name="文本框 149"/>
          <p:cNvSpPr txBox="1"/>
          <p:nvPr/>
        </p:nvSpPr>
        <p:spPr>
          <a:xfrm>
            <a:off x="709712" y="1114363"/>
            <a:ext cx="75693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rPr>
              <a:t>Q</a:t>
            </a:r>
            <a:endParaRPr lang="zh-CN" altLang="en-US" sz="5456" b="1" dirty="0">
              <a:ln w="9525">
                <a:solidFill>
                  <a:prstClr val="white"/>
                </a:solidFill>
                <a:prstDash val="solid"/>
              </a:ln>
              <a:solidFill>
                <a:srgbClr val="0070C0"/>
              </a:solidFill>
              <a:effectLst>
                <a:outerShdw blurRad="12700" dist="38100" dir="2700000" algn="tl" rotWithShape="0">
                  <a:srgbClr val="4BACC6">
                    <a:lumMod val="60000"/>
                    <a:lumOff val="40000"/>
                  </a:srgbClr>
                </a:outerShdw>
              </a:effectLst>
            </a:endParaRPr>
          </a:p>
        </p:txBody>
      </p:sp>
      <p:sp>
        <p:nvSpPr>
          <p:cNvPr id="151" name="文本框 150"/>
          <p:cNvSpPr txBox="1"/>
          <p:nvPr/>
        </p:nvSpPr>
        <p:spPr>
          <a:xfrm>
            <a:off x="2914616" y="3651283"/>
            <a:ext cx="673582"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1F497D">
                    <a:lumMod val="60000"/>
                    <a:lumOff val="40000"/>
                  </a:srgbClr>
                </a:solidFill>
                <a:effectLst>
                  <a:outerShdw blurRad="12700" dist="38100" dir="2700000" algn="tl" rotWithShape="0">
                    <a:srgbClr val="4BACC6">
                      <a:lumMod val="60000"/>
                      <a:lumOff val="40000"/>
                    </a:srgbClr>
                  </a:outerShdw>
                </a:effectLst>
              </a:rPr>
              <a:t>R</a:t>
            </a:r>
            <a:endParaRPr lang="zh-CN" altLang="en-US" sz="5456" b="1" dirty="0">
              <a:ln w="9525">
                <a:solidFill>
                  <a:prstClr val="white"/>
                </a:solidFill>
                <a:prstDash val="solid"/>
              </a:ln>
              <a:solidFill>
                <a:srgbClr val="1F497D">
                  <a:lumMod val="60000"/>
                  <a:lumOff val="40000"/>
                </a:srgbClr>
              </a:solidFill>
              <a:effectLst>
                <a:outerShdw blurRad="12700" dist="38100" dir="2700000" algn="tl" rotWithShape="0">
                  <a:srgbClr val="4BACC6">
                    <a:lumMod val="60000"/>
                    <a:lumOff val="40000"/>
                  </a:srgbClr>
                </a:outerShdw>
              </a:effectLst>
            </a:endParaRPr>
          </a:p>
        </p:txBody>
      </p:sp>
      <p:sp>
        <p:nvSpPr>
          <p:cNvPr id="152" name="文本框 151"/>
          <p:cNvSpPr txBox="1"/>
          <p:nvPr/>
        </p:nvSpPr>
        <p:spPr>
          <a:xfrm>
            <a:off x="2881497" y="881962"/>
            <a:ext cx="673582"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009999"/>
                </a:solidFill>
                <a:effectLst>
                  <a:outerShdw blurRad="12700" dist="38100" dir="2700000" algn="tl" rotWithShape="0">
                    <a:srgbClr val="4BACC6">
                      <a:lumMod val="60000"/>
                      <a:lumOff val="40000"/>
                    </a:srgbClr>
                  </a:outerShdw>
                </a:effectLst>
              </a:rPr>
              <a:t>R</a:t>
            </a:r>
            <a:endParaRPr lang="zh-CN" altLang="en-US" sz="5456" b="1" dirty="0">
              <a:ln w="9525">
                <a:solidFill>
                  <a:prstClr val="white"/>
                </a:solidFill>
                <a:prstDash val="solid"/>
              </a:ln>
              <a:solidFill>
                <a:srgbClr val="009999"/>
              </a:solidFill>
              <a:effectLst>
                <a:outerShdw blurRad="12700" dist="38100" dir="2700000" algn="tl" rotWithShape="0">
                  <a:srgbClr val="4BACC6">
                    <a:lumMod val="60000"/>
                    <a:lumOff val="40000"/>
                  </a:srgbClr>
                </a:outerShdw>
              </a:effectLst>
            </a:endParaRPr>
          </a:p>
        </p:txBody>
      </p:sp>
      <p:sp>
        <p:nvSpPr>
          <p:cNvPr id="144" name="文本框 143"/>
          <p:cNvSpPr txBox="1"/>
          <p:nvPr/>
        </p:nvSpPr>
        <p:spPr>
          <a:xfrm>
            <a:off x="675087" y="5165778"/>
            <a:ext cx="644728"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rPr>
              <a:t>P</a:t>
            </a:r>
            <a:endParaRPr lang="zh-CN" altLang="en-US" sz="5456" b="1" dirty="0">
              <a:ln w="9525">
                <a:solidFill>
                  <a:prstClr val="white"/>
                </a:solidFill>
                <a:prstDash val="solid"/>
              </a:ln>
              <a:solidFill>
                <a:srgbClr val="F79646">
                  <a:lumMod val="75000"/>
                </a:srgbClr>
              </a:solidFill>
              <a:effectLst>
                <a:outerShdw blurRad="12700" dist="38100" dir="2700000" algn="tl" rotWithShape="0">
                  <a:srgbClr val="4BACC6">
                    <a:lumMod val="60000"/>
                    <a:lumOff val="40000"/>
                  </a:srgbClr>
                </a:outerShdw>
              </a:effectLst>
            </a:endParaRPr>
          </a:p>
        </p:txBody>
      </p:sp>
      <p:sp>
        <p:nvSpPr>
          <p:cNvPr id="145" name="文本框 144"/>
          <p:cNvSpPr txBox="1"/>
          <p:nvPr/>
        </p:nvSpPr>
        <p:spPr>
          <a:xfrm>
            <a:off x="688265" y="3132836"/>
            <a:ext cx="606256" cy="931922"/>
          </a:xfrm>
          <a:prstGeom prst="rect">
            <a:avLst/>
          </a:prstGeom>
          <a:noFill/>
        </p:spPr>
        <p:txBody>
          <a:bodyPr wrap="none">
            <a:spAutoFit/>
          </a:bodyPr>
          <a:lstStyle>
            <a:defPPr>
              <a:defRPr lang="en-US"/>
            </a:defPPr>
            <a:lvl1pPr>
              <a:defRPr sz="2800">
                <a:solidFill>
                  <a:schemeClr val="accent3">
                    <a:lumMod val="75000"/>
                  </a:schemeClr>
                </a:solidFill>
                <a:latin typeface="微软雅黑" panose="020B0503020204020204" pitchFamily="34" charset="-122"/>
                <a:ea typeface="微软雅黑" panose="020B0503020204020204" pitchFamily="34" charset="-122"/>
                <a:cs typeface="+mj-cs"/>
              </a:defRPr>
            </a:lvl1pPr>
          </a:lstStyle>
          <a:p>
            <a:pPr defTabSz="503972" eaLnBrk="1" fontAlgn="auto" hangingPunct="1">
              <a:spcBef>
                <a:spcPts val="0"/>
              </a:spcBef>
              <a:spcAft>
                <a:spcPts val="0"/>
              </a:spcAft>
              <a:defRPr/>
            </a:pPr>
            <a:r>
              <a:rPr lang="en-US" altLang="zh-CN"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rPr>
              <a:t>S</a:t>
            </a:r>
            <a:endParaRPr lang="zh-CN" altLang="en-US" sz="5456" b="1" dirty="0">
              <a:ln w="9525">
                <a:solidFill>
                  <a:prstClr val="white"/>
                </a:solidFill>
                <a:prstDash val="solid"/>
              </a:ln>
              <a:solidFill>
                <a:srgbClr val="9BBB59">
                  <a:lumMod val="75000"/>
                </a:srgbClr>
              </a:solidFill>
              <a:effectLst>
                <a:outerShdw blurRad="12700" dist="38100" dir="2700000" algn="tl" rotWithShape="0">
                  <a:srgbClr val="4BACC6">
                    <a:lumMod val="60000"/>
                    <a:lumOff val="40000"/>
                  </a:srgbClr>
                </a:outerShdw>
              </a:effectLst>
            </a:endParaRPr>
          </a:p>
        </p:txBody>
      </p:sp>
      <p:pic>
        <p:nvPicPr>
          <p:cNvPr id="576569" name="图片 14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5325" y="833438"/>
            <a:ext cx="5575300" cy="592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 name="图片 145"/>
          <p:cNvPicPr>
            <a:picLocks noChangeAspect="1"/>
          </p:cNvPicPr>
          <p:nvPr/>
        </p:nvPicPr>
        <p:blipFill>
          <a:blip r:embed="rId4"/>
          <a:stretch>
            <a:fillRect/>
          </a:stretch>
        </p:blipFill>
        <p:spPr>
          <a:xfrm>
            <a:off x="8108964" y="-44933"/>
            <a:ext cx="1796000" cy="2547315"/>
          </a:xfrm>
          <a:prstGeom prst="rect">
            <a:avLst/>
          </a:prstGeom>
        </p:spPr>
      </p:pic>
      <p:sp>
        <p:nvSpPr>
          <p:cNvPr id="14" name="灯片编号占位符 13">
            <a:extLst>
              <a:ext uri="{FF2B5EF4-FFF2-40B4-BE49-F238E27FC236}">
                <a16:creationId xmlns:a16="http://schemas.microsoft.com/office/drawing/2014/main" id="{DDF073F2-A11D-4096-7342-6C2244B5C988}"/>
              </a:ext>
            </a:extLst>
          </p:cNvPr>
          <p:cNvSpPr>
            <a:spLocks noGrp="1"/>
          </p:cNvSpPr>
          <p:nvPr>
            <p:ph type="sldNum" sz="quarter" idx="12"/>
          </p:nvPr>
        </p:nvSpPr>
        <p:spPr/>
        <p:txBody>
          <a:bodyPr/>
          <a:lstStyle/>
          <a:p>
            <a:pPr>
              <a:defRPr/>
            </a:pPr>
            <a:fld id="{B2599DD8-4CDD-4FEA-8A1D-1BA6D312351B}" type="slidenum">
              <a:rPr lang="en-US" smtClean="0"/>
              <a:pPr>
                <a:defRPr/>
              </a:pPr>
              <a:t>68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wipe(left)">
                                      <p:cBhvr>
                                        <p:cTn id="7" dur="500"/>
                                        <p:tgtEl>
                                          <p:spTgt spid="1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down)">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down)">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down)">
                                      <p:cBhvr>
                                        <p:cTn id="47" dur="5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down)">
                                      <p:cBhvr>
                                        <p:cTn id="52" dur="500"/>
                                        <p:tgtEl>
                                          <p:spTgt spid="1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down)">
                                      <p:cBhvr>
                                        <p:cTn id="57" dur="500"/>
                                        <p:tgtEl>
                                          <p:spTgt spid="1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down)">
                                      <p:cBhvr>
                                        <p:cTn id="62" dur="500"/>
                                        <p:tgtEl>
                                          <p:spTgt spid="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84070"/>
                                        </p:tgtEl>
                                        <p:attrNameLst>
                                          <p:attrName>style.visibility</p:attrName>
                                        </p:attrNameLst>
                                      </p:cBhvr>
                                      <p:to>
                                        <p:strVal val="visible"/>
                                      </p:to>
                                    </p:set>
                                    <p:animEffect transition="in" filter="dissolve">
                                      <p:cBhvr>
                                        <p:cTn id="67" dur="500"/>
                                        <p:tgtEl>
                                          <p:spTgt spid="8407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4071"/>
                                        </p:tgtEl>
                                        <p:attrNameLst>
                                          <p:attrName>style.visibility</p:attrName>
                                        </p:attrNameLst>
                                      </p:cBhvr>
                                      <p:to>
                                        <p:strVal val="visible"/>
                                      </p:to>
                                    </p:set>
                                    <p:animEffect transition="in" filter="dissolve">
                                      <p:cBhvr>
                                        <p:cTn id="72" dur="500"/>
                                        <p:tgtEl>
                                          <p:spTgt spid="8407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84106"/>
                                        </p:tgtEl>
                                        <p:attrNameLst>
                                          <p:attrName>style.visibility</p:attrName>
                                        </p:attrNameLst>
                                      </p:cBhvr>
                                      <p:to>
                                        <p:strVal val="visible"/>
                                      </p:to>
                                    </p:set>
                                    <p:animEffect transition="in" filter="wipe(up)">
                                      <p:cBhvr>
                                        <p:cTn id="77" dur="500"/>
                                        <p:tgtEl>
                                          <p:spTgt spid="84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0" grpId="0" autoUpdateAnimBg="0"/>
      <p:bldP spid="84071"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2" name="Rectangle 3"/>
          <p:cNvSpPr>
            <a:spLocks noGrp="1" noChangeArrowheads="1"/>
          </p:cNvSpPr>
          <p:nvPr>
            <p:ph type="title"/>
          </p:nvPr>
        </p:nvSpPr>
        <p:spPr/>
        <p:txBody>
          <a:bodyPr lIns="76121" tIns="38062" rIns="76121" bIns="38062"/>
          <a:lstStyle/>
          <a:p>
            <a:pPr defTabSz="503972" fontAlgn="auto">
              <a:spcAft>
                <a:spcPts val="0"/>
              </a:spcAft>
              <a:defRPr/>
            </a:pPr>
            <a:r>
              <a:rPr lang="zh-CN" altLang="en-US" dirty="0"/>
              <a:t>过程调用和过程返回</a:t>
            </a:r>
          </a:p>
        </p:txBody>
      </p:sp>
      <p:sp>
        <p:nvSpPr>
          <p:cNvPr id="21506" name="Rectangle 2"/>
          <p:cNvSpPr>
            <a:spLocks noGrp="1" noChangeArrowheads="1"/>
          </p:cNvSpPr>
          <p:nvPr>
            <p:ph idx="1"/>
          </p:nvPr>
        </p:nvSpPr>
        <p:spPr/>
        <p:txBody>
          <a:bodyPr/>
          <a:lstStyle/>
          <a:p>
            <a:pPr marL="377979" indent="-377979" defTabSz="503972" fontAlgn="auto">
              <a:lnSpc>
                <a:spcPct val="80000"/>
              </a:lnSpc>
              <a:spcBef>
                <a:spcPts val="1102"/>
              </a:spcBef>
              <a:spcAft>
                <a:spcPts val="992"/>
              </a:spcAft>
              <a:buFont typeface="Wingdings 3" charset="2"/>
              <a:buChar char=""/>
              <a:defRPr/>
            </a:pPr>
            <a:r>
              <a:rPr lang="zh-CN" altLang="zh-CN" sz="3086" noProof="1">
                <a:solidFill>
                  <a:schemeClr val="tx1">
                    <a:lumMod val="75000"/>
                    <a:lumOff val="25000"/>
                  </a:schemeClr>
                </a:solidFill>
              </a:rPr>
              <a:t>过程调用的</a:t>
            </a:r>
            <a:r>
              <a:rPr lang="zh-CN" altLang="zh-CN" sz="3086" dirty="0">
                <a:solidFill>
                  <a:schemeClr val="tx1">
                    <a:lumMod val="75000"/>
                    <a:lumOff val="25000"/>
                  </a:schemeClr>
                </a:solidFill>
              </a:rPr>
              <a:t>语句</a:t>
            </a:r>
            <a:endParaRPr lang="zh-CN" altLang="en-US" sz="3086" dirty="0">
              <a:solidFill>
                <a:schemeClr val="tx1">
                  <a:lumMod val="75000"/>
                  <a:lumOff val="25000"/>
                </a:schemeClr>
              </a:solidFill>
            </a:endParaRPr>
          </a:p>
          <a:p>
            <a:pPr marL="377979" indent="-377979" algn="ctr" defTabSz="503972" fontAlgn="auto">
              <a:lnSpc>
                <a:spcPct val="80000"/>
              </a:lnSpc>
              <a:spcBef>
                <a:spcPts val="1102"/>
              </a:spcBef>
              <a:spcAft>
                <a:spcPts val="992"/>
              </a:spcAft>
              <a:buFont typeface="Wingdings 3" charset="2"/>
              <a:buNone/>
              <a:defRPr/>
            </a:pPr>
            <a:r>
              <a:rPr lang="en-US" altLang="zh-CN" sz="3086" dirty="0">
                <a:solidFill>
                  <a:schemeClr val="tx1">
                    <a:lumMod val="75000"/>
                    <a:lumOff val="25000"/>
                  </a:schemeClr>
                </a:solidFill>
              </a:rPr>
              <a:t>P(</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1</a:t>
            </a:r>
            <a:r>
              <a:rPr lang="en-US" altLang="zh-CN" sz="3086" dirty="0">
                <a:solidFill>
                  <a:schemeClr val="tx1">
                    <a:lumMod val="75000"/>
                    <a:lumOff val="25000"/>
                  </a:schemeClr>
                </a:solidFill>
              </a:rPr>
              <a:t>, </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2</a:t>
            </a:r>
            <a:r>
              <a:rPr lang="en-US" altLang="zh-CN" sz="3086" dirty="0">
                <a:solidFill>
                  <a:schemeClr val="tx1">
                    <a:lumMod val="75000"/>
                    <a:lumOff val="25000"/>
                  </a:schemeClr>
                </a:solidFill>
              </a:rPr>
              <a:t>, …, </a:t>
            </a:r>
            <a:r>
              <a:rPr lang="en-US" altLang="zh-CN" sz="3086" noProof="1">
                <a:solidFill>
                  <a:schemeClr val="tx1">
                    <a:lumMod val="75000"/>
                    <a:lumOff val="25000"/>
                  </a:schemeClr>
                </a:solidFill>
              </a:rPr>
              <a:t>T</a:t>
            </a:r>
            <a:r>
              <a:rPr lang="en-US" altLang="zh-CN" sz="3086" baseline="-25000" noProof="1">
                <a:solidFill>
                  <a:schemeClr val="tx1">
                    <a:lumMod val="75000"/>
                    <a:lumOff val="25000"/>
                  </a:schemeClr>
                </a:solidFill>
              </a:rPr>
              <a:t>n</a:t>
            </a:r>
            <a:r>
              <a:rPr lang="en-US" altLang="zh-CN" sz="3086" dirty="0">
                <a:solidFill>
                  <a:schemeClr val="tx1">
                    <a:lumMod val="75000"/>
                    <a:lumOff val="25000"/>
                  </a:schemeClr>
                </a:solidFill>
              </a:rPr>
              <a:t> )</a:t>
            </a:r>
          </a:p>
          <a:p>
            <a:pPr marL="377979" indent="-377979" defTabSz="503972" fontAlgn="auto">
              <a:lnSpc>
                <a:spcPct val="80000"/>
              </a:lnSpc>
              <a:spcBef>
                <a:spcPts val="1102"/>
              </a:spcBef>
              <a:spcAft>
                <a:spcPts val="992"/>
              </a:spcAft>
              <a:buFont typeface="Wingdings 3" charset="2"/>
              <a:buChar char=""/>
              <a:defRPr/>
            </a:pPr>
            <a:r>
              <a:rPr lang="zh-CN" altLang="zh-CN" sz="3086" dirty="0">
                <a:solidFill>
                  <a:schemeClr val="tx1">
                    <a:lumMod val="75000"/>
                    <a:lumOff val="25000"/>
                  </a:schemeClr>
                </a:solidFill>
              </a:rPr>
              <a:t>翻译成四元式序列</a:t>
            </a:r>
            <a:endParaRPr lang="zh-CN" altLang="en-US" sz="3086" noProof="1">
              <a:solidFill>
                <a:schemeClr val="tx1">
                  <a:lumMod val="75000"/>
                  <a:lumOff val="25000"/>
                </a:schemeClr>
              </a:solidFill>
            </a:endParaRPr>
          </a:p>
          <a:p>
            <a:pPr marL="377979" indent="-377979" defTabSz="503972" fontAlgn="auto">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1</a:t>
            </a:r>
            <a:endParaRPr lang="en-US" altLang="zh-CN" sz="3086" noProof="1">
              <a:solidFill>
                <a:schemeClr val="tx1">
                  <a:lumMod val="75000"/>
                  <a:lumOff val="25000"/>
                </a:schemeClr>
              </a:solidFill>
            </a:endParaRPr>
          </a:p>
          <a:p>
            <a:pPr marL="377979" indent="-377979" defTabSz="503972" fontAlgn="auto">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2</a:t>
            </a:r>
            <a:endParaRPr lang="en-US" altLang="zh-CN" sz="3086" noProof="1">
              <a:solidFill>
                <a:schemeClr val="tx1">
                  <a:lumMod val="75000"/>
                  <a:lumOff val="25000"/>
                </a:schemeClr>
              </a:solidFill>
            </a:endParaRPr>
          </a:p>
          <a:p>
            <a:pPr marL="377979" indent="-377979" defTabSz="503972" fontAlgn="auto">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a:t>
            </a:r>
          </a:p>
          <a:p>
            <a:pPr marL="377979" indent="-377979" defTabSz="503972" fontAlgn="auto">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par  T</a:t>
            </a:r>
            <a:r>
              <a:rPr lang="en-US" altLang="zh-CN" sz="3086" baseline="-25000" noProof="1">
                <a:solidFill>
                  <a:schemeClr val="tx1">
                    <a:lumMod val="75000"/>
                    <a:lumOff val="25000"/>
                  </a:schemeClr>
                </a:solidFill>
              </a:rPr>
              <a:t>n</a:t>
            </a:r>
            <a:endParaRPr lang="en-US" altLang="zh-CN" sz="3086" noProof="1">
              <a:solidFill>
                <a:schemeClr val="tx1">
                  <a:lumMod val="75000"/>
                  <a:lumOff val="25000"/>
                </a:schemeClr>
              </a:solidFill>
            </a:endParaRPr>
          </a:p>
          <a:p>
            <a:pPr marL="377979" indent="-377979" defTabSz="503972" fontAlgn="auto">
              <a:lnSpc>
                <a:spcPct val="80000"/>
              </a:lnSpc>
              <a:spcBef>
                <a:spcPts val="1102"/>
              </a:spcBef>
              <a:spcAft>
                <a:spcPts val="0"/>
              </a:spcAft>
              <a:buFont typeface="Wingdings" panose="05000000000000000000" pitchFamily="2" charset="2"/>
              <a:buNone/>
              <a:defRPr/>
            </a:pPr>
            <a:r>
              <a:rPr lang="en-US" altLang="zh-CN" sz="3086" noProof="1">
                <a:solidFill>
                  <a:schemeClr val="tx1">
                    <a:lumMod val="75000"/>
                    <a:lumOff val="25000"/>
                  </a:schemeClr>
                </a:solidFill>
              </a:rPr>
              <a:t>	call  P，n</a:t>
            </a:r>
          </a:p>
        </p:txBody>
      </p:sp>
      <p:sp>
        <p:nvSpPr>
          <p:cNvPr id="3" name="灯片编号占位符 2">
            <a:extLst>
              <a:ext uri="{FF2B5EF4-FFF2-40B4-BE49-F238E27FC236}">
                <a16:creationId xmlns:a16="http://schemas.microsoft.com/office/drawing/2014/main" id="{B62CB1FA-60FD-E6B7-A03F-A4F20F10D06B}"/>
              </a:ext>
            </a:extLst>
          </p:cNvPr>
          <p:cNvSpPr>
            <a:spLocks noGrp="1"/>
          </p:cNvSpPr>
          <p:nvPr>
            <p:ph type="sldNum" sz="quarter" idx="12"/>
          </p:nvPr>
        </p:nvSpPr>
        <p:spPr/>
        <p:txBody>
          <a:bodyPr/>
          <a:lstStyle/>
          <a:p>
            <a:pPr>
              <a:defRPr/>
            </a:pPr>
            <a:fld id="{0AC2E196-CD2D-4786-B18A-5A42A2501AEA}" type="slidenum">
              <a:rPr lang="en-US" smtClean="0"/>
              <a:pPr>
                <a:defRPr/>
              </a:pPr>
              <a:t>69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left)">
                                      <p:cBhvr>
                                        <p:cTn id="7" dur="500"/>
                                        <p:tgtEl>
                                          <p:spTgt spid="21506">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506">
                                            <p:txEl>
                                              <p:pRg st="1" end="1"/>
                                            </p:txEl>
                                          </p:spTgt>
                                        </p:tgtEl>
                                        <p:attrNameLst>
                                          <p:attrName>style.visibility</p:attrName>
                                        </p:attrNameLst>
                                      </p:cBhvr>
                                      <p:to>
                                        <p:strVal val="visible"/>
                                      </p:to>
                                    </p:set>
                                    <p:animEffect transition="in" filter="wipe(left)">
                                      <p:cBhvr>
                                        <p:cTn id="10" dur="500"/>
                                        <p:tgtEl>
                                          <p:spTgt spid="21506">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1506">
                                            <p:txEl>
                                              <p:pRg st="2" end="2"/>
                                            </p:txEl>
                                          </p:spTgt>
                                        </p:tgtEl>
                                        <p:attrNameLst>
                                          <p:attrName>style.visibility</p:attrName>
                                        </p:attrNameLst>
                                      </p:cBhvr>
                                      <p:to>
                                        <p:strVal val="visible"/>
                                      </p:to>
                                    </p:set>
                                    <p:animEffect transition="in" filter="wipe(left)">
                                      <p:cBhvr>
                                        <p:cTn id="15" dur="500"/>
                                        <p:tgtEl>
                                          <p:spTgt spid="2150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506">
                                            <p:txEl>
                                              <p:pRg st="3" end="3"/>
                                            </p:txEl>
                                          </p:spTgt>
                                        </p:tgtEl>
                                        <p:attrNameLst>
                                          <p:attrName>style.visibility</p:attrName>
                                        </p:attrNameLst>
                                      </p:cBhvr>
                                      <p:to>
                                        <p:strVal val="visible"/>
                                      </p:to>
                                    </p:set>
                                    <p:animEffect transition="in" filter="wipe(left)">
                                      <p:cBhvr>
                                        <p:cTn id="18" dur="500"/>
                                        <p:tgtEl>
                                          <p:spTgt spid="2150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21506">
                                            <p:txEl>
                                              <p:pRg st="4" end="4"/>
                                            </p:txEl>
                                          </p:spTgt>
                                        </p:tgtEl>
                                        <p:attrNameLst>
                                          <p:attrName>style.visibility</p:attrName>
                                        </p:attrNameLst>
                                      </p:cBhvr>
                                      <p:to>
                                        <p:strVal val="visible"/>
                                      </p:to>
                                    </p:set>
                                    <p:animEffect transition="in" filter="wipe(left)">
                                      <p:cBhvr>
                                        <p:cTn id="21" dur="500"/>
                                        <p:tgtEl>
                                          <p:spTgt spid="21506">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1506">
                                            <p:txEl>
                                              <p:pRg st="5" end="5"/>
                                            </p:txEl>
                                          </p:spTgt>
                                        </p:tgtEl>
                                        <p:attrNameLst>
                                          <p:attrName>style.visibility</p:attrName>
                                        </p:attrNameLst>
                                      </p:cBhvr>
                                      <p:to>
                                        <p:strVal val="visible"/>
                                      </p:to>
                                    </p:set>
                                    <p:animEffect transition="in" filter="wipe(left)">
                                      <p:cBhvr>
                                        <p:cTn id="24" dur="500"/>
                                        <p:tgtEl>
                                          <p:spTgt spid="21506">
                                            <p:txEl>
                                              <p:pRg st="5" end="5"/>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21506">
                                            <p:txEl>
                                              <p:pRg st="6" end="6"/>
                                            </p:txEl>
                                          </p:spTgt>
                                        </p:tgtEl>
                                        <p:attrNameLst>
                                          <p:attrName>style.visibility</p:attrName>
                                        </p:attrNameLst>
                                      </p:cBhvr>
                                      <p:to>
                                        <p:strVal val="visible"/>
                                      </p:to>
                                    </p:set>
                                    <p:animEffect transition="in" filter="wipe(left)">
                                      <p:cBhvr>
                                        <p:cTn id="27" dur="500"/>
                                        <p:tgtEl>
                                          <p:spTgt spid="21506">
                                            <p:txEl>
                                              <p:pRg st="6" end="6"/>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1506">
                                            <p:txEl>
                                              <p:pRg st="7" end="7"/>
                                            </p:txEl>
                                          </p:spTgt>
                                        </p:tgtEl>
                                        <p:attrNameLst>
                                          <p:attrName>style.visibility</p:attrName>
                                        </p:attrNameLst>
                                      </p:cBhvr>
                                      <p:to>
                                        <p:strVal val="visible"/>
                                      </p:to>
                                    </p:set>
                                    <p:animEffect transition="in" filter="wipe(left)">
                                      <p:cBhvr>
                                        <p:cTn id="30" dur="500"/>
                                        <p:tgtEl>
                                          <p:spTgt spid="2150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 name="Rectangle 4"/>
          <p:cNvSpPr>
            <a:spLocks noGrp="1" noChangeArrowheads="1"/>
          </p:cNvSpPr>
          <p:nvPr>
            <p:ph type="title"/>
          </p:nvPr>
        </p:nvSpPr>
        <p:spPr/>
        <p:txBody>
          <a:bodyPr/>
          <a:lstStyle/>
          <a:p>
            <a:pPr defTabSz="503972" fontAlgn="auto">
              <a:spcAft>
                <a:spcPts val="0"/>
              </a:spcAft>
              <a:defRPr/>
            </a:pPr>
            <a:r>
              <a:rPr lang="zh-CN" altLang="en-US" dirty="0"/>
              <a:t>过程调用和过程返回</a:t>
            </a:r>
          </a:p>
        </p:txBody>
      </p:sp>
      <p:sp>
        <p:nvSpPr>
          <p:cNvPr id="22" name="Rectangle 3"/>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2646" noProof="1">
                <a:solidFill>
                  <a:schemeClr val="tx1">
                    <a:lumMod val="75000"/>
                    <a:lumOff val="25000"/>
                  </a:schemeClr>
                </a:solidFill>
              </a:rPr>
              <a:t>每个</a:t>
            </a:r>
            <a:r>
              <a:rPr lang="en-US" altLang="zh-CN" sz="2646" noProof="1">
                <a:solidFill>
                  <a:schemeClr val="tx1">
                    <a:lumMod val="75000"/>
                    <a:lumOff val="25000"/>
                  </a:schemeClr>
                </a:solidFill>
              </a:rPr>
              <a:t>par T</a:t>
            </a:r>
            <a:r>
              <a:rPr lang="en-US" altLang="zh-CN" sz="2646" baseline="-25000" noProof="1">
                <a:solidFill>
                  <a:schemeClr val="tx1">
                    <a:lumMod val="75000"/>
                    <a:lumOff val="25000"/>
                  </a:schemeClr>
                </a:solidFill>
              </a:rPr>
              <a:t>i</a:t>
            </a:r>
            <a:r>
              <a:rPr lang="en-US" altLang="zh-CN" sz="2646" noProof="1">
                <a:solidFill>
                  <a:schemeClr val="tx1">
                    <a:lumMod val="75000"/>
                    <a:lumOff val="25000"/>
                  </a:schemeClr>
                </a:solidFill>
              </a:rPr>
              <a:t>(i=1,2,…n)</a:t>
            </a:r>
            <a:r>
              <a:rPr lang="zh-CN" altLang="en-US" sz="2646" noProof="1">
                <a:solidFill>
                  <a:schemeClr val="tx1">
                    <a:lumMod val="75000"/>
                    <a:lumOff val="25000"/>
                  </a:schemeClr>
                </a:solidFill>
              </a:rPr>
              <a:t>可直接翻译成如下指令:</a:t>
            </a:r>
          </a:p>
          <a:p>
            <a:pPr marL="377979" indent="-377979" defTabSz="503972" fontAlgn="auto">
              <a:spcBef>
                <a:spcPts val="1102"/>
              </a:spcBef>
              <a:spcAft>
                <a:spcPts val="0"/>
              </a:spcAft>
              <a:buFont typeface="Wingdings" panose="05000000000000000000" pitchFamily="2" charset="2"/>
              <a:buNone/>
              <a:defRPr/>
            </a:pPr>
            <a:r>
              <a:rPr lang="zh-CN" altLang="en-US" sz="2646" noProof="1">
                <a:solidFill>
                  <a:schemeClr val="tx1">
                    <a:lumMod val="75000"/>
                    <a:lumOff val="25000"/>
                  </a:schemeClr>
                </a:solidFill>
              </a:rPr>
              <a:t>	(</a:t>
            </a:r>
            <a:r>
              <a:rPr lang="en-US" altLang="zh-CN" sz="2646" noProof="1">
                <a:solidFill>
                  <a:schemeClr val="tx1">
                    <a:lumMod val="75000"/>
                    <a:lumOff val="25000"/>
                  </a:schemeClr>
                </a:solidFill>
              </a:rPr>
              <a:t>i+4)[TOP]:= T</a:t>
            </a:r>
            <a:r>
              <a:rPr lang="en-US" altLang="zh-CN" sz="2646" baseline="-25000" noProof="1">
                <a:solidFill>
                  <a:schemeClr val="tx1">
                    <a:lumMod val="75000"/>
                    <a:lumOff val="25000"/>
                  </a:schemeClr>
                </a:solidFill>
              </a:rPr>
              <a:t>i</a:t>
            </a:r>
            <a:r>
              <a:rPr lang="en-US" altLang="zh-CN" sz="2646" noProof="1">
                <a:solidFill>
                  <a:schemeClr val="tx1">
                    <a:lumMod val="75000"/>
                    <a:lumOff val="25000"/>
                  </a:schemeClr>
                </a:solidFill>
              </a:rPr>
              <a:t> 		</a:t>
            </a:r>
            <a:r>
              <a:rPr lang="en-US" altLang="zh-CN" sz="2646" noProof="1">
                <a:solidFill>
                  <a:srgbClr val="008E40"/>
                </a:solidFill>
              </a:rPr>
              <a:t>(</a:t>
            </a:r>
            <a:r>
              <a:rPr lang="zh-CN" altLang="en-US" sz="2646" noProof="1">
                <a:solidFill>
                  <a:srgbClr val="008E40"/>
                </a:solidFill>
              </a:rPr>
              <a:t>传值)</a:t>
            </a:r>
            <a:endParaRPr lang="en-US" altLang="zh-CN" sz="2646" noProof="1">
              <a:solidFill>
                <a:srgbClr val="008E40"/>
              </a:solidFill>
            </a:endParaRPr>
          </a:p>
          <a:p>
            <a:pPr marL="377979" indent="-377979" defTabSz="503972" fontAlgn="auto">
              <a:spcBef>
                <a:spcPts val="1102"/>
              </a:spcBef>
              <a:spcAft>
                <a:spcPts val="0"/>
              </a:spcAft>
              <a:buFont typeface="Wingdings" panose="05000000000000000000" pitchFamily="2" charset="2"/>
              <a:buNone/>
              <a:defRPr/>
            </a:pPr>
            <a:r>
              <a:rPr lang="en-US" altLang="zh-CN" sz="2646" noProof="1">
                <a:solidFill>
                  <a:srgbClr val="008E40"/>
                </a:solidFill>
              </a:rPr>
              <a:t>   </a:t>
            </a:r>
            <a:r>
              <a:rPr lang="zh-CN" altLang="en-US" sz="2646" noProof="1">
                <a:solidFill>
                  <a:srgbClr val="008E40"/>
                </a:solidFill>
              </a:rPr>
              <a:t> </a:t>
            </a:r>
            <a:r>
              <a:rPr lang="zh-CN" altLang="en-US" sz="2646" noProof="1">
                <a:solidFill>
                  <a:schemeClr val="tx1">
                    <a:lumMod val="75000"/>
                    <a:lumOff val="25000"/>
                  </a:schemeClr>
                </a:solidFill>
              </a:rPr>
              <a:t>(</a:t>
            </a:r>
            <a:r>
              <a:rPr lang="en-US" altLang="zh-CN" sz="2646" noProof="1">
                <a:solidFill>
                  <a:schemeClr val="tx1">
                    <a:lumMod val="75000"/>
                    <a:lumOff val="25000"/>
                  </a:schemeClr>
                </a:solidFill>
              </a:rPr>
              <a:t>i+4)[TOP]:=addr(T</a:t>
            </a:r>
            <a:r>
              <a:rPr lang="en-US" altLang="zh-CN" sz="2646" baseline="-25000" noProof="1">
                <a:solidFill>
                  <a:schemeClr val="tx1">
                    <a:lumMod val="75000"/>
                    <a:lumOff val="25000"/>
                  </a:schemeClr>
                </a:solidFill>
              </a:rPr>
              <a:t>i</a:t>
            </a:r>
            <a:r>
              <a:rPr lang="en-US" altLang="zh-CN" sz="2646" noProof="1">
                <a:solidFill>
                  <a:schemeClr val="tx1">
                    <a:lumMod val="75000"/>
                    <a:lumOff val="25000"/>
                  </a:schemeClr>
                </a:solidFill>
              </a:rPr>
              <a:t> )  </a:t>
            </a:r>
            <a:r>
              <a:rPr lang="en-US" altLang="zh-CN" sz="2646" noProof="1">
                <a:solidFill>
                  <a:srgbClr val="008E40"/>
                </a:solidFill>
              </a:rPr>
              <a:t>	(</a:t>
            </a:r>
            <a:r>
              <a:rPr lang="zh-CN" altLang="en-US" sz="2646" noProof="1">
                <a:solidFill>
                  <a:srgbClr val="008E40"/>
                </a:solidFill>
              </a:rPr>
              <a:t>传地址)</a:t>
            </a:r>
          </a:p>
        </p:txBody>
      </p:sp>
      <p:grpSp>
        <p:nvGrpSpPr>
          <p:cNvPr id="23" name="Group 24"/>
          <p:cNvGrpSpPr>
            <a:grpSpLocks/>
          </p:cNvGrpSpPr>
          <p:nvPr/>
        </p:nvGrpSpPr>
        <p:grpSpPr bwMode="auto">
          <a:xfrm>
            <a:off x="7915275" y="1177925"/>
            <a:ext cx="2044700" cy="4764088"/>
            <a:chOff x="4382" y="-17"/>
            <a:chExt cx="1360" cy="3168"/>
          </a:xfrm>
        </p:grpSpPr>
        <p:sp>
          <p:nvSpPr>
            <p:cNvPr id="24" name="Rectangle 7"/>
            <p:cNvSpPr>
              <a:spLocks noChangeArrowheads="1"/>
            </p:cNvSpPr>
            <p:nvPr/>
          </p:nvSpPr>
          <p:spPr bwMode="auto">
            <a:xfrm>
              <a:off x="4382" y="-17"/>
              <a:ext cx="1360" cy="316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25" name="Rectangle 5"/>
            <p:cNvSpPr>
              <a:spLocks noChangeArrowheads="1"/>
            </p:cNvSpPr>
            <p:nvPr/>
          </p:nvSpPr>
          <p:spPr bwMode="auto">
            <a:xfrm>
              <a:off x="4382" y="1807"/>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26" name="Rectangle 6"/>
            <p:cNvSpPr>
              <a:spLocks noChangeArrowheads="1"/>
            </p:cNvSpPr>
            <p:nvPr/>
          </p:nvSpPr>
          <p:spPr bwMode="auto">
            <a:xfrm>
              <a:off x="4382" y="2479"/>
              <a:ext cx="1360" cy="32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27" name="Rectangle 8"/>
            <p:cNvSpPr>
              <a:spLocks noChangeArrowheads="1"/>
            </p:cNvSpPr>
            <p:nvPr/>
          </p:nvSpPr>
          <p:spPr bwMode="auto">
            <a:xfrm>
              <a:off x="4382" y="1471"/>
              <a:ext cx="1360" cy="336"/>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形式单元</a:t>
              </a:r>
              <a:endParaRPr kumimoji="1" lang="zh-CN" altLang="zh-CN" sz="2646">
                <a:solidFill>
                  <a:prstClr val="black"/>
                </a:solidFill>
                <a:latin typeface="微软雅黑" panose="020B0503020204020204" pitchFamily="34" charset="-122"/>
                <a:cs typeface="+mn-cs"/>
              </a:endParaRPr>
            </a:p>
          </p:txBody>
        </p:sp>
        <p:sp>
          <p:nvSpPr>
            <p:cNvPr id="28" name="Rectangle 12"/>
            <p:cNvSpPr>
              <a:spLocks noChangeArrowheads="1"/>
            </p:cNvSpPr>
            <p:nvPr/>
          </p:nvSpPr>
          <p:spPr bwMode="auto">
            <a:xfrm>
              <a:off x="4382" y="2808"/>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29" name="Rectangle 13"/>
            <p:cNvSpPr>
              <a:spLocks noChangeArrowheads="1"/>
            </p:cNvSpPr>
            <p:nvPr/>
          </p:nvSpPr>
          <p:spPr bwMode="auto">
            <a:xfrm>
              <a:off x="4382" y="1135"/>
              <a:ext cx="1360" cy="337"/>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Display </a:t>
              </a:r>
              <a:r>
                <a:rPr kumimoji="1" lang="zh-CN" altLang="zh-CN" sz="2646">
                  <a:solidFill>
                    <a:prstClr val="black"/>
                  </a:solidFill>
                  <a:latin typeface="微软雅黑" panose="020B0503020204020204" pitchFamily="34" charset="-122"/>
                  <a:cs typeface="+mn-cs"/>
                </a:rPr>
                <a:t>表</a:t>
              </a:r>
              <a:endParaRPr kumimoji="1" lang="zh-CN" altLang="en-US" sz="2646">
                <a:solidFill>
                  <a:prstClr val="black"/>
                </a:solidFill>
                <a:latin typeface="微软雅黑" panose="020B0503020204020204" pitchFamily="34" charset="-122"/>
                <a:cs typeface="+mn-cs"/>
              </a:endParaRPr>
            </a:p>
          </p:txBody>
        </p:sp>
        <p:sp>
          <p:nvSpPr>
            <p:cNvPr id="30" name="Rectangle 14"/>
            <p:cNvSpPr>
              <a:spLocks noChangeArrowheads="1"/>
            </p:cNvSpPr>
            <p:nvPr/>
          </p:nvSpPr>
          <p:spPr bwMode="auto">
            <a:xfrm>
              <a:off x="4382" y="2143"/>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全局</a:t>
              </a:r>
              <a:r>
                <a:rPr kumimoji="1" lang="en-US" altLang="en-US" sz="2646">
                  <a:solidFill>
                    <a:prstClr val="black"/>
                  </a:solidFill>
                  <a:latin typeface="微软雅黑" panose="020B0503020204020204" pitchFamily="34" charset="-122"/>
                  <a:cs typeface="+mn-cs"/>
                </a:rPr>
                <a:t>Di</a:t>
              </a:r>
              <a:r>
                <a:rPr kumimoji="1" lang="en-US" altLang="zh-CN" sz="2646">
                  <a:solidFill>
                    <a:prstClr val="black"/>
                  </a:solidFill>
                  <a:latin typeface="微软雅黑" panose="020B0503020204020204" pitchFamily="34" charset="-122"/>
                  <a:cs typeface="+mn-cs"/>
                </a:rPr>
                <a:t>s</a:t>
              </a:r>
              <a:r>
                <a:rPr kumimoji="1" lang="en-US" altLang="en-US" sz="2646">
                  <a:solidFill>
                    <a:prstClr val="black"/>
                  </a:solidFill>
                  <a:latin typeface="微软雅黑" panose="020B0503020204020204" pitchFamily="34" charset="-122"/>
                  <a:cs typeface="+mn-cs"/>
                </a:rPr>
                <a:t>play</a:t>
              </a:r>
              <a:endParaRPr kumimoji="1" lang="en-US" altLang="zh-CN" sz="2646">
                <a:solidFill>
                  <a:prstClr val="black"/>
                </a:solidFill>
                <a:latin typeface="微软雅黑" panose="020B0503020204020204" pitchFamily="34" charset="-122"/>
                <a:cs typeface="+mn-cs"/>
              </a:endParaRPr>
            </a:p>
          </p:txBody>
        </p:sp>
        <p:sp>
          <p:nvSpPr>
            <p:cNvPr id="31" name="Rectangle 9"/>
            <p:cNvSpPr>
              <a:spLocks noChangeArrowheads="1"/>
            </p:cNvSpPr>
            <p:nvPr/>
          </p:nvSpPr>
          <p:spPr bwMode="auto">
            <a:xfrm>
              <a:off x="4472" y="28"/>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prstClr val="black"/>
                  </a:solidFill>
                  <a:latin typeface="微软雅黑" panose="020B0503020204020204" pitchFamily="34" charset="-122"/>
                  <a:cs typeface="+mn-cs"/>
                </a:rPr>
                <a:t>临时单元</a:t>
              </a:r>
            </a:p>
          </p:txBody>
        </p:sp>
        <p:sp>
          <p:nvSpPr>
            <p:cNvPr id="32" name="Rectangle 10"/>
            <p:cNvSpPr>
              <a:spLocks noChangeArrowheads="1"/>
            </p:cNvSpPr>
            <p:nvPr/>
          </p:nvSpPr>
          <p:spPr bwMode="auto">
            <a:xfrm>
              <a:off x="4472" y="371"/>
              <a:ext cx="1221" cy="342"/>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33" name="Rectangle 11"/>
            <p:cNvSpPr>
              <a:spLocks noChangeArrowheads="1"/>
            </p:cNvSpPr>
            <p:nvPr/>
          </p:nvSpPr>
          <p:spPr bwMode="auto">
            <a:xfrm>
              <a:off x="4472" y="714"/>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grpSp>
      <p:sp>
        <p:nvSpPr>
          <p:cNvPr id="34" name="Rectangle 17"/>
          <p:cNvSpPr>
            <a:spLocks noChangeArrowheads="1"/>
          </p:cNvSpPr>
          <p:nvPr/>
        </p:nvSpPr>
        <p:spPr bwMode="auto">
          <a:xfrm>
            <a:off x="6794500" y="5884863"/>
            <a:ext cx="12255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dirty="0">
                <a:solidFill>
                  <a:prstClr val="black"/>
                </a:solidFill>
                <a:latin typeface="微软雅黑" panose="020B0503020204020204" pitchFamily="34" charset="-122"/>
                <a:cs typeface="+mn-cs"/>
              </a:rPr>
              <a:t>TOP</a:t>
            </a:r>
            <a:r>
              <a:rPr kumimoji="1" lang="en-US" altLang="zh-CN" sz="2646" dirty="0">
                <a:solidFill>
                  <a:prstClr val="black"/>
                </a:solidFill>
                <a:latin typeface="微软雅黑" panose="020B0503020204020204" pitchFamily="34" charset="-122"/>
                <a:cs typeface="+mn-cs"/>
                <a:sym typeface="Symbol" panose="05050102010706020507" pitchFamily="18" charset="2"/>
              </a:rPr>
              <a:t></a:t>
            </a:r>
            <a:endParaRPr kumimoji="1" lang="en-US" altLang="zh-CN" sz="2646" dirty="0">
              <a:solidFill>
                <a:prstClr val="black"/>
              </a:solidFill>
              <a:latin typeface="微软雅黑" panose="020B0503020204020204" pitchFamily="34" charset="-122"/>
              <a:cs typeface="+mn-cs"/>
            </a:endParaRPr>
          </a:p>
        </p:txBody>
      </p:sp>
      <p:sp>
        <p:nvSpPr>
          <p:cNvPr id="35" name="Rectangle 18"/>
          <p:cNvSpPr>
            <a:spLocks noChangeArrowheads="1"/>
          </p:cNvSpPr>
          <p:nvPr/>
        </p:nvSpPr>
        <p:spPr bwMode="auto">
          <a:xfrm>
            <a:off x="6861175" y="6497638"/>
            <a:ext cx="1227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 </a:t>
            </a:r>
            <a:r>
              <a:rPr kumimoji="1" lang="en-US" altLang="zh-CN" sz="2646">
                <a:solidFill>
                  <a:prstClr val="black"/>
                </a:solidFill>
                <a:latin typeface="微软雅黑" panose="020B0503020204020204" pitchFamily="34" charset="-122"/>
                <a:cs typeface="+mn-cs"/>
                <a:sym typeface="Symbol" panose="05050102010706020507" pitchFamily="18" charset="2"/>
              </a:rPr>
              <a:t></a:t>
            </a:r>
          </a:p>
        </p:txBody>
      </p:sp>
      <p:sp>
        <p:nvSpPr>
          <p:cNvPr id="36" name="Rectangle 19"/>
          <p:cNvSpPr>
            <a:spLocks noChangeArrowheads="1"/>
          </p:cNvSpPr>
          <p:nvPr/>
        </p:nvSpPr>
        <p:spPr bwMode="auto">
          <a:xfrm>
            <a:off x="7907338" y="5935663"/>
            <a:ext cx="2046287" cy="866775"/>
          </a:xfrm>
          <a:prstGeom prst="rect">
            <a:avLst/>
          </a:prstGeom>
          <a:ln>
            <a:solidFill>
              <a:schemeClr val="tx1"/>
            </a:solidFill>
            <a:headEnd/>
            <a:tailEnd type="none" w="lg" len="lg"/>
          </a:ln>
        </p:spPr>
        <p:style>
          <a:lnRef idx="2">
            <a:schemeClr val="accent1">
              <a:shade val="50000"/>
            </a:schemeClr>
          </a:lnRef>
          <a:fillRef idx="1">
            <a:schemeClr val="accent1"/>
          </a:fillRef>
          <a:effectRef idx="0">
            <a:schemeClr val="accent1"/>
          </a:effectRef>
          <a:fontRef idx="minor">
            <a:schemeClr val="lt1"/>
          </a:fontRef>
        </p:style>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white"/>
                </a:solidFill>
                <a:latin typeface="微软雅黑" panose="020B0503020204020204" pitchFamily="34" charset="-122"/>
              </a:rPr>
              <a:t>调用过程的</a:t>
            </a:r>
          </a:p>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white"/>
                </a:solidFill>
                <a:latin typeface="微软雅黑" panose="020B0503020204020204" pitchFamily="34" charset="-122"/>
              </a:rPr>
              <a:t>活动记录</a:t>
            </a:r>
          </a:p>
        </p:txBody>
      </p:sp>
      <p:sp>
        <p:nvSpPr>
          <p:cNvPr id="37" name="Text Box 23"/>
          <p:cNvSpPr txBox="1">
            <a:spLocks noChangeArrowheads="1"/>
          </p:cNvSpPr>
          <p:nvPr/>
        </p:nvSpPr>
        <p:spPr bwMode="auto">
          <a:xfrm>
            <a:off x="7915275" y="3414713"/>
            <a:ext cx="20447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形式单元</a:t>
            </a:r>
          </a:p>
        </p:txBody>
      </p:sp>
      <p:sp>
        <p:nvSpPr>
          <p:cNvPr id="3" name="灯片编号占位符 2">
            <a:extLst>
              <a:ext uri="{FF2B5EF4-FFF2-40B4-BE49-F238E27FC236}">
                <a16:creationId xmlns:a16="http://schemas.microsoft.com/office/drawing/2014/main" id="{F42CF395-FE28-28DD-F685-7609946B8CC5}"/>
              </a:ext>
            </a:extLst>
          </p:cNvPr>
          <p:cNvSpPr>
            <a:spLocks noGrp="1"/>
          </p:cNvSpPr>
          <p:nvPr>
            <p:ph type="sldNum" sz="quarter" idx="12"/>
          </p:nvPr>
        </p:nvSpPr>
        <p:spPr/>
        <p:txBody>
          <a:bodyPr/>
          <a:lstStyle/>
          <a:p>
            <a:pPr>
              <a:defRPr/>
            </a:pPr>
            <a:fld id="{0AC2E196-CD2D-4786-B18A-5A42A2501AEA}" type="slidenum">
              <a:rPr lang="en-US" smtClean="0"/>
              <a:pPr>
                <a:defRPr/>
              </a:pPr>
              <a:t>70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ssolve">
                                      <p:cBhvr>
                                        <p:cTn id="7" dur="500"/>
                                        <p:tgtEl>
                                          <p:spTgt spid="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wipe(left)">
                                      <p:cBhvr>
                                        <p:cTn id="21" dur="500"/>
                                        <p:tgtEl>
                                          <p:spTgt spid="22">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2">
                                            <p:txEl>
                                              <p:pRg st="1" end="1"/>
                                            </p:txEl>
                                          </p:spTgt>
                                        </p:tgtEl>
                                        <p:attrNameLst>
                                          <p:attrName>style.visibility</p:attrName>
                                        </p:attrNameLst>
                                      </p:cBhvr>
                                      <p:to>
                                        <p:strVal val="visible"/>
                                      </p:to>
                                    </p:set>
                                    <p:animEffect transition="in" filter="wipe(left)">
                                      <p:cBhvr>
                                        <p:cTn id="26" dur="500"/>
                                        <p:tgtEl>
                                          <p:spTgt spid="22">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2">
                                            <p:txEl>
                                              <p:pRg st="2" end="2"/>
                                            </p:txEl>
                                          </p:spTgt>
                                        </p:tgtEl>
                                        <p:attrNameLst>
                                          <p:attrName>style.visibility</p:attrName>
                                        </p:attrNameLst>
                                      </p:cBhvr>
                                      <p:to>
                                        <p:strVal val="visible"/>
                                      </p:to>
                                    </p:set>
                                    <p:animEffect transition="in" filter="wipe(left)">
                                      <p:cBhvr>
                                        <p:cTn id="31" dur="500"/>
                                        <p:tgtEl>
                                          <p:spTgt spid="22">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1" presetClass="entr" presetSubtype="0" fill="hold" grpId="0" nodeType="clickEffect">
                                  <p:stCondLst>
                                    <p:cond delay="0"/>
                                  </p:stCondLst>
                                  <p:iterate type="lt">
                                    <p:tmPct val="10000"/>
                                  </p:iterate>
                                  <p:childTnLst>
                                    <p:set>
                                      <p:cBhvr>
                                        <p:cTn id="35" dur="1" fill="hold">
                                          <p:stCondLst>
                                            <p:cond delay="0"/>
                                          </p:stCondLst>
                                        </p:cTn>
                                        <p:tgtEl>
                                          <p:spTgt spid="37"/>
                                        </p:tgtEl>
                                        <p:attrNameLst>
                                          <p:attrName>style.visibility</p:attrName>
                                        </p:attrNameLst>
                                      </p:cBhvr>
                                      <p:to>
                                        <p:strVal val="visible"/>
                                      </p:to>
                                    </p:set>
                                    <p:anim calcmode="lin" valueType="num">
                                      <p:cBhvr>
                                        <p:cTn id="36"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7"/>
                                        </p:tgtEl>
                                        <p:attrNameLst>
                                          <p:attrName>ppt_y</p:attrName>
                                        </p:attrNameLst>
                                      </p:cBhvr>
                                      <p:tavLst>
                                        <p:tav tm="0">
                                          <p:val>
                                            <p:strVal val="#ppt_y"/>
                                          </p:val>
                                        </p:tav>
                                        <p:tav tm="100000">
                                          <p:val>
                                            <p:strVal val="#ppt_y"/>
                                          </p:val>
                                        </p:tav>
                                      </p:tavLst>
                                    </p:anim>
                                    <p:anim calcmode="lin" valueType="num">
                                      <p:cBhvr>
                                        <p:cTn id="38"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44"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P spid="34" grpId="0" autoUpdateAnimBg="0"/>
      <p:bldP spid="35" grpId="0" autoUpdateAnimBg="0"/>
      <p:bldP spid="37" grpId="0"/>
      <p:bldP spid="37" grpId="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Rectangle 14"/>
          <p:cNvSpPr>
            <a:spLocks noGrp="1" noChangeArrowheads="1"/>
          </p:cNvSpPr>
          <p:nvPr>
            <p:ph type="title"/>
          </p:nvPr>
        </p:nvSpPr>
        <p:spPr/>
        <p:txBody>
          <a:bodyPr/>
          <a:lstStyle/>
          <a:p>
            <a:pPr defTabSz="503972" fontAlgn="auto">
              <a:spcAft>
                <a:spcPts val="0"/>
              </a:spcAft>
              <a:defRPr/>
            </a:pPr>
            <a:r>
              <a:rPr lang="zh-CN" altLang="en-US" dirty="0"/>
              <a:t>过程调用和过程返回</a:t>
            </a:r>
          </a:p>
        </p:txBody>
      </p:sp>
      <p:sp>
        <p:nvSpPr>
          <p:cNvPr id="24" name="Rectangle 13"/>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en-US" altLang="zh-CN" sz="2646" noProof="1">
                <a:solidFill>
                  <a:schemeClr val="tx1">
                    <a:lumMod val="75000"/>
                    <a:lumOff val="25000"/>
                  </a:schemeClr>
                </a:solidFill>
              </a:rPr>
              <a:t>call P，n </a:t>
            </a:r>
            <a:r>
              <a:rPr lang="zh-CN" altLang="en-US" sz="2646" noProof="1">
                <a:solidFill>
                  <a:schemeClr val="tx1">
                    <a:lumMod val="75000"/>
                    <a:lumOff val="25000"/>
                  </a:schemeClr>
                </a:solidFill>
              </a:rPr>
              <a:t>被翻译成:</a:t>
            </a:r>
          </a:p>
          <a:p>
            <a:pPr marL="377979" indent="-377979" defTabSz="503972" fontAlgn="auto">
              <a:spcBef>
                <a:spcPct val="5000"/>
              </a:spcBef>
              <a:spcAft>
                <a:spcPts val="0"/>
              </a:spcAft>
              <a:buFont typeface="Wingdings" panose="05000000000000000000" pitchFamily="2" charset="2"/>
              <a:buNone/>
              <a:defRPr/>
            </a:pPr>
            <a:r>
              <a:rPr lang="zh-CN" altLang="en-US" sz="2646" noProof="1">
                <a:solidFill>
                  <a:schemeClr val="tx1">
                    <a:lumMod val="75000"/>
                    <a:lumOff val="25000"/>
                  </a:schemeClr>
                </a:solidFill>
              </a:rPr>
              <a:t>1[</a:t>
            </a:r>
            <a:r>
              <a:rPr lang="en-US" altLang="zh-CN" sz="2646" noProof="1">
                <a:solidFill>
                  <a:schemeClr val="tx1">
                    <a:lumMod val="75000"/>
                    <a:lumOff val="25000"/>
                  </a:schemeClr>
                </a:solidFill>
              </a:rPr>
              <a:t>TOP]:=SP     	</a:t>
            </a:r>
            <a:r>
              <a:rPr lang="en-US" altLang="zh-CN" sz="2646" noProof="1">
                <a:solidFill>
                  <a:srgbClr val="008E40"/>
                </a:solidFill>
              </a:rPr>
              <a:t>(</a:t>
            </a:r>
            <a:r>
              <a:rPr lang="zh-CN" altLang="en-US" sz="2646" noProof="1">
                <a:solidFill>
                  <a:srgbClr val="008E40"/>
                </a:solidFill>
              </a:rPr>
              <a:t>保护现行</a:t>
            </a:r>
            <a:r>
              <a:rPr lang="en-US" altLang="zh-CN" sz="2646" noProof="1">
                <a:solidFill>
                  <a:srgbClr val="008E40"/>
                </a:solidFill>
              </a:rPr>
              <a:t>SP)</a:t>
            </a:r>
          </a:p>
          <a:p>
            <a:pPr marL="377979" indent="-377979" defTabSz="503972" fontAlgn="auto">
              <a:spcBef>
                <a:spcPct val="5000"/>
              </a:spcBef>
              <a:spcAft>
                <a:spcPts val="0"/>
              </a:spcAft>
              <a:buFont typeface="Wingdings" panose="05000000000000000000" pitchFamily="2" charset="2"/>
              <a:buNone/>
              <a:defRPr/>
            </a:pPr>
            <a:r>
              <a:rPr lang="en-US" altLang="zh-CN" sz="2646" noProof="1">
                <a:solidFill>
                  <a:schemeClr val="tx1">
                    <a:lumMod val="75000"/>
                    <a:lumOff val="25000"/>
                  </a:schemeClr>
                </a:solidFill>
              </a:rPr>
              <a:t>3[TOP]:=SP+d   </a:t>
            </a:r>
            <a:r>
              <a:rPr lang="en-US" altLang="zh-CN" sz="2646" noProof="1">
                <a:solidFill>
                  <a:srgbClr val="008E40"/>
                </a:solidFill>
              </a:rPr>
              <a:t>(</a:t>
            </a:r>
            <a:r>
              <a:rPr lang="zh-CN" altLang="en-US" sz="2646" noProof="1">
                <a:solidFill>
                  <a:srgbClr val="008E40"/>
                </a:solidFill>
              </a:rPr>
              <a:t>传送现行</a:t>
            </a:r>
            <a:r>
              <a:rPr lang="en-US" altLang="zh-CN" sz="2646" noProof="1">
                <a:solidFill>
                  <a:srgbClr val="008E40"/>
                </a:solidFill>
              </a:rPr>
              <a:t>display</a:t>
            </a:r>
            <a:r>
              <a:rPr lang="zh-CN" altLang="en-US" sz="2646" noProof="1">
                <a:solidFill>
                  <a:srgbClr val="008E40"/>
                </a:solidFill>
              </a:rPr>
              <a:t>地址)</a:t>
            </a:r>
          </a:p>
          <a:p>
            <a:pPr marL="377979" indent="-377979" defTabSz="503972" fontAlgn="auto">
              <a:spcBef>
                <a:spcPct val="5000"/>
              </a:spcBef>
              <a:spcAft>
                <a:spcPts val="0"/>
              </a:spcAft>
              <a:buFont typeface="Wingdings" panose="05000000000000000000" pitchFamily="2" charset="2"/>
              <a:buNone/>
              <a:defRPr/>
            </a:pPr>
            <a:r>
              <a:rPr lang="zh-CN" altLang="en-US" sz="2646" noProof="1">
                <a:solidFill>
                  <a:schemeClr val="tx1">
                    <a:lumMod val="75000"/>
                    <a:lumOff val="25000"/>
                  </a:schemeClr>
                </a:solidFill>
              </a:rPr>
              <a:t>4[</a:t>
            </a:r>
            <a:r>
              <a:rPr lang="en-US" altLang="zh-CN" sz="2646" noProof="1">
                <a:solidFill>
                  <a:schemeClr val="tx1">
                    <a:lumMod val="75000"/>
                    <a:lumOff val="25000"/>
                  </a:schemeClr>
                </a:solidFill>
              </a:rPr>
              <a:t>TOP]:=n       	</a:t>
            </a:r>
            <a:r>
              <a:rPr lang="en-US" altLang="zh-CN" sz="2646" noProof="1">
                <a:solidFill>
                  <a:srgbClr val="008E40"/>
                </a:solidFill>
              </a:rPr>
              <a:t>(</a:t>
            </a:r>
            <a:r>
              <a:rPr lang="zh-CN" altLang="en-US" sz="2646" noProof="1">
                <a:solidFill>
                  <a:srgbClr val="008E40"/>
                </a:solidFill>
              </a:rPr>
              <a:t>传递参数个数)</a:t>
            </a:r>
          </a:p>
          <a:p>
            <a:pPr marL="377979" indent="-377979" defTabSz="503972" fontAlgn="auto">
              <a:spcBef>
                <a:spcPct val="5000"/>
              </a:spcBef>
              <a:spcAft>
                <a:spcPts val="0"/>
              </a:spcAft>
              <a:buFont typeface="Wingdings" panose="05000000000000000000" pitchFamily="2" charset="2"/>
              <a:buNone/>
              <a:defRPr/>
            </a:pPr>
            <a:r>
              <a:rPr lang="en-US" altLang="zh-CN" sz="2646" noProof="1">
                <a:solidFill>
                  <a:schemeClr val="tx1">
                    <a:lumMod val="75000"/>
                    <a:lumOff val="25000"/>
                  </a:schemeClr>
                </a:solidFill>
              </a:rPr>
              <a:t>JSR            		</a:t>
            </a:r>
            <a:r>
              <a:rPr lang="en-US" altLang="zh-CN" sz="2646" noProof="1">
                <a:solidFill>
                  <a:srgbClr val="008E40"/>
                </a:solidFill>
              </a:rPr>
              <a:t>(</a:t>
            </a:r>
            <a:r>
              <a:rPr lang="zh-CN" altLang="en-US" sz="2646" noProof="1">
                <a:solidFill>
                  <a:srgbClr val="008E40"/>
                </a:solidFill>
              </a:rPr>
              <a:t>转子指令)</a:t>
            </a:r>
          </a:p>
        </p:txBody>
      </p:sp>
      <p:grpSp>
        <p:nvGrpSpPr>
          <p:cNvPr id="582660" name="Group 22"/>
          <p:cNvGrpSpPr>
            <a:grpSpLocks/>
          </p:cNvGrpSpPr>
          <p:nvPr/>
        </p:nvGrpSpPr>
        <p:grpSpPr bwMode="auto">
          <a:xfrm>
            <a:off x="7921625" y="1171575"/>
            <a:ext cx="2046288" cy="4764088"/>
            <a:chOff x="4382" y="-17"/>
            <a:chExt cx="1360" cy="3168"/>
          </a:xfrm>
        </p:grpSpPr>
        <p:sp>
          <p:nvSpPr>
            <p:cNvPr id="26" name="Rectangle 23"/>
            <p:cNvSpPr>
              <a:spLocks noChangeArrowheads="1"/>
            </p:cNvSpPr>
            <p:nvPr/>
          </p:nvSpPr>
          <p:spPr bwMode="auto">
            <a:xfrm>
              <a:off x="4382" y="-17"/>
              <a:ext cx="1360" cy="316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27" name="Rectangle 24"/>
            <p:cNvSpPr>
              <a:spLocks noChangeArrowheads="1"/>
            </p:cNvSpPr>
            <p:nvPr/>
          </p:nvSpPr>
          <p:spPr bwMode="auto">
            <a:xfrm>
              <a:off x="4382" y="1807"/>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28" name="Rectangle 25"/>
            <p:cNvSpPr>
              <a:spLocks noChangeArrowheads="1"/>
            </p:cNvSpPr>
            <p:nvPr/>
          </p:nvSpPr>
          <p:spPr bwMode="auto">
            <a:xfrm>
              <a:off x="4382" y="2479"/>
              <a:ext cx="1360" cy="32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29" name="Rectangle 26"/>
            <p:cNvSpPr>
              <a:spLocks noChangeArrowheads="1"/>
            </p:cNvSpPr>
            <p:nvPr/>
          </p:nvSpPr>
          <p:spPr bwMode="auto">
            <a:xfrm>
              <a:off x="4382" y="1471"/>
              <a:ext cx="1360" cy="336"/>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形式单元</a:t>
              </a:r>
              <a:endParaRPr kumimoji="1" lang="zh-CN" altLang="zh-CN" sz="2646">
                <a:solidFill>
                  <a:srgbClr val="6600CC"/>
                </a:solidFill>
                <a:latin typeface="微软雅黑" panose="020B0503020204020204" pitchFamily="34" charset="-122"/>
                <a:cs typeface="+mn-cs"/>
              </a:endParaRPr>
            </a:p>
          </p:txBody>
        </p:sp>
        <p:sp>
          <p:nvSpPr>
            <p:cNvPr id="30" name="Rectangle 27"/>
            <p:cNvSpPr>
              <a:spLocks noChangeArrowheads="1"/>
            </p:cNvSpPr>
            <p:nvPr/>
          </p:nvSpPr>
          <p:spPr bwMode="auto">
            <a:xfrm>
              <a:off x="4382" y="2808"/>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31" name="Rectangle 28"/>
            <p:cNvSpPr>
              <a:spLocks noChangeArrowheads="1"/>
            </p:cNvSpPr>
            <p:nvPr/>
          </p:nvSpPr>
          <p:spPr bwMode="auto">
            <a:xfrm>
              <a:off x="4382" y="1135"/>
              <a:ext cx="1360" cy="337"/>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Display </a:t>
              </a:r>
              <a:r>
                <a:rPr kumimoji="1" lang="zh-CN" altLang="zh-CN" sz="2646">
                  <a:solidFill>
                    <a:prstClr val="black"/>
                  </a:solidFill>
                  <a:latin typeface="微软雅黑" panose="020B0503020204020204" pitchFamily="34" charset="-122"/>
                  <a:cs typeface="+mn-cs"/>
                </a:rPr>
                <a:t>表</a:t>
              </a:r>
              <a:endParaRPr kumimoji="1" lang="zh-CN" altLang="en-US" sz="2646">
                <a:solidFill>
                  <a:prstClr val="black"/>
                </a:solidFill>
                <a:latin typeface="微软雅黑" panose="020B0503020204020204" pitchFamily="34" charset="-122"/>
                <a:cs typeface="+mn-cs"/>
              </a:endParaRPr>
            </a:p>
          </p:txBody>
        </p:sp>
        <p:sp>
          <p:nvSpPr>
            <p:cNvPr id="32" name="Rectangle 29"/>
            <p:cNvSpPr>
              <a:spLocks noChangeArrowheads="1"/>
            </p:cNvSpPr>
            <p:nvPr/>
          </p:nvSpPr>
          <p:spPr bwMode="auto">
            <a:xfrm>
              <a:off x="4382" y="2143"/>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全局</a:t>
              </a:r>
              <a:r>
                <a:rPr kumimoji="1" lang="en-US" altLang="en-US" sz="2646">
                  <a:solidFill>
                    <a:prstClr val="black"/>
                  </a:solidFill>
                  <a:latin typeface="微软雅黑" panose="020B0503020204020204" pitchFamily="34" charset="-122"/>
                  <a:cs typeface="+mn-cs"/>
                </a:rPr>
                <a:t>Di</a:t>
              </a:r>
              <a:r>
                <a:rPr kumimoji="1" lang="en-US" altLang="zh-CN" sz="2646">
                  <a:solidFill>
                    <a:prstClr val="black"/>
                  </a:solidFill>
                  <a:latin typeface="微软雅黑" panose="020B0503020204020204" pitchFamily="34" charset="-122"/>
                  <a:cs typeface="+mn-cs"/>
                </a:rPr>
                <a:t>s</a:t>
              </a:r>
              <a:r>
                <a:rPr kumimoji="1" lang="en-US" altLang="en-US" sz="2646">
                  <a:solidFill>
                    <a:prstClr val="black"/>
                  </a:solidFill>
                  <a:latin typeface="微软雅黑" panose="020B0503020204020204" pitchFamily="34" charset="-122"/>
                  <a:cs typeface="+mn-cs"/>
                </a:rPr>
                <a:t>play</a:t>
              </a:r>
              <a:endParaRPr kumimoji="1" lang="en-US" altLang="zh-CN" sz="2646">
                <a:solidFill>
                  <a:prstClr val="black"/>
                </a:solidFill>
                <a:latin typeface="微软雅黑" panose="020B0503020204020204" pitchFamily="34" charset="-122"/>
                <a:cs typeface="+mn-cs"/>
              </a:endParaRPr>
            </a:p>
          </p:txBody>
        </p:sp>
        <p:sp>
          <p:nvSpPr>
            <p:cNvPr id="33" name="Rectangle 30"/>
            <p:cNvSpPr>
              <a:spLocks noChangeArrowheads="1"/>
            </p:cNvSpPr>
            <p:nvPr/>
          </p:nvSpPr>
          <p:spPr bwMode="auto">
            <a:xfrm>
              <a:off x="4472" y="28"/>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sp>
          <p:nvSpPr>
            <p:cNvPr id="34" name="Rectangle 31"/>
            <p:cNvSpPr>
              <a:spLocks noChangeArrowheads="1"/>
            </p:cNvSpPr>
            <p:nvPr/>
          </p:nvSpPr>
          <p:spPr bwMode="auto">
            <a:xfrm>
              <a:off x="4472" y="371"/>
              <a:ext cx="1221" cy="342"/>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35" name="Rectangle 32"/>
            <p:cNvSpPr>
              <a:spLocks noChangeArrowheads="1"/>
            </p:cNvSpPr>
            <p:nvPr/>
          </p:nvSpPr>
          <p:spPr bwMode="auto">
            <a:xfrm>
              <a:off x="4472" y="714"/>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grpSp>
      <p:sp>
        <p:nvSpPr>
          <p:cNvPr id="36" name="Text Box 19"/>
          <p:cNvSpPr txBox="1">
            <a:spLocks noChangeArrowheads="1"/>
          </p:cNvSpPr>
          <p:nvPr/>
        </p:nvSpPr>
        <p:spPr bwMode="auto">
          <a:xfrm>
            <a:off x="8413750" y="5416550"/>
            <a:ext cx="10683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老</a:t>
            </a:r>
            <a:r>
              <a:rPr kumimoji="1" lang="en-US" altLang="en-US" sz="2646" dirty="0">
                <a:solidFill>
                  <a:srgbClr val="6600CC"/>
                </a:solidFill>
                <a:latin typeface="微软雅黑" panose="020B0503020204020204" pitchFamily="34" charset="-122"/>
                <a:cs typeface="+mn-cs"/>
              </a:rPr>
              <a:t>SP</a:t>
            </a:r>
            <a:endParaRPr kumimoji="1" lang="zh-CN" altLang="en-US" sz="2646" dirty="0">
              <a:solidFill>
                <a:srgbClr val="6600CC"/>
              </a:solidFill>
              <a:latin typeface="微软雅黑" panose="020B0503020204020204" pitchFamily="34" charset="-122"/>
              <a:cs typeface="+mn-cs"/>
            </a:endParaRPr>
          </a:p>
        </p:txBody>
      </p:sp>
      <p:sp>
        <p:nvSpPr>
          <p:cNvPr id="37" name="Text Box 20"/>
          <p:cNvSpPr txBox="1">
            <a:spLocks noChangeArrowheads="1"/>
          </p:cNvSpPr>
          <p:nvPr/>
        </p:nvSpPr>
        <p:spPr bwMode="auto">
          <a:xfrm>
            <a:off x="7924800" y="4424363"/>
            <a:ext cx="20415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全局</a:t>
            </a:r>
            <a:r>
              <a:rPr kumimoji="1" lang="en-US" altLang="en-US" sz="2646" dirty="0">
                <a:solidFill>
                  <a:srgbClr val="6600CC"/>
                </a:solidFill>
                <a:latin typeface="微软雅黑" panose="020B0503020204020204" pitchFamily="34" charset="-122"/>
                <a:cs typeface="+mn-cs"/>
              </a:rPr>
              <a:t>Di</a:t>
            </a:r>
            <a:r>
              <a:rPr kumimoji="1" lang="en-US" altLang="zh-CN" sz="2646" dirty="0">
                <a:solidFill>
                  <a:srgbClr val="6600CC"/>
                </a:solidFill>
                <a:latin typeface="微软雅黑" panose="020B0503020204020204" pitchFamily="34" charset="-122"/>
                <a:cs typeface="+mn-cs"/>
              </a:rPr>
              <a:t>s</a:t>
            </a:r>
            <a:r>
              <a:rPr kumimoji="1" lang="en-US" altLang="en-US" sz="2646" dirty="0">
                <a:solidFill>
                  <a:srgbClr val="6600CC"/>
                </a:solidFill>
                <a:latin typeface="微软雅黑" panose="020B0503020204020204" pitchFamily="34" charset="-122"/>
                <a:cs typeface="+mn-cs"/>
              </a:rPr>
              <a:t>play</a:t>
            </a:r>
            <a:endParaRPr kumimoji="1" lang="zh-CN" altLang="en-US" sz="2646" dirty="0">
              <a:solidFill>
                <a:srgbClr val="6600CC"/>
              </a:solidFill>
              <a:latin typeface="微软雅黑" panose="020B0503020204020204" pitchFamily="34" charset="-122"/>
              <a:cs typeface="+mn-cs"/>
            </a:endParaRPr>
          </a:p>
        </p:txBody>
      </p:sp>
      <p:sp>
        <p:nvSpPr>
          <p:cNvPr id="38" name="Text Box 21"/>
          <p:cNvSpPr txBox="1">
            <a:spLocks noChangeArrowheads="1"/>
          </p:cNvSpPr>
          <p:nvPr/>
        </p:nvSpPr>
        <p:spPr bwMode="auto">
          <a:xfrm>
            <a:off x="8175625" y="3916363"/>
            <a:ext cx="15446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参数个数</a:t>
            </a:r>
          </a:p>
        </p:txBody>
      </p:sp>
      <p:sp>
        <p:nvSpPr>
          <p:cNvPr id="39" name="Rectangle 33"/>
          <p:cNvSpPr>
            <a:spLocks noChangeArrowheads="1"/>
          </p:cNvSpPr>
          <p:nvPr/>
        </p:nvSpPr>
        <p:spPr bwMode="auto">
          <a:xfrm>
            <a:off x="6797675" y="5878513"/>
            <a:ext cx="1227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40" name="Rectangle 34"/>
          <p:cNvSpPr>
            <a:spLocks noChangeArrowheads="1"/>
          </p:cNvSpPr>
          <p:nvPr/>
        </p:nvSpPr>
        <p:spPr bwMode="auto">
          <a:xfrm>
            <a:off x="6865938" y="6491288"/>
            <a:ext cx="1227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 </a:t>
            </a:r>
            <a:r>
              <a:rPr kumimoji="1" lang="en-US" altLang="zh-CN" sz="2646">
                <a:solidFill>
                  <a:prstClr val="black"/>
                </a:solidFill>
                <a:latin typeface="微软雅黑" panose="020B0503020204020204" pitchFamily="34" charset="-122"/>
                <a:cs typeface="+mn-cs"/>
                <a:sym typeface="Symbol" panose="05050102010706020507" pitchFamily="18" charset="2"/>
              </a:rPr>
              <a:t></a:t>
            </a:r>
          </a:p>
        </p:txBody>
      </p:sp>
      <p:sp>
        <p:nvSpPr>
          <p:cNvPr id="41" name="Rectangle 35"/>
          <p:cNvSpPr>
            <a:spLocks noChangeArrowheads="1"/>
          </p:cNvSpPr>
          <p:nvPr/>
        </p:nvSpPr>
        <p:spPr bwMode="auto">
          <a:xfrm>
            <a:off x="7915275" y="5929313"/>
            <a:ext cx="2044700" cy="866775"/>
          </a:xfrm>
          <a:prstGeom prst="rect">
            <a:avLst/>
          </a:prstGeom>
          <a:ln>
            <a:solidFill>
              <a:schemeClr val="tx1"/>
            </a:solidFill>
            <a:headEnd/>
            <a:tailEnd type="none" w="lg" len="lg"/>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defTabSz="503972" eaLnBrk="1" fontAlgn="auto" hangingPunct="1">
              <a:spcAft>
                <a:spcPts val="0"/>
              </a:spcAft>
              <a:defRPr/>
            </a:pPr>
            <a:r>
              <a:rPr kumimoji="1" lang="zh-CN" altLang="en-US" sz="2646" dirty="0">
                <a:solidFill>
                  <a:prstClr val="white"/>
                </a:solidFill>
                <a:latin typeface="微软雅黑" panose="020B0503020204020204" pitchFamily="34" charset="-122"/>
                <a:ea typeface="微软雅黑" panose="020B0503020204020204" pitchFamily="34" charset="-122"/>
              </a:rPr>
              <a:t>调用过程的</a:t>
            </a:r>
          </a:p>
          <a:p>
            <a:pPr algn="ctr" defTabSz="503972" eaLnBrk="1" fontAlgn="auto" hangingPunct="1">
              <a:spcAft>
                <a:spcPts val="0"/>
              </a:spcAft>
              <a:defRPr/>
            </a:pPr>
            <a:r>
              <a:rPr kumimoji="1" lang="zh-CN" altLang="en-US" sz="2646" dirty="0">
                <a:solidFill>
                  <a:prstClr val="white"/>
                </a:solidFill>
                <a:latin typeface="微软雅黑" panose="020B0503020204020204" pitchFamily="34" charset="-122"/>
                <a:ea typeface="微软雅黑" panose="020B0503020204020204" pitchFamily="34" charset="-122"/>
              </a:rPr>
              <a:t>活动记录</a:t>
            </a:r>
          </a:p>
        </p:txBody>
      </p:sp>
      <p:sp>
        <p:nvSpPr>
          <p:cNvPr id="3" name="灯片编号占位符 2">
            <a:extLst>
              <a:ext uri="{FF2B5EF4-FFF2-40B4-BE49-F238E27FC236}">
                <a16:creationId xmlns:a16="http://schemas.microsoft.com/office/drawing/2014/main" id="{F0806828-0138-20EE-2D47-C6DD4B2C491A}"/>
              </a:ext>
            </a:extLst>
          </p:cNvPr>
          <p:cNvSpPr>
            <a:spLocks noGrp="1"/>
          </p:cNvSpPr>
          <p:nvPr>
            <p:ph type="sldNum" sz="quarter" idx="12"/>
          </p:nvPr>
        </p:nvSpPr>
        <p:spPr/>
        <p:txBody>
          <a:bodyPr/>
          <a:lstStyle/>
          <a:p>
            <a:pPr>
              <a:defRPr/>
            </a:pPr>
            <a:fld id="{0AC2E196-CD2D-4786-B18A-5A42A2501AEA}" type="slidenum">
              <a:rPr lang="en-US" smtClean="0"/>
              <a:pPr>
                <a:defRPr/>
              </a:pPr>
              <a:t>71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wipe(left)">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xEl>
                                              <p:pRg st="1" end="1"/>
                                            </p:txEl>
                                          </p:spTgt>
                                        </p:tgtEl>
                                        <p:attrNameLst>
                                          <p:attrName>style.visibility</p:attrName>
                                        </p:attrNameLst>
                                      </p:cBhvr>
                                      <p:to>
                                        <p:strVal val="visible"/>
                                      </p:to>
                                    </p:set>
                                    <p:animEffect transition="in" filter="wipe(left)">
                                      <p:cBhvr>
                                        <p:cTn id="12" dur="500"/>
                                        <p:tgtEl>
                                          <p:spTgt spid="2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1" presetClass="entr" presetSubtype="0" fill="hold" grpId="0" nodeType="clickEffect">
                                  <p:stCondLst>
                                    <p:cond delay="0"/>
                                  </p:stCondLst>
                                  <p:iterate type="lt">
                                    <p:tmPct val="10000"/>
                                  </p:iterate>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36"/>
                                        </p:tgtEl>
                                        <p:attrNameLst>
                                          <p:attrName>ppt_y</p:attrName>
                                        </p:attrNameLst>
                                      </p:cBhvr>
                                      <p:tavLst>
                                        <p:tav tm="0">
                                          <p:val>
                                            <p:strVal val="#ppt_y"/>
                                          </p:val>
                                        </p:tav>
                                        <p:tav tm="100000">
                                          <p:val>
                                            <p:strVal val="#ppt_y"/>
                                          </p:val>
                                        </p:tav>
                                      </p:tavLst>
                                    </p:anim>
                                    <p:anim calcmode="lin" valueType="num">
                                      <p:cBhvr>
                                        <p:cTn id="19" dur="500" fill="hold"/>
                                        <p:tgtEl>
                                          <p:spTgt spid="3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3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25" dur="1000" fill="hold"/>
                                        <p:tgtEl>
                                          <p:spTgt spid="36"/>
                                        </p:tgtEl>
                                        <p:attrNameLst>
                                          <p:attrName>style.visibility</p:attrName>
                                        </p:attrNameLst>
                                      </p:cBhvr>
                                      <p:tavLst>
                                        <p:tav tm="0">
                                          <p:val>
                                            <p:strVal val="hidden"/>
                                          </p:val>
                                        </p:tav>
                                        <p:tav tm="50000">
                                          <p:val>
                                            <p:strVal val="visible"/>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
                                            <p:txEl>
                                              <p:pRg st="2" end="2"/>
                                            </p:txEl>
                                          </p:spTgt>
                                        </p:tgtEl>
                                        <p:attrNameLst>
                                          <p:attrName>style.visibility</p:attrName>
                                        </p:attrNameLst>
                                      </p:cBhvr>
                                      <p:to>
                                        <p:strVal val="visible"/>
                                      </p:to>
                                    </p:set>
                                    <p:animEffect transition="in" filter="wipe(left)">
                                      <p:cBhvr>
                                        <p:cTn id="30" dur="500"/>
                                        <p:tgtEl>
                                          <p:spTgt spid="24">
                                            <p:txEl>
                                              <p:pRg st="2" end="2"/>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1" presetClass="entr" presetSubtype="0" fill="hold" grpId="0" nodeType="clickEffect">
                                  <p:stCondLst>
                                    <p:cond delay="0"/>
                                  </p:stCondLst>
                                  <p:iterate type="lt">
                                    <p:tmPct val="10000"/>
                                  </p:iterate>
                                  <p:childTnLst>
                                    <p:set>
                                      <p:cBhvr>
                                        <p:cTn id="34" dur="1" fill="hold">
                                          <p:stCondLst>
                                            <p:cond delay="0"/>
                                          </p:stCondLst>
                                        </p:cTn>
                                        <p:tgtEl>
                                          <p:spTgt spid="37"/>
                                        </p:tgtEl>
                                        <p:attrNameLst>
                                          <p:attrName>style.visibility</p:attrName>
                                        </p:attrNameLst>
                                      </p:cBhvr>
                                      <p:to>
                                        <p:strVal val="visible"/>
                                      </p:to>
                                    </p:set>
                                    <p:anim calcmode="lin" valueType="num">
                                      <p:cBhvr>
                                        <p:cTn id="35"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36" dur="500" fill="hold"/>
                                        <p:tgtEl>
                                          <p:spTgt spid="37"/>
                                        </p:tgtEl>
                                        <p:attrNameLst>
                                          <p:attrName>ppt_y</p:attrName>
                                        </p:attrNameLst>
                                      </p:cBhvr>
                                      <p:tavLst>
                                        <p:tav tm="0">
                                          <p:val>
                                            <p:strVal val="#ppt_y"/>
                                          </p:val>
                                        </p:tav>
                                        <p:tav tm="100000">
                                          <p:val>
                                            <p:strVal val="#ppt_y"/>
                                          </p:val>
                                        </p:tav>
                                      </p:tavLst>
                                    </p:anim>
                                    <p:anim calcmode="lin" valueType="num">
                                      <p:cBhvr>
                                        <p:cTn id="37"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38"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39" dur="500" tmFilter="0,0; .5, 1; 1, 1"/>
                                        <p:tgtEl>
                                          <p:spTgt spid="37"/>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43"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4">
                                            <p:txEl>
                                              <p:pRg st="3" end="3"/>
                                            </p:txEl>
                                          </p:spTgt>
                                        </p:tgtEl>
                                        <p:attrNameLst>
                                          <p:attrName>style.visibility</p:attrName>
                                        </p:attrNameLst>
                                      </p:cBhvr>
                                      <p:to>
                                        <p:strVal val="visible"/>
                                      </p:to>
                                    </p:set>
                                    <p:animEffect transition="in" filter="wipe(left)">
                                      <p:cBhvr>
                                        <p:cTn id="48" dur="500"/>
                                        <p:tgtEl>
                                          <p:spTgt spid="24">
                                            <p:txEl>
                                              <p:pRg st="3" end="3"/>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1" presetClass="entr" presetSubtype="0" fill="hold" grpId="0" nodeType="clickEffect">
                                  <p:stCondLst>
                                    <p:cond delay="0"/>
                                  </p:stCondLst>
                                  <p:iterate type="lt">
                                    <p:tmPct val="10000"/>
                                  </p:iterate>
                                  <p:childTnLst>
                                    <p:set>
                                      <p:cBhvr>
                                        <p:cTn id="52" dur="1" fill="hold">
                                          <p:stCondLst>
                                            <p:cond delay="0"/>
                                          </p:stCondLst>
                                        </p:cTn>
                                        <p:tgtEl>
                                          <p:spTgt spid="38"/>
                                        </p:tgtEl>
                                        <p:attrNameLst>
                                          <p:attrName>style.visibility</p:attrName>
                                        </p:attrNameLst>
                                      </p:cBhvr>
                                      <p:to>
                                        <p:strVal val="visible"/>
                                      </p:to>
                                    </p:set>
                                    <p:anim calcmode="lin" valueType="num">
                                      <p:cBhvr>
                                        <p:cTn id="53" dur="5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54" dur="500" fill="hold"/>
                                        <p:tgtEl>
                                          <p:spTgt spid="38"/>
                                        </p:tgtEl>
                                        <p:attrNameLst>
                                          <p:attrName>ppt_y</p:attrName>
                                        </p:attrNameLst>
                                      </p:cBhvr>
                                      <p:tavLst>
                                        <p:tav tm="0">
                                          <p:val>
                                            <p:strVal val="#ppt_y"/>
                                          </p:val>
                                        </p:tav>
                                        <p:tav tm="100000">
                                          <p:val>
                                            <p:strVal val="#ppt_y"/>
                                          </p:val>
                                        </p:tav>
                                      </p:tavLst>
                                    </p:anim>
                                    <p:anim calcmode="lin" valueType="num">
                                      <p:cBhvr>
                                        <p:cTn id="55" dur="5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56" dur="5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57" dur="500" tmFilter="0,0; .5, 1; 1, 1"/>
                                        <p:tgtEl>
                                          <p:spTgt spid="3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61"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4">
                                            <p:txEl>
                                              <p:pRg st="4" end="4"/>
                                            </p:txEl>
                                          </p:spTgt>
                                        </p:tgtEl>
                                        <p:attrNameLst>
                                          <p:attrName>style.visibility</p:attrName>
                                        </p:attrNameLst>
                                      </p:cBhvr>
                                      <p:to>
                                        <p:strVal val="visible"/>
                                      </p:to>
                                    </p:set>
                                    <p:animEffect transition="in" filter="wipe(left)">
                                      <p:cBhvr>
                                        <p:cTn id="66" dur="500"/>
                                        <p:tgtEl>
                                          <p:spTgt spid="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6" grpId="0"/>
      <p:bldP spid="36" grpId="1"/>
      <p:bldP spid="37" grpId="0"/>
      <p:bldP spid="37" grpId="1"/>
      <p:bldP spid="38" grpId="0"/>
      <p:bldP spid="38" grpId="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标题 1"/>
          <p:cNvSpPr>
            <a:spLocks noGrp="1"/>
          </p:cNvSpPr>
          <p:nvPr>
            <p:ph type="title"/>
          </p:nvPr>
        </p:nvSpPr>
        <p:spPr/>
        <p:txBody>
          <a:bodyPr/>
          <a:lstStyle/>
          <a:p>
            <a:pPr defTabSz="503972" fontAlgn="auto">
              <a:spcAft>
                <a:spcPts val="0"/>
              </a:spcAft>
              <a:defRPr/>
            </a:pPr>
            <a:r>
              <a:rPr lang="zh-CN" altLang="en-US" dirty="0"/>
              <a:t>过程调用和过程返回</a:t>
            </a:r>
          </a:p>
        </p:txBody>
      </p:sp>
      <p:sp>
        <p:nvSpPr>
          <p:cNvPr id="23" name="Rectangle 3"/>
          <p:cNvSpPr>
            <a:spLocks noGrp="1" noChangeArrowheads="1"/>
          </p:cNvSpPr>
          <p:nvPr>
            <p:ph idx="1"/>
          </p:nvPr>
        </p:nvSpPr>
        <p:spPr>
          <a:xfrm>
            <a:off x="695325" y="2009775"/>
            <a:ext cx="6577013" cy="4797425"/>
          </a:xfrm>
        </p:spPr>
        <p:txBody>
          <a:bodyPr/>
          <a:lstStyle/>
          <a:p>
            <a:pPr marL="377979" indent="-377979" defTabSz="503972" fontAlgn="auto">
              <a:lnSpc>
                <a:spcPct val="90000"/>
              </a:lnSpc>
              <a:spcBef>
                <a:spcPts val="1102"/>
              </a:spcBef>
              <a:spcAft>
                <a:spcPts val="0"/>
              </a:spcAft>
              <a:buFont typeface="Wingdings 3" charset="2"/>
              <a:buChar char=""/>
              <a:defRPr/>
            </a:pPr>
            <a:r>
              <a:rPr lang="zh-CN" altLang="en-US" sz="2646" noProof="1">
                <a:solidFill>
                  <a:schemeClr val="tx1">
                    <a:lumMod val="75000"/>
                    <a:lumOff val="25000"/>
                  </a:schemeClr>
                </a:solidFill>
              </a:rPr>
              <a:t>转进过程</a:t>
            </a:r>
            <a:r>
              <a:rPr lang="en-US" altLang="zh-CN" sz="2646" noProof="1">
                <a:solidFill>
                  <a:schemeClr val="tx1">
                    <a:lumMod val="75000"/>
                    <a:lumOff val="25000"/>
                  </a:schemeClr>
                </a:solidFill>
              </a:rPr>
              <a:t>P</a:t>
            </a:r>
            <a:r>
              <a:rPr lang="zh-CN" altLang="en-US" sz="2646" noProof="1">
                <a:solidFill>
                  <a:schemeClr val="tx1">
                    <a:lumMod val="75000"/>
                    <a:lumOff val="25000"/>
                  </a:schemeClr>
                </a:solidFill>
              </a:rPr>
              <a:t>后，首先定义新的</a:t>
            </a:r>
            <a:r>
              <a:rPr lang="en-US" altLang="zh-CN" sz="2646" noProof="1">
                <a:solidFill>
                  <a:schemeClr val="tx1">
                    <a:lumMod val="75000"/>
                    <a:lumOff val="25000"/>
                  </a:schemeClr>
                </a:solidFill>
              </a:rPr>
              <a:t>SP</a:t>
            </a:r>
            <a:r>
              <a:rPr lang="zh-CN" altLang="en-US" sz="2646" noProof="1">
                <a:solidFill>
                  <a:schemeClr val="tx1">
                    <a:lumMod val="75000"/>
                    <a:lumOff val="25000"/>
                  </a:schemeClr>
                </a:solidFill>
              </a:rPr>
              <a:t>和</a:t>
            </a:r>
            <a:r>
              <a:rPr lang="en-US" altLang="zh-CN" sz="2646" noProof="1">
                <a:solidFill>
                  <a:schemeClr val="tx1">
                    <a:lumMod val="75000"/>
                    <a:lumOff val="25000"/>
                  </a:schemeClr>
                </a:solidFill>
              </a:rPr>
              <a:t>TOP，</a:t>
            </a:r>
            <a:r>
              <a:rPr lang="zh-CN" altLang="en-US" sz="2646" noProof="1">
                <a:solidFill>
                  <a:schemeClr val="tx1">
                    <a:lumMod val="75000"/>
                    <a:lumOff val="25000"/>
                  </a:schemeClr>
                </a:solidFill>
              </a:rPr>
              <a:t>保存返回地址。</a:t>
            </a:r>
            <a:endParaRPr lang="en-US" altLang="zh-CN" sz="2646" dirty="0">
              <a:solidFill>
                <a:schemeClr val="tx1">
                  <a:lumMod val="75000"/>
                  <a:lumOff val="25000"/>
                </a:schemeClr>
              </a:solidFill>
            </a:endParaRPr>
          </a:p>
          <a:p>
            <a:pPr marL="377979" indent="-377979" defTabSz="503972" fontAlgn="auto">
              <a:lnSpc>
                <a:spcPct val="90000"/>
              </a:lnSpc>
              <a:spcBef>
                <a:spcPts val="1102"/>
              </a:spcBef>
              <a:spcAft>
                <a:spcPts val="0"/>
              </a:spcAft>
              <a:buFont typeface="Wingdings 3" charset="2"/>
              <a:buChar char=""/>
              <a:defRPr/>
            </a:pPr>
            <a:r>
              <a:rPr lang="zh-CN" altLang="en-US" sz="2646" dirty="0">
                <a:solidFill>
                  <a:schemeClr val="tx1">
                    <a:lumMod val="75000"/>
                    <a:lumOff val="25000"/>
                  </a:schemeClr>
                </a:solidFill>
              </a:rPr>
              <a:t>根据</a:t>
            </a:r>
            <a:r>
              <a:rPr lang="zh-CN" altLang="en-US" sz="2646" noProof="1">
                <a:solidFill>
                  <a:schemeClr val="tx1">
                    <a:lumMod val="75000"/>
                    <a:lumOff val="25000"/>
                  </a:schemeClr>
                </a:solidFill>
              </a:rPr>
              <a:t>"全局</a:t>
            </a:r>
            <a:r>
              <a:rPr lang="en-US" altLang="zh-CN" sz="2646" noProof="1">
                <a:solidFill>
                  <a:schemeClr val="tx1">
                    <a:lumMod val="75000"/>
                    <a:lumOff val="25000"/>
                  </a:schemeClr>
                </a:solidFill>
              </a:rPr>
              <a:t>Display"</a:t>
            </a:r>
            <a:r>
              <a:rPr lang="zh-CN" altLang="en-US" sz="2646" noProof="1">
                <a:solidFill>
                  <a:schemeClr val="tx1">
                    <a:lumMod val="75000"/>
                    <a:lumOff val="25000"/>
                  </a:schemeClr>
                </a:solidFill>
              </a:rPr>
              <a:t>建立现行过程的</a:t>
            </a:r>
            <a:r>
              <a:rPr lang="en-US" altLang="zh-CN" sz="2646" noProof="1">
                <a:solidFill>
                  <a:schemeClr val="tx1">
                    <a:lumMod val="75000"/>
                    <a:lumOff val="25000"/>
                  </a:schemeClr>
                </a:solidFill>
              </a:rPr>
              <a:t>Display：</a:t>
            </a:r>
            <a:r>
              <a:rPr lang="zh-CN" altLang="en-US" sz="2646" noProof="1">
                <a:solidFill>
                  <a:schemeClr val="tx1">
                    <a:lumMod val="75000"/>
                    <a:lumOff val="25000"/>
                  </a:schemeClr>
                </a:solidFill>
              </a:rPr>
              <a:t>从全局</a:t>
            </a:r>
            <a:r>
              <a:rPr lang="en-US" altLang="zh-CN" sz="2646" noProof="1">
                <a:solidFill>
                  <a:schemeClr val="tx1">
                    <a:lumMod val="75000"/>
                    <a:lumOff val="25000"/>
                  </a:schemeClr>
                </a:solidFill>
              </a:rPr>
              <a:t>Display</a:t>
            </a:r>
            <a:r>
              <a:rPr lang="zh-CN" altLang="en-US" sz="2646" dirty="0">
                <a:solidFill>
                  <a:schemeClr val="tx1">
                    <a:lumMod val="75000"/>
                    <a:lumOff val="25000"/>
                  </a:schemeClr>
                </a:solidFill>
              </a:rPr>
              <a:t>表中自底向上地取</a:t>
            </a:r>
            <a:r>
              <a:rPr lang="en-US" altLang="zh-CN" sz="2646" i="1" dirty="0">
                <a:solidFill>
                  <a:schemeClr val="tx1">
                    <a:lumMod val="75000"/>
                    <a:lumOff val="25000"/>
                  </a:schemeClr>
                </a:solidFill>
                <a:latin typeface="Times New Roman" panose="02020603050405020304" pitchFamily="18" charset="0"/>
                <a:cs typeface="Times New Roman" panose="02020603050405020304" pitchFamily="18" charset="0"/>
              </a:rPr>
              <a:t>l</a:t>
            </a:r>
            <a:r>
              <a:rPr lang="zh-CN" altLang="en-US" sz="2646" dirty="0">
                <a:solidFill>
                  <a:schemeClr val="tx1">
                    <a:lumMod val="75000"/>
                    <a:lumOff val="25000"/>
                  </a:schemeClr>
                </a:solidFill>
              </a:rPr>
              <a:t>个单元，在添上进入</a:t>
            </a:r>
            <a:r>
              <a:rPr lang="en-US" altLang="zh-CN" sz="2646" noProof="1">
                <a:solidFill>
                  <a:schemeClr val="tx1">
                    <a:lumMod val="75000"/>
                    <a:lumOff val="25000"/>
                  </a:schemeClr>
                </a:solidFill>
              </a:rPr>
              <a:t>P</a:t>
            </a:r>
            <a:r>
              <a:rPr lang="zh-CN" altLang="en-US" sz="2646" noProof="1">
                <a:solidFill>
                  <a:schemeClr val="tx1">
                    <a:lumMod val="75000"/>
                    <a:lumOff val="25000"/>
                  </a:schemeClr>
                </a:solidFill>
              </a:rPr>
              <a:t>后新建立的</a:t>
            </a:r>
            <a:r>
              <a:rPr lang="en-US" altLang="zh-CN" sz="2646" dirty="0">
                <a:solidFill>
                  <a:schemeClr val="tx1">
                    <a:lumMod val="75000"/>
                    <a:lumOff val="25000"/>
                  </a:schemeClr>
                </a:solidFill>
              </a:rPr>
              <a:t>SP</a:t>
            </a:r>
            <a:r>
              <a:rPr lang="zh-CN" altLang="en-US" sz="2646" dirty="0">
                <a:solidFill>
                  <a:schemeClr val="tx1">
                    <a:lumMod val="75000"/>
                    <a:lumOff val="25000"/>
                  </a:schemeClr>
                </a:solidFill>
              </a:rPr>
              <a:t>值就构成了</a:t>
            </a:r>
            <a:r>
              <a:rPr lang="en-US" altLang="zh-CN" sz="2646" noProof="1">
                <a:solidFill>
                  <a:schemeClr val="tx1">
                    <a:lumMod val="75000"/>
                    <a:lumOff val="25000"/>
                  </a:schemeClr>
                </a:solidFill>
              </a:rPr>
              <a:t>P</a:t>
            </a:r>
            <a:r>
              <a:rPr lang="zh-CN" altLang="en-US" sz="2646" noProof="1">
                <a:solidFill>
                  <a:schemeClr val="tx1">
                    <a:lumMod val="75000"/>
                    <a:lumOff val="25000"/>
                  </a:schemeClr>
                </a:solidFill>
              </a:rPr>
              <a:t>的</a:t>
            </a:r>
            <a:r>
              <a:rPr lang="en-US" altLang="zh-CN" sz="2646" noProof="1">
                <a:solidFill>
                  <a:schemeClr val="tx1">
                    <a:lumMod val="75000"/>
                    <a:lumOff val="25000"/>
                  </a:schemeClr>
                </a:solidFill>
              </a:rPr>
              <a:t>Display</a:t>
            </a:r>
            <a:r>
              <a:rPr lang="en-US" altLang="zh-CN" sz="2646" dirty="0">
                <a:solidFill>
                  <a:schemeClr val="tx1">
                    <a:lumMod val="75000"/>
                    <a:lumOff val="25000"/>
                  </a:schemeClr>
                </a:solidFill>
              </a:rPr>
              <a:t>。</a:t>
            </a:r>
          </a:p>
          <a:p>
            <a:pPr marL="817717" lvl="1" indent="-377979" defTabSz="503972" fontAlgn="auto">
              <a:lnSpc>
                <a:spcPct val="90000"/>
              </a:lnSpc>
              <a:spcBef>
                <a:spcPts val="1102"/>
              </a:spcBef>
              <a:spcAft>
                <a:spcPts val="0"/>
              </a:spcAft>
              <a:buFont typeface="Wingdings 3" charset="2"/>
              <a:buChar char=""/>
              <a:defRPr/>
            </a:pPr>
            <a:r>
              <a:rPr lang="en-US" altLang="zh-CN" sz="2400" i="1" dirty="0">
                <a:solidFill>
                  <a:schemeClr val="tx1">
                    <a:lumMod val="75000"/>
                    <a:lumOff val="25000"/>
                  </a:schemeClr>
                </a:solidFill>
                <a:latin typeface="Times New Roman" panose="02020603050405020304" pitchFamily="18" charset="0"/>
                <a:cs typeface="Times New Roman" panose="02020603050405020304" pitchFamily="18" charset="0"/>
              </a:rPr>
              <a:t>l</a:t>
            </a:r>
            <a:r>
              <a:rPr lang="zh-CN" altLang="en-US" sz="2646">
                <a:solidFill>
                  <a:schemeClr val="tx1">
                    <a:lumMod val="75000"/>
                    <a:lumOff val="25000"/>
                  </a:schemeClr>
                </a:solidFill>
              </a:rPr>
              <a:t>表示被调用过程的所在层数</a:t>
            </a:r>
            <a:endParaRPr lang="en-US" altLang="zh-CN" sz="2646" noProof="1">
              <a:solidFill>
                <a:schemeClr val="tx1">
                  <a:lumMod val="75000"/>
                  <a:lumOff val="25000"/>
                </a:schemeClr>
              </a:solidFill>
            </a:endParaRPr>
          </a:p>
          <a:p>
            <a:pPr marL="377979" indent="-377979" defTabSz="503972" fontAlgn="auto">
              <a:lnSpc>
                <a:spcPct val="90000"/>
              </a:lnSpc>
              <a:spcBef>
                <a:spcPts val="1102"/>
              </a:spcBef>
              <a:spcAft>
                <a:spcPts val="0"/>
              </a:spcAft>
              <a:buFont typeface="Wingdings" panose="05000000000000000000" pitchFamily="2" charset="2"/>
              <a:buNone/>
              <a:defRPr/>
            </a:pPr>
            <a:endParaRPr lang="en-US" altLang="zh-CN" sz="2646" dirty="0">
              <a:solidFill>
                <a:schemeClr val="tx1">
                  <a:lumMod val="75000"/>
                  <a:lumOff val="25000"/>
                </a:schemeClr>
              </a:solidFill>
            </a:endParaRPr>
          </a:p>
        </p:txBody>
      </p:sp>
      <p:grpSp>
        <p:nvGrpSpPr>
          <p:cNvPr id="584708" name="Group 32"/>
          <p:cNvGrpSpPr>
            <a:grpSpLocks/>
          </p:cNvGrpSpPr>
          <p:nvPr/>
        </p:nvGrpSpPr>
        <p:grpSpPr bwMode="auto">
          <a:xfrm>
            <a:off x="7921625" y="1182688"/>
            <a:ext cx="2046288" cy="4762500"/>
            <a:chOff x="4382" y="-17"/>
            <a:chExt cx="1360" cy="3168"/>
          </a:xfrm>
        </p:grpSpPr>
        <p:sp>
          <p:nvSpPr>
            <p:cNvPr id="25" name="Rectangle 33"/>
            <p:cNvSpPr>
              <a:spLocks noChangeArrowheads="1"/>
            </p:cNvSpPr>
            <p:nvPr/>
          </p:nvSpPr>
          <p:spPr bwMode="auto">
            <a:xfrm>
              <a:off x="4382" y="-17"/>
              <a:ext cx="1360" cy="316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26" name="Rectangle 34"/>
            <p:cNvSpPr>
              <a:spLocks noChangeArrowheads="1"/>
            </p:cNvSpPr>
            <p:nvPr/>
          </p:nvSpPr>
          <p:spPr bwMode="auto">
            <a:xfrm>
              <a:off x="4382" y="1807"/>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参数个数</a:t>
              </a:r>
            </a:p>
          </p:txBody>
        </p:sp>
        <p:sp>
          <p:nvSpPr>
            <p:cNvPr id="27" name="Rectangle 35"/>
            <p:cNvSpPr>
              <a:spLocks noChangeArrowheads="1"/>
            </p:cNvSpPr>
            <p:nvPr/>
          </p:nvSpPr>
          <p:spPr bwMode="auto">
            <a:xfrm>
              <a:off x="4382" y="2479"/>
              <a:ext cx="1360" cy="327"/>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28" name="Rectangle 36"/>
            <p:cNvSpPr>
              <a:spLocks noChangeArrowheads="1"/>
            </p:cNvSpPr>
            <p:nvPr/>
          </p:nvSpPr>
          <p:spPr bwMode="auto">
            <a:xfrm>
              <a:off x="4382" y="1471"/>
              <a:ext cx="1360" cy="336"/>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形式单元</a:t>
              </a:r>
              <a:endParaRPr kumimoji="1" lang="zh-CN" altLang="zh-CN" sz="2646">
                <a:solidFill>
                  <a:srgbClr val="6600CC"/>
                </a:solidFill>
                <a:latin typeface="微软雅黑" panose="020B0503020204020204" pitchFamily="34" charset="-122"/>
                <a:cs typeface="+mn-cs"/>
              </a:endParaRPr>
            </a:p>
          </p:txBody>
        </p:sp>
        <p:sp>
          <p:nvSpPr>
            <p:cNvPr id="29" name="Rectangle 37"/>
            <p:cNvSpPr>
              <a:spLocks noChangeArrowheads="1"/>
            </p:cNvSpPr>
            <p:nvPr/>
          </p:nvSpPr>
          <p:spPr bwMode="auto">
            <a:xfrm>
              <a:off x="4382" y="2808"/>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老</a:t>
              </a:r>
              <a:r>
                <a:rPr kumimoji="1" lang="en-US" altLang="en-US" sz="2646">
                  <a:solidFill>
                    <a:srgbClr val="6600CC"/>
                  </a:solidFill>
                  <a:latin typeface="微软雅黑" panose="020B0503020204020204" pitchFamily="34" charset="-122"/>
                  <a:cs typeface="+mn-cs"/>
                </a:rPr>
                <a:t>SP</a:t>
              </a:r>
              <a:endParaRPr kumimoji="1" lang="en-US" altLang="zh-CN" sz="2646">
                <a:solidFill>
                  <a:srgbClr val="6600CC"/>
                </a:solidFill>
                <a:latin typeface="微软雅黑" panose="020B0503020204020204" pitchFamily="34" charset="-122"/>
                <a:cs typeface="+mn-cs"/>
              </a:endParaRPr>
            </a:p>
          </p:txBody>
        </p:sp>
        <p:sp>
          <p:nvSpPr>
            <p:cNvPr id="30" name="Rectangle 38"/>
            <p:cNvSpPr>
              <a:spLocks noChangeArrowheads="1"/>
            </p:cNvSpPr>
            <p:nvPr/>
          </p:nvSpPr>
          <p:spPr bwMode="auto">
            <a:xfrm>
              <a:off x="4382" y="1135"/>
              <a:ext cx="1360" cy="336"/>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Display </a:t>
              </a:r>
              <a:r>
                <a:rPr kumimoji="1" lang="zh-CN" altLang="zh-CN" sz="2646">
                  <a:solidFill>
                    <a:prstClr val="black"/>
                  </a:solidFill>
                  <a:latin typeface="微软雅黑" panose="020B0503020204020204" pitchFamily="34" charset="-122"/>
                  <a:cs typeface="+mn-cs"/>
                </a:rPr>
                <a:t>表</a:t>
              </a:r>
              <a:endParaRPr kumimoji="1" lang="zh-CN" altLang="en-US" sz="2646">
                <a:solidFill>
                  <a:prstClr val="black"/>
                </a:solidFill>
                <a:latin typeface="微软雅黑" panose="020B0503020204020204" pitchFamily="34" charset="-122"/>
                <a:cs typeface="+mn-cs"/>
              </a:endParaRPr>
            </a:p>
          </p:txBody>
        </p:sp>
        <p:sp>
          <p:nvSpPr>
            <p:cNvPr id="31" name="Rectangle 39"/>
            <p:cNvSpPr>
              <a:spLocks noChangeArrowheads="1"/>
            </p:cNvSpPr>
            <p:nvPr/>
          </p:nvSpPr>
          <p:spPr bwMode="auto">
            <a:xfrm>
              <a:off x="4382" y="2143"/>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srgbClr val="6600CC"/>
                  </a:solidFill>
                  <a:latin typeface="微软雅黑" panose="020B0503020204020204" pitchFamily="34" charset="-122"/>
                  <a:cs typeface="+mn-cs"/>
                </a:rPr>
                <a:t>全局</a:t>
              </a:r>
              <a:r>
                <a:rPr kumimoji="1" lang="en-US" altLang="en-US" sz="2646">
                  <a:solidFill>
                    <a:srgbClr val="6600CC"/>
                  </a:solidFill>
                  <a:latin typeface="微软雅黑" panose="020B0503020204020204" pitchFamily="34" charset="-122"/>
                  <a:cs typeface="+mn-cs"/>
                </a:rPr>
                <a:t>Di</a:t>
              </a:r>
              <a:r>
                <a:rPr kumimoji="1" lang="en-US" altLang="zh-CN" sz="2646">
                  <a:solidFill>
                    <a:srgbClr val="6600CC"/>
                  </a:solidFill>
                  <a:latin typeface="微软雅黑" panose="020B0503020204020204" pitchFamily="34" charset="-122"/>
                  <a:cs typeface="+mn-cs"/>
                </a:rPr>
                <a:t>s</a:t>
              </a:r>
              <a:r>
                <a:rPr kumimoji="1" lang="en-US" altLang="en-US" sz="2646">
                  <a:solidFill>
                    <a:srgbClr val="6600CC"/>
                  </a:solidFill>
                  <a:latin typeface="微软雅黑" panose="020B0503020204020204" pitchFamily="34" charset="-122"/>
                  <a:cs typeface="+mn-cs"/>
                </a:rPr>
                <a:t>play</a:t>
              </a:r>
              <a:endParaRPr kumimoji="1" lang="en-US" altLang="zh-CN" sz="2646">
                <a:solidFill>
                  <a:srgbClr val="6600CC"/>
                </a:solidFill>
                <a:latin typeface="微软雅黑" panose="020B0503020204020204" pitchFamily="34" charset="-122"/>
                <a:cs typeface="+mn-cs"/>
              </a:endParaRPr>
            </a:p>
          </p:txBody>
        </p:sp>
        <p:sp>
          <p:nvSpPr>
            <p:cNvPr id="32" name="Rectangle 40"/>
            <p:cNvSpPr>
              <a:spLocks noChangeArrowheads="1"/>
            </p:cNvSpPr>
            <p:nvPr/>
          </p:nvSpPr>
          <p:spPr bwMode="auto">
            <a:xfrm>
              <a:off x="4472" y="28"/>
              <a:ext cx="1221" cy="342"/>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sp>
          <p:nvSpPr>
            <p:cNvPr id="33" name="Rectangle 41"/>
            <p:cNvSpPr>
              <a:spLocks noChangeArrowheads="1"/>
            </p:cNvSpPr>
            <p:nvPr/>
          </p:nvSpPr>
          <p:spPr bwMode="auto">
            <a:xfrm>
              <a:off x="4472" y="371"/>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34" name="Rectangle 42"/>
            <p:cNvSpPr>
              <a:spLocks noChangeArrowheads="1"/>
            </p:cNvSpPr>
            <p:nvPr/>
          </p:nvSpPr>
          <p:spPr bwMode="auto">
            <a:xfrm>
              <a:off x="4472" y="714"/>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grpSp>
      <p:sp>
        <p:nvSpPr>
          <p:cNvPr id="35" name="Rectangle 26"/>
          <p:cNvSpPr>
            <a:spLocks noChangeArrowheads="1"/>
          </p:cNvSpPr>
          <p:nvPr/>
        </p:nvSpPr>
        <p:spPr bwMode="auto">
          <a:xfrm>
            <a:off x="6829425" y="1139825"/>
            <a:ext cx="12271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36" name="Rectangle 27"/>
          <p:cNvSpPr>
            <a:spLocks noChangeArrowheads="1"/>
          </p:cNvSpPr>
          <p:nvPr/>
        </p:nvSpPr>
        <p:spPr bwMode="auto">
          <a:xfrm>
            <a:off x="6829425" y="5684838"/>
            <a:ext cx="12271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 </a:t>
            </a:r>
            <a:r>
              <a:rPr kumimoji="1" lang="en-US" altLang="zh-CN" sz="2646">
                <a:solidFill>
                  <a:prstClr val="black"/>
                </a:solidFill>
                <a:latin typeface="微软雅黑" panose="020B0503020204020204" pitchFamily="34" charset="-122"/>
                <a:cs typeface="+mn-cs"/>
                <a:sym typeface="Symbol" panose="05050102010706020507" pitchFamily="18" charset="2"/>
              </a:rPr>
              <a:t></a:t>
            </a:r>
          </a:p>
        </p:txBody>
      </p:sp>
      <p:sp>
        <p:nvSpPr>
          <p:cNvPr id="37" name="Text Box 30"/>
          <p:cNvSpPr txBox="1">
            <a:spLocks noChangeArrowheads="1"/>
          </p:cNvSpPr>
          <p:nvPr/>
        </p:nvSpPr>
        <p:spPr bwMode="auto">
          <a:xfrm>
            <a:off x="8169275" y="4927600"/>
            <a:ext cx="154463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dirty="0">
                <a:solidFill>
                  <a:srgbClr val="6600CC"/>
                </a:solidFill>
                <a:latin typeface="微软雅黑" panose="020B0503020204020204" pitchFamily="34" charset="-122"/>
                <a:cs typeface="+mn-cs"/>
              </a:rPr>
              <a:t>返回地址</a:t>
            </a:r>
          </a:p>
        </p:txBody>
      </p:sp>
      <p:sp>
        <p:nvSpPr>
          <p:cNvPr id="38" name="Text Box 31"/>
          <p:cNvSpPr txBox="1">
            <a:spLocks noChangeArrowheads="1"/>
          </p:cNvSpPr>
          <p:nvPr/>
        </p:nvSpPr>
        <p:spPr bwMode="auto">
          <a:xfrm>
            <a:off x="8042275" y="2913063"/>
            <a:ext cx="18034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srgbClr val="6600CC"/>
                </a:solidFill>
                <a:latin typeface="微软雅黑" panose="020B0503020204020204" pitchFamily="34" charset="-122"/>
                <a:cs typeface="+mn-cs"/>
              </a:rPr>
              <a:t>Display </a:t>
            </a:r>
            <a:r>
              <a:rPr kumimoji="1" lang="zh-CN" altLang="zh-CN" sz="2646">
                <a:solidFill>
                  <a:srgbClr val="6600CC"/>
                </a:solidFill>
                <a:latin typeface="微软雅黑" panose="020B0503020204020204" pitchFamily="34" charset="-122"/>
                <a:cs typeface="+mn-cs"/>
              </a:rPr>
              <a:t>表</a:t>
            </a:r>
            <a:endParaRPr kumimoji="1" lang="zh-CN" altLang="en-US" sz="2646">
              <a:solidFill>
                <a:srgbClr val="6600CC"/>
              </a:solidFill>
              <a:latin typeface="微软雅黑" panose="020B0503020204020204" pitchFamily="34" charset="-122"/>
              <a:cs typeface="+mn-cs"/>
            </a:endParaRPr>
          </a:p>
        </p:txBody>
      </p:sp>
      <p:sp>
        <p:nvSpPr>
          <p:cNvPr id="39" name="Rectangle 45"/>
          <p:cNvSpPr>
            <a:spLocks noChangeArrowheads="1"/>
          </p:cNvSpPr>
          <p:nvPr/>
        </p:nvSpPr>
        <p:spPr bwMode="auto">
          <a:xfrm>
            <a:off x="7915275" y="5940425"/>
            <a:ext cx="2044700" cy="865188"/>
          </a:xfrm>
          <a:prstGeom prst="rect">
            <a:avLst/>
          </a:prstGeom>
          <a:ln>
            <a:solidFill>
              <a:schemeClr val="tx1"/>
            </a:solidFill>
            <a:headEnd/>
            <a:tailEnd type="none" w="lg" len="lg"/>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defTabSz="503972" eaLnBrk="1" fontAlgn="auto" hangingPunct="1">
              <a:spcAft>
                <a:spcPts val="0"/>
              </a:spcAft>
              <a:defRPr/>
            </a:pPr>
            <a:r>
              <a:rPr kumimoji="1" lang="zh-CN" altLang="en-US" sz="2646">
                <a:solidFill>
                  <a:prstClr val="white"/>
                </a:solidFill>
                <a:latin typeface="微软雅黑" panose="020B0503020204020204" pitchFamily="34" charset="-122"/>
                <a:ea typeface="微软雅黑" panose="020B0503020204020204" pitchFamily="34" charset="-122"/>
              </a:rPr>
              <a:t>调用过程的</a:t>
            </a:r>
          </a:p>
          <a:p>
            <a:pPr algn="ctr" defTabSz="503972" eaLnBrk="1" fontAlgn="auto" hangingPunct="1">
              <a:spcAft>
                <a:spcPts val="0"/>
              </a:spcAft>
              <a:defRPr/>
            </a:pPr>
            <a:r>
              <a:rPr kumimoji="1" lang="zh-CN" altLang="en-US" sz="2646">
                <a:solidFill>
                  <a:prstClr val="white"/>
                </a:solidFill>
                <a:latin typeface="微软雅黑" panose="020B0503020204020204" pitchFamily="34" charset="-122"/>
                <a:ea typeface="微软雅黑" panose="020B0503020204020204" pitchFamily="34" charset="-122"/>
              </a:rPr>
              <a:t>活动记录</a:t>
            </a:r>
          </a:p>
        </p:txBody>
      </p:sp>
      <p:sp>
        <p:nvSpPr>
          <p:cNvPr id="3" name="灯片编号占位符 2">
            <a:extLst>
              <a:ext uri="{FF2B5EF4-FFF2-40B4-BE49-F238E27FC236}">
                <a16:creationId xmlns:a16="http://schemas.microsoft.com/office/drawing/2014/main" id="{B9EDF3F5-FB4E-BA15-A053-2D0DEB47BF5E}"/>
              </a:ext>
            </a:extLst>
          </p:cNvPr>
          <p:cNvSpPr>
            <a:spLocks noGrp="1"/>
          </p:cNvSpPr>
          <p:nvPr>
            <p:ph type="sldNum" sz="quarter" idx="12"/>
          </p:nvPr>
        </p:nvSpPr>
        <p:spPr/>
        <p:txBody>
          <a:bodyPr/>
          <a:lstStyle/>
          <a:p>
            <a:pPr>
              <a:defRPr/>
            </a:pPr>
            <a:fld id="{0AC2E196-CD2D-4786-B18A-5A42A2501AEA}" type="slidenum">
              <a:rPr lang="en-US" smtClean="0"/>
              <a:pPr>
                <a:defRPr/>
              </a:pPr>
              <a:t>72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1" presetClass="entr" presetSubtype="0" fill="hold" grpId="0" nodeType="clickEffect">
                                  <p:stCondLst>
                                    <p:cond delay="0"/>
                                  </p:stCondLst>
                                  <p:iterate type="lt">
                                    <p:tmPct val="10000"/>
                                  </p:iterate>
                                  <p:childTnLst>
                                    <p:set>
                                      <p:cBhvr>
                                        <p:cTn id="21" dur="1" fill="hold">
                                          <p:stCondLst>
                                            <p:cond delay="0"/>
                                          </p:stCondLst>
                                        </p:cTn>
                                        <p:tgtEl>
                                          <p:spTgt spid="37"/>
                                        </p:tgtEl>
                                        <p:attrNameLst>
                                          <p:attrName>style.visibility</p:attrName>
                                        </p:attrNameLst>
                                      </p:cBhvr>
                                      <p:to>
                                        <p:strVal val="visible"/>
                                      </p:to>
                                    </p:set>
                                    <p:anim calcmode="lin" valueType="num">
                                      <p:cBhvr>
                                        <p:cTn id="22"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7"/>
                                        </p:tgtEl>
                                        <p:attrNameLst>
                                          <p:attrName>ppt_y</p:attrName>
                                        </p:attrNameLst>
                                      </p:cBhvr>
                                      <p:tavLst>
                                        <p:tav tm="0">
                                          <p:val>
                                            <p:strVal val="#ppt_y"/>
                                          </p:val>
                                        </p:tav>
                                        <p:tav tm="100000">
                                          <p:val>
                                            <p:strVal val="#ppt_y"/>
                                          </p:val>
                                        </p:tav>
                                      </p:tavLst>
                                    </p:anim>
                                    <p:anim calcmode="lin" valueType="num">
                                      <p:cBhvr>
                                        <p:cTn id="24"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30"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
                                            <p:txEl>
                                              <p:pRg st="1" end="1"/>
                                            </p:txEl>
                                          </p:spTgt>
                                        </p:tgtEl>
                                        <p:attrNameLst>
                                          <p:attrName>style.visibility</p:attrName>
                                        </p:attrNameLst>
                                      </p:cBhvr>
                                      <p:to>
                                        <p:strVal val="visible"/>
                                      </p:to>
                                    </p:set>
                                    <p:animEffect transition="in" filter="wipe(left)">
                                      <p:cBhvr>
                                        <p:cTn id="35" dur="500"/>
                                        <p:tgtEl>
                                          <p:spTgt spid="23">
                                            <p:txEl>
                                              <p:pRg st="1" end="1"/>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3">
                                            <p:txEl>
                                              <p:pRg st="2" end="2"/>
                                            </p:txEl>
                                          </p:spTgt>
                                        </p:tgtEl>
                                        <p:attrNameLst>
                                          <p:attrName>style.visibility</p:attrName>
                                        </p:attrNameLst>
                                      </p:cBhvr>
                                      <p:to>
                                        <p:strVal val="visible"/>
                                      </p:to>
                                    </p:set>
                                    <p:animEffect transition="in" filter="wipe(left)">
                                      <p:cBhvr>
                                        <p:cTn id="38" dur="500"/>
                                        <p:tgtEl>
                                          <p:spTgt spid="23">
                                            <p:txEl>
                                              <p:pRg st="2" end="2"/>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1" presetClass="entr" presetSubtype="0" fill="hold" grpId="0" nodeType="clickEffect">
                                  <p:stCondLst>
                                    <p:cond delay="0"/>
                                  </p:stCondLst>
                                  <p:iterate type="lt">
                                    <p:tmPct val="10000"/>
                                  </p:iterate>
                                  <p:childTnLst>
                                    <p:set>
                                      <p:cBhvr>
                                        <p:cTn id="42" dur="1" fill="hold">
                                          <p:stCondLst>
                                            <p:cond delay="0"/>
                                          </p:stCondLst>
                                        </p:cTn>
                                        <p:tgtEl>
                                          <p:spTgt spid="38"/>
                                        </p:tgtEl>
                                        <p:attrNameLst>
                                          <p:attrName>style.visibility</p:attrName>
                                        </p:attrNameLst>
                                      </p:cBhvr>
                                      <p:to>
                                        <p:strVal val="visible"/>
                                      </p:to>
                                    </p:set>
                                    <p:anim calcmode="lin" valueType="num">
                                      <p:cBhvr>
                                        <p:cTn id="43" dur="500" fill="hold"/>
                                        <p:tgtEl>
                                          <p:spTgt spid="38"/>
                                        </p:tgtEl>
                                        <p:attrNameLst>
                                          <p:attrName>ppt_x</p:attrName>
                                        </p:attrNameLst>
                                      </p:cBhvr>
                                      <p:tavLst>
                                        <p:tav tm="0">
                                          <p:val>
                                            <p:strVal val="#ppt_x"/>
                                          </p:val>
                                        </p:tav>
                                        <p:tav tm="50000">
                                          <p:val>
                                            <p:strVal val="#ppt_x+.1"/>
                                          </p:val>
                                        </p:tav>
                                        <p:tav tm="100000">
                                          <p:val>
                                            <p:strVal val="#ppt_x"/>
                                          </p:val>
                                        </p:tav>
                                      </p:tavLst>
                                    </p:anim>
                                    <p:anim calcmode="lin" valueType="num">
                                      <p:cBhvr>
                                        <p:cTn id="44" dur="500" fill="hold"/>
                                        <p:tgtEl>
                                          <p:spTgt spid="38"/>
                                        </p:tgtEl>
                                        <p:attrNameLst>
                                          <p:attrName>ppt_y</p:attrName>
                                        </p:attrNameLst>
                                      </p:cBhvr>
                                      <p:tavLst>
                                        <p:tav tm="0">
                                          <p:val>
                                            <p:strVal val="#ppt_y"/>
                                          </p:val>
                                        </p:tav>
                                        <p:tav tm="100000">
                                          <p:val>
                                            <p:strVal val="#ppt_y"/>
                                          </p:val>
                                        </p:tav>
                                      </p:tavLst>
                                    </p:anim>
                                    <p:anim calcmode="lin" valueType="num">
                                      <p:cBhvr>
                                        <p:cTn id="45" dur="500" fill="hold"/>
                                        <p:tgtEl>
                                          <p:spTgt spid="38"/>
                                        </p:tgtEl>
                                        <p:attrNameLst>
                                          <p:attrName>ppt_h</p:attrName>
                                        </p:attrNameLst>
                                      </p:cBhvr>
                                      <p:tavLst>
                                        <p:tav tm="0">
                                          <p:val>
                                            <p:strVal val="#ppt_h/10"/>
                                          </p:val>
                                        </p:tav>
                                        <p:tav tm="50000">
                                          <p:val>
                                            <p:strVal val="#ppt_h+.01"/>
                                          </p:val>
                                        </p:tav>
                                        <p:tav tm="100000">
                                          <p:val>
                                            <p:strVal val="#ppt_h"/>
                                          </p:val>
                                        </p:tav>
                                      </p:tavLst>
                                    </p:anim>
                                    <p:anim calcmode="lin" valueType="num">
                                      <p:cBhvr>
                                        <p:cTn id="46" dur="500" fill="hold"/>
                                        <p:tgtEl>
                                          <p:spTgt spid="38"/>
                                        </p:tgtEl>
                                        <p:attrNameLst>
                                          <p:attrName>ppt_w</p:attrName>
                                        </p:attrNameLst>
                                      </p:cBhvr>
                                      <p:tavLst>
                                        <p:tav tm="0">
                                          <p:val>
                                            <p:strVal val="#ppt_w/10"/>
                                          </p:val>
                                        </p:tav>
                                        <p:tav tm="50000">
                                          <p:val>
                                            <p:strVal val="#ppt_w+.01"/>
                                          </p:val>
                                        </p:tav>
                                        <p:tav tm="100000">
                                          <p:val>
                                            <p:strVal val="#ppt_w"/>
                                          </p:val>
                                        </p:tav>
                                      </p:tavLst>
                                    </p:anim>
                                    <p:animEffect transition="in" filter="fade">
                                      <p:cBhvr>
                                        <p:cTn id="47" dur="500" tmFilter="0,0; .5, 1; 1, 1"/>
                                        <p:tgtEl>
                                          <p:spTgt spid="3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5" presetClass="emph" presetSubtype="0" repeatCount="indefinite" fill="hold" grpId="1" nodeType="clickEffect">
                                  <p:stCondLst>
                                    <p:cond delay="0"/>
                                  </p:stCondLst>
                                  <p:endCondLst>
                                    <p:cond evt="onNext" delay="0">
                                      <p:tgtEl>
                                        <p:sldTgt/>
                                      </p:tgtEl>
                                    </p:cond>
                                  </p:endCondLst>
                                  <p:iterate type="lt">
                                    <p:tmPct val="0"/>
                                  </p:iterate>
                                  <p:childTnLst>
                                    <p:anim calcmode="discrete" valueType="str">
                                      <p:cBhvr>
                                        <p:cTn id="51"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35" grpId="0" autoUpdateAnimBg="0"/>
      <p:bldP spid="36" grpId="0" autoUpdateAnimBg="0"/>
      <p:bldP spid="37" grpId="0"/>
      <p:bldP spid="37" grpId="1"/>
      <p:bldP spid="38" grpId="0"/>
      <p:bldP spid="38" grpId="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 name="标题 1"/>
          <p:cNvSpPr>
            <a:spLocks noGrp="1"/>
          </p:cNvSpPr>
          <p:nvPr>
            <p:ph type="title"/>
          </p:nvPr>
        </p:nvSpPr>
        <p:spPr/>
        <p:txBody>
          <a:bodyPr/>
          <a:lstStyle/>
          <a:p>
            <a:pPr defTabSz="503972" fontAlgn="auto">
              <a:spcAft>
                <a:spcPts val="0"/>
              </a:spcAft>
              <a:defRPr/>
            </a:pPr>
            <a:r>
              <a:rPr lang="zh-CN" altLang="en-US" dirty="0"/>
              <a:t>过程调用和过程返回</a:t>
            </a:r>
          </a:p>
        </p:txBody>
      </p:sp>
      <p:sp>
        <p:nvSpPr>
          <p:cNvPr id="23" name="Rectangle 2"/>
          <p:cNvSpPr>
            <a:spLocks noGrp="1" noChangeArrowheads="1"/>
          </p:cNvSpPr>
          <p:nvPr>
            <p:ph idx="1"/>
          </p:nvPr>
        </p:nvSpPr>
        <p:spPr/>
        <p:txBody>
          <a:bodyPr/>
          <a:lstStyle/>
          <a:p>
            <a:pPr marL="377979" indent="-377979" defTabSz="503972" fontAlgn="auto">
              <a:lnSpc>
                <a:spcPct val="90000"/>
              </a:lnSpc>
              <a:spcBef>
                <a:spcPts val="1102"/>
              </a:spcBef>
              <a:spcAft>
                <a:spcPts val="0"/>
              </a:spcAft>
              <a:buFont typeface="Wingdings 3" charset="2"/>
              <a:buChar char=""/>
              <a:defRPr/>
            </a:pPr>
            <a:r>
              <a:rPr lang="zh-CN" altLang="en-US" sz="3086" noProof="1">
                <a:solidFill>
                  <a:schemeClr val="tx1">
                    <a:lumMod val="75000"/>
                    <a:lumOff val="25000"/>
                  </a:schemeClr>
                </a:solidFill>
              </a:rPr>
              <a:t>过程返回时，执行下述指令: </a:t>
            </a:r>
          </a:p>
          <a:p>
            <a:pPr marL="377979" indent="-377979" defTabSz="503972" fontAlgn="auto">
              <a:lnSpc>
                <a:spcPct val="9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TOP:=SP-1</a:t>
            </a:r>
          </a:p>
          <a:p>
            <a:pPr marL="377979" indent="-377979" defTabSz="503972" fontAlgn="auto">
              <a:lnSpc>
                <a:spcPct val="9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SP:=0[SP]</a:t>
            </a:r>
          </a:p>
          <a:p>
            <a:pPr marL="377979" indent="-377979" defTabSz="503972" fontAlgn="auto">
              <a:lnSpc>
                <a:spcPct val="9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X:=2[TOP]</a:t>
            </a:r>
          </a:p>
          <a:p>
            <a:pPr marL="377979" indent="-377979" defTabSz="503972" fontAlgn="auto">
              <a:lnSpc>
                <a:spcPct val="90000"/>
              </a:lnSpc>
              <a:spcBef>
                <a:spcPct val="0"/>
              </a:spcBef>
              <a:spcAft>
                <a:spcPts val="0"/>
              </a:spcAft>
              <a:buFont typeface="Wingdings" panose="05000000000000000000" pitchFamily="2" charset="2"/>
              <a:buNone/>
              <a:defRPr/>
            </a:pPr>
            <a:r>
              <a:rPr lang="en-US" altLang="zh-CN" sz="3086" noProof="1">
                <a:solidFill>
                  <a:schemeClr val="tx1">
                    <a:lumMod val="75000"/>
                    <a:lumOff val="25000"/>
                  </a:schemeClr>
                </a:solidFill>
              </a:rPr>
              <a:t>	UJ 0[X]</a:t>
            </a:r>
            <a:endParaRPr lang="zh-CN" altLang="en-US" sz="3086" dirty="0">
              <a:solidFill>
                <a:schemeClr val="tx1">
                  <a:lumMod val="75000"/>
                  <a:lumOff val="25000"/>
                </a:schemeClr>
              </a:solidFill>
            </a:endParaRPr>
          </a:p>
        </p:txBody>
      </p:sp>
      <p:sp>
        <p:nvSpPr>
          <p:cNvPr id="24" name="Rectangle 14"/>
          <p:cNvSpPr>
            <a:spLocks noChangeArrowheads="1"/>
          </p:cNvSpPr>
          <p:nvPr/>
        </p:nvSpPr>
        <p:spPr bwMode="auto">
          <a:xfrm>
            <a:off x="6818313" y="1139825"/>
            <a:ext cx="1227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25" name="Rectangle 15"/>
          <p:cNvSpPr>
            <a:spLocks noChangeArrowheads="1"/>
          </p:cNvSpPr>
          <p:nvPr/>
        </p:nvSpPr>
        <p:spPr bwMode="auto">
          <a:xfrm>
            <a:off x="6926263" y="5684838"/>
            <a:ext cx="12271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 </a:t>
            </a:r>
            <a:r>
              <a:rPr kumimoji="1" lang="en-US" altLang="zh-CN" sz="2646">
                <a:solidFill>
                  <a:prstClr val="black"/>
                </a:solidFill>
                <a:latin typeface="微软雅黑" panose="020B0503020204020204" pitchFamily="34" charset="-122"/>
                <a:cs typeface="+mn-cs"/>
                <a:sym typeface="Symbol" panose="05050102010706020507" pitchFamily="18" charset="2"/>
              </a:rPr>
              <a:t></a:t>
            </a:r>
          </a:p>
        </p:txBody>
      </p:sp>
      <p:sp>
        <p:nvSpPr>
          <p:cNvPr id="26" name="Rectangle 18"/>
          <p:cNvSpPr>
            <a:spLocks noChangeArrowheads="1"/>
          </p:cNvSpPr>
          <p:nvPr/>
        </p:nvSpPr>
        <p:spPr bwMode="auto">
          <a:xfrm>
            <a:off x="6818313" y="5956300"/>
            <a:ext cx="1227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TOP</a:t>
            </a:r>
            <a:r>
              <a:rPr kumimoji="1" lang="en-US" altLang="zh-CN" sz="2646">
                <a:solidFill>
                  <a:prstClr val="black"/>
                </a:solidFill>
                <a:latin typeface="微软雅黑" panose="020B0503020204020204" pitchFamily="34" charset="-122"/>
                <a:cs typeface="+mn-cs"/>
                <a:sym typeface="Symbol" panose="05050102010706020507" pitchFamily="18" charset="2"/>
              </a:rPr>
              <a:t></a:t>
            </a:r>
            <a:endParaRPr kumimoji="1" lang="en-US" altLang="zh-CN" sz="2646">
              <a:solidFill>
                <a:prstClr val="black"/>
              </a:solidFill>
              <a:latin typeface="微软雅黑" panose="020B0503020204020204" pitchFamily="34" charset="-122"/>
              <a:cs typeface="+mn-cs"/>
            </a:endParaRPr>
          </a:p>
        </p:txBody>
      </p:sp>
      <p:sp>
        <p:nvSpPr>
          <p:cNvPr id="27" name="Rectangle 19"/>
          <p:cNvSpPr>
            <a:spLocks noChangeArrowheads="1"/>
          </p:cNvSpPr>
          <p:nvPr/>
        </p:nvSpPr>
        <p:spPr bwMode="auto">
          <a:xfrm>
            <a:off x="6907213" y="6523038"/>
            <a:ext cx="12271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type="none" w="lg" len="lg"/>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SP </a:t>
            </a:r>
            <a:r>
              <a:rPr kumimoji="1" lang="en-US" altLang="zh-CN" sz="2646">
                <a:solidFill>
                  <a:prstClr val="black"/>
                </a:solidFill>
                <a:latin typeface="微软雅黑" panose="020B0503020204020204" pitchFamily="34" charset="-122"/>
                <a:cs typeface="+mn-cs"/>
                <a:sym typeface="Symbol" panose="05050102010706020507" pitchFamily="18" charset="2"/>
              </a:rPr>
              <a:t></a:t>
            </a:r>
          </a:p>
        </p:txBody>
      </p:sp>
      <p:grpSp>
        <p:nvGrpSpPr>
          <p:cNvPr id="586760" name="Group 20"/>
          <p:cNvGrpSpPr>
            <a:grpSpLocks/>
          </p:cNvGrpSpPr>
          <p:nvPr/>
        </p:nvGrpSpPr>
        <p:grpSpPr bwMode="auto">
          <a:xfrm>
            <a:off x="7918450" y="1174750"/>
            <a:ext cx="2044700" cy="4764088"/>
            <a:chOff x="4382" y="-17"/>
            <a:chExt cx="1360" cy="3168"/>
          </a:xfrm>
        </p:grpSpPr>
        <p:sp>
          <p:nvSpPr>
            <p:cNvPr id="29" name="Rectangle 21"/>
            <p:cNvSpPr>
              <a:spLocks noChangeArrowheads="1"/>
            </p:cNvSpPr>
            <p:nvPr/>
          </p:nvSpPr>
          <p:spPr bwMode="auto">
            <a:xfrm>
              <a:off x="4382" y="-17"/>
              <a:ext cx="1360" cy="316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defTabSz="503972" eaLnBrk="1" fontAlgn="auto" hangingPunct="1">
                <a:spcBef>
                  <a:spcPct val="0"/>
                </a:spcBef>
                <a:spcAft>
                  <a:spcPts val="0"/>
                </a:spcAft>
                <a:buClrTx/>
                <a:buSzTx/>
                <a:buFont typeface="Wingdings" panose="05000000000000000000" pitchFamily="2" charset="2"/>
                <a:buNone/>
                <a:defRPr/>
              </a:pPr>
              <a:endParaRPr lang="zh-CN" altLang="en-US" sz="2646">
                <a:solidFill>
                  <a:prstClr val="black"/>
                </a:solidFill>
                <a:ea typeface="宋体" panose="02010600030101010101" pitchFamily="2" charset="-122"/>
                <a:cs typeface="+mn-cs"/>
              </a:endParaRPr>
            </a:p>
          </p:txBody>
        </p:sp>
        <p:sp>
          <p:nvSpPr>
            <p:cNvPr id="30" name="Rectangle 22"/>
            <p:cNvSpPr>
              <a:spLocks noChangeArrowheads="1"/>
            </p:cNvSpPr>
            <p:nvPr/>
          </p:nvSpPr>
          <p:spPr bwMode="auto">
            <a:xfrm>
              <a:off x="4382" y="1807"/>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参数个数</a:t>
              </a:r>
            </a:p>
          </p:txBody>
        </p:sp>
        <p:sp>
          <p:nvSpPr>
            <p:cNvPr id="31" name="Rectangle 23"/>
            <p:cNvSpPr>
              <a:spLocks noChangeArrowheads="1"/>
            </p:cNvSpPr>
            <p:nvPr/>
          </p:nvSpPr>
          <p:spPr bwMode="auto">
            <a:xfrm>
              <a:off x="4382" y="2479"/>
              <a:ext cx="1360" cy="328"/>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返回地址</a:t>
              </a:r>
            </a:p>
          </p:txBody>
        </p:sp>
        <p:sp>
          <p:nvSpPr>
            <p:cNvPr id="32" name="Rectangle 24"/>
            <p:cNvSpPr>
              <a:spLocks noChangeArrowheads="1"/>
            </p:cNvSpPr>
            <p:nvPr/>
          </p:nvSpPr>
          <p:spPr bwMode="auto">
            <a:xfrm>
              <a:off x="4382" y="1471"/>
              <a:ext cx="1360" cy="336"/>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形式单元</a:t>
              </a:r>
              <a:endParaRPr kumimoji="1" lang="zh-CN" altLang="zh-CN" sz="2646">
                <a:solidFill>
                  <a:prstClr val="black"/>
                </a:solidFill>
                <a:latin typeface="微软雅黑" panose="020B0503020204020204" pitchFamily="34" charset="-122"/>
                <a:cs typeface="+mn-cs"/>
              </a:endParaRPr>
            </a:p>
          </p:txBody>
        </p:sp>
        <p:sp>
          <p:nvSpPr>
            <p:cNvPr id="33" name="Rectangle 25"/>
            <p:cNvSpPr>
              <a:spLocks noChangeArrowheads="1"/>
            </p:cNvSpPr>
            <p:nvPr/>
          </p:nvSpPr>
          <p:spPr bwMode="auto">
            <a:xfrm>
              <a:off x="4382" y="2808"/>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老</a:t>
              </a:r>
              <a:r>
                <a:rPr kumimoji="1" lang="en-US" altLang="en-US" sz="2646">
                  <a:solidFill>
                    <a:prstClr val="black"/>
                  </a:solidFill>
                  <a:latin typeface="微软雅黑" panose="020B0503020204020204" pitchFamily="34" charset="-122"/>
                  <a:cs typeface="+mn-cs"/>
                </a:rPr>
                <a:t>SP</a:t>
              </a:r>
              <a:endParaRPr kumimoji="1" lang="en-US" altLang="zh-CN" sz="2646">
                <a:solidFill>
                  <a:prstClr val="black"/>
                </a:solidFill>
                <a:latin typeface="微软雅黑" panose="020B0503020204020204" pitchFamily="34" charset="-122"/>
                <a:cs typeface="+mn-cs"/>
              </a:endParaRPr>
            </a:p>
          </p:txBody>
        </p:sp>
        <p:sp>
          <p:nvSpPr>
            <p:cNvPr id="34" name="Rectangle 26"/>
            <p:cNvSpPr>
              <a:spLocks noChangeArrowheads="1"/>
            </p:cNvSpPr>
            <p:nvPr/>
          </p:nvSpPr>
          <p:spPr bwMode="auto">
            <a:xfrm>
              <a:off x="4382" y="1135"/>
              <a:ext cx="1360" cy="337"/>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en-US" altLang="zh-CN" sz="2646">
                  <a:solidFill>
                    <a:prstClr val="black"/>
                  </a:solidFill>
                  <a:latin typeface="微软雅黑" panose="020B0503020204020204" pitchFamily="34" charset="-122"/>
                  <a:cs typeface="+mn-cs"/>
                </a:rPr>
                <a:t>Display </a:t>
              </a:r>
              <a:r>
                <a:rPr kumimoji="1" lang="zh-CN" altLang="zh-CN" sz="2646">
                  <a:solidFill>
                    <a:prstClr val="black"/>
                  </a:solidFill>
                  <a:latin typeface="微软雅黑" panose="020B0503020204020204" pitchFamily="34" charset="-122"/>
                  <a:cs typeface="+mn-cs"/>
                </a:rPr>
                <a:t>表</a:t>
              </a:r>
              <a:endParaRPr kumimoji="1" lang="zh-CN" altLang="en-US" sz="2646">
                <a:solidFill>
                  <a:prstClr val="black"/>
                </a:solidFill>
                <a:latin typeface="微软雅黑" panose="020B0503020204020204" pitchFamily="34" charset="-122"/>
                <a:cs typeface="+mn-cs"/>
              </a:endParaRPr>
            </a:p>
          </p:txBody>
        </p:sp>
        <p:sp>
          <p:nvSpPr>
            <p:cNvPr id="35" name="Rectangle 27"/>
            <p:cNvSpPr>
              <a:spLocks noChangeArrowheads="1"/>
            </p:cNvSpPr>
            <p:nvPr/>
          </p:nvSpPr>
          <p:spPr bwMode="auto">
            <a:xfrm>
              <a:off x="4382" y="2143"/>
              <a:ext cx="1360" cy="342"/>
            </a:xfrm>
            <a:prstGeom prst="rect">
              <a:avLst/>
            </a:prstGeom>
            <a:solidFill>
              <a:srgbClr val="FFCC99"/>
            </a:solidFill>
            <a:ln w="1905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全局</a:t>
              </a:r>
              <a:r>
                <a:rPr kumimoji="1" lang="en-US" altLang="en-US" sz="2646">
                  <a:solidFill>
                    <a:prstClr val="black"/>
                  </a:solidFill>
                  <a:latin typeface="微软雅黑" panose="020B0503020204020204" pitchFamily="34" charset="-122"/>
                  <a:cs typeface="+mn-cs"/>
                </a:rPr>
                <a:t>Di</a:t>
              </a:r>
              <a:r>
                <a:rPr kumimoji="1" lang="en-US" altLang="zh-CN" sz="2646">
                  <a:solidFill>
                    <a:prstClr val="black"/>
                  </a:solidFill>
                  <a:latin typeface="微软雅黑" panose="020B0503020204020204" pitchFamily="34" charset="-122"/>
                  <a:cs typeface="+mn-cs"/>
                </a:rPr>
                <a:t>s</a:t>
              </a:r>
              <a:r>
                <a:rPr kumimoji="1" lang="en-US" altLang="en-US" sz="2646">
                  <a:solidFill>
                    <a:prstClr val="black"/>
                  </a:solidFill>
                  <a:latin typeface="微软雅黑" panose="020B0503020204020204" pitchFamily="34" charset="-122"/>
                  <a:cs typeface="+mn-cs"/>
                </a:rPr>
                <a:t>play</a:t>
              </a:r>
              <a:endParaRPr kumimoji="1" lang="en-US" altLang="zh-CN" sz="2646">
                <a:solidFill>
                  <a:prstClr val="black"/>
                </a:solidFill>
                <a:latin typeface="微软雅黑" panose="020B0503020204020204" pitchFamily="34" charset="-122"/>
                <a:cs typeface="+mn-cs"/>
              </a:endParaRPr>
            </a:p>
          </p:txBody>
        </p:sp>
        <p:sp>
          <p:nvSpPr>
            <p:cNvPr id="36" name="Rectangle 28"/>
            <p:cNvSpPr>
              <a:spLocks noChangeArrowheads="1"/>
            </p:cNvSpPr>
            <p:nvPr/>
          </p:nvSpPr>
          <p:spPr bwMode="auto">
            <a:xfrm>
              <a:off x="4472" y="28"/>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临时单元</a:t>
              </a:r>
            </a:p>
          </p:txBody>
        </p:sp>
        <p:sp>
          <p:nvSpPr>
            <p:cNvPr id="37" name="Rectangle 29"/>
            <p:cNvSpPr>
              <a:spLocks noChangeArrowheads="1"/>
            </p:cNvSpPr>
            <p:nvPr/>
          </p:nvSpPr>
          <p:spPr bwMode="auto">
            <a:xfrm>
              <a:off x="4472" y="371"/>
              <a:ext cx="1221" cy="342"/>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内情向量</a:t>
              </a:r>
            </a:p>
          </p:txBody>
        </p:sp>
        <p:sp>
          <p:nvSpPr>
            <p:cNvPr id="38" name="Rectangle 30"/>
            <p:cNvSpPr>
              <a:spLocks noChangeArrowheads="1"/>
            </p:cNvSpPr>
            <p:nvPr/>
          </p:nvSpPr>
          <p:spPr bwMode="auto">
            <a:xfrm>
              <a:off x="4472" y="714"/>
              <a:ext cx="1221" cy="343"/>
            </a:xfrm>
            <a:prstGeom prst="rect">
              <a:avLst/>
            </a:prstGeom>
            <a:solidFill>
              <a:srgbClr val="FFCC99"/>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微软雅黑" panose="020B0503020204020204" pitchFamily="34"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微软雅黑" panose="020B0503020204020204" pitchFamily="34"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微软雅黑" panose="020B0503020204020204" pitchFamily="34" charset="-122"/>
                </a:defRPr>
              </a:lvl9pPr>
            </a:lstStyle>
            <a:p>
              <a:pPr algn="ctr" defTabSz="503972" eaLnBrk="1" fontAlgn="auto" hangingPunct="1">
                <a:spcBef>
                  <a:spcPct val="0"/>
                </a:spcBef>
                <a:spcAft>
                  <a:spcPts val="0"/>
                </a:spcAft>
                <a:buClrTx/>
                <a:buSzTx/>
                <a:buFont typeface="Wingdings" panose="05000000000000000000" pitchFamily="2" charset="2"/>
                <a:buNone/>
                <a:defRPr/>
              </a:pPr>
              <a:r>
                <a:rPr kumimoji="1" lang="zh-CN" altLang="en-US" sz="2646">
                  <a:solidFill>
                    <a:prstClr val="black"/>
                  </a:solidFill>
                  <a:latin typeface="微软雅黑" panose="020B0503020204020204" pitchFamily="34" charset="-122"/>
                  <a:cs typeface="+mn-cs"/>
                </a:rPr>
                <a:t>局部变量</a:t>
              </a:r>
            </a:p>
          </p:txBody>
        </p:sp>
      </p:grpSp>
      <p:sp>
        <p:nvSpPr>
          <p:cNvPr id="39" name="Rectangle 31"/>
          <p:cNvSpPr>
            <a:spLocks noChangeArrowheads="1"/>
          </p:cNvSpPr>
          <p:nvPr/>
        </p:nvSpPr>
        <p:spPr bwMode="auto">
          <a:xfrm>
            <a:off x="7910513" y="5932488"/>
            <a:ext cx="2044700" cy="865187"/>
          </a:xfrm>
          <a:prstGeom prst="rect">
            <a:avLst/>
          </a:prstGeom>
          <a:ln>
            <a:solidFill>
              <a:schemeClr val="tx1"/>
            </a:solidFill>
            <a:headEnd/>
            <a:tailEnd type="none" w="lg" len="lg"/>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defTabSz="503972" eaLnBrk="1" fontAlgn="auto" hangingPunct="1">
              <a:spcAft>
                <a:spcPts val="0"/>
              </a:spcAft>
              <a:defRPr/>
            </a:pPr>
            <a:r>
              <a:rPr kumimoji="1" lang="zh-CN" altLang="en-US" sz="2646">
                <a:solidFill>
                  <a:prstClr val="white"/>
                </a:solidFill>
                <a:latin typeface="微软雅黑" panose="020B0503020204020204" pitchFamily="34" charset="-122"/>
                <a:ea typeface="微软雅黑" panose="020B0503020204020204" pitchFamily="34" charset="-122"/>
              </a:rPr>
              <a:t>调用过程的</a:t>
            </a:r>
          </a:p>
          <a:p>
            <a:pPr algn="ctr" defTabSz="503972" eaLnBrk="1" fontAlgn="auto" hangingPunct="1">
              <a:spcAft>
                <a:spcPts val="0"/>
              </a:spcAft>
              <a:defRPr/>
            </a:pPr>
            <a:r>
              <a:rPr kumimoji="1" lang="zh-CN" altLang="en-US" sz="2646">
                <a:solidFill>
                  <a:prstClr val="white"/>
                </a:solidFill>
                <a:latin typeface="微软雅黑" panose="020B0503020204020204" pitchFamily="34" charset="-122"/>
                <a:ea typeface="微软雅黑" panose="020B0503020204020204" pitchFamily="34" charset="-122"/>
              </a:rPr>
              <a:t>活动记录</a:t>
            </a:r>
          </a:p>
        </p:txBody>
      </p:sp>
      <p:sp>
        <p:nvSpPr>
          <p:cNvPr id="3" name="灯片编号占位符 2">
            <a:extLst>
              <a:ext uri="{FF2B5EF4-FFF2-40B4-BE49-F238E27FC236}">
                <a16:creationId xmlns:a16="http://schemas.microsoft.com/office/drawing/2014/main" id="{FDD6D1CD-9FD7-6673-A530-09FBEF3C865D}"/>
              </a:ext>
            </a:extLst>
          </p:cNvPr>
          <p:cNvSpPr>
            <a:spLocks noGrp="1"/>
          </p:cNvSpPr>
          <p:nvPr>
            <p:ph type="sldNum" sz="quarter" idx="12"/>
          </p:nvPr>
        </p:nvSpPr>
        <p:spPr/>
        <p:txBody>
          <a:bodyPr/>
          <a:lstStyle/>
          <a:p>
            <a:pPr>
              <a:defRPr/>
            </a:pPr>
            <a:fld id="{0AC2E196-CD2D-4786-B18A-5A42A2501AEA}" type="slidenum">
              <a:rPr lang="en-US" smtClean="0"/>
              <a:pPr>
                <a:defRPr/>
              </a:pPr>
              <a:t>73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4" fill="hold" grpId="0" nodeType="clickEffect">
                                  <p:stCondLst>
                                    <p:cond delay="0"/>
                                  </p:stCondLst>
                                  <p:childTnLst>
                                    <p:animEffect transition="out" filter="wipe(down)">
                                      <p:cBhvr>
                                        <p:cTn id="16" dur="500"/>
                                        <p:tgtEl>
                                          <p:spTgt spid="24"/>
                                        </p:tgtEl>
                                      </p:cBhvr>
                                    </p:animEffect>
                                    <p:set>
                                      <p:cBhvr>
                                        <p:cTn id="17" dur="1" fill="hold">
                                          <p:stCondLst>
                                            <p:cond delay="499"/>
                                          </p:stCondLst>
                                        </p:cTn>
                                        <p:tgtEl>
                                          <p:spTgt spid="24"/>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0" presetClass="entr" presetSubtype="0" fill="hold" grpId="0" nodeType="clickEffect">
                                  <p:stCondLst>
                                    <p:cond delay="0"/>
                                  </p:stCondLst>
                                  <p:iterate type="lt">
                                    <p:tmPct val="10000"/>
                                  </p:iterate>
                                  <p:childTnLst>
                                    <p:set>
                                      <p:cBhvr>
                                        <p:cTn id="21" dur="1" fill="hold">
                                          <p:stCondLst>
                                            <p:cond delay="0"/>
                                          </p:stCondLst>
                                        </p:cTn>
                                        <p:tgtEl>
                                          <p:spTgt spid="26"/>
                                        </p:tgtEl>
                                        <p:attrNameLst>
                                          <p:attrName>style.visibility</p:attrName>
                                        </p:attrNameLst>
                                      </p:cBhvr>
                                      <p:to>
                                        <p:strVal val="visible"/>
                                      </p:to>
                                    </p:set>
                                    <p:animEffect transition="in" filter="fade">
                                      <p:cBhvr>
                                        <p:cTn id="22" dur="1000"/>
                                        <p:tgtEl>
                                          <p:spTgt spid="26"/>
                                        </p:tgtEl>
                                      </p:cBhvr>
                                    </p:animEffect>
                                    <p:anim calcmode="lin" valueType="num">
                                      <p:cBhvr>
                                        <p:cTn id="23" dur="1000" fill="hold"/>
                                        <p:tgtEl>
                                          <p:spTgt spid="26"/>
                                        </p:tgtEl>
                                        <p:attrNameLst>
                                          <p:attrName>ppt_x</p:attrName>
                                        </p:attrNameLst>
                                      </p:cBhvr>
                                      <p:tavLst>
                                        <p:tav tm="0">
                                          <p:val>
                                            <p:strVal val="#ppt_x-.1"/>
                                          </p:val>
                                        </p:tav>
                                        <p:tav tm="100000">
                                          <p:val>
                                            <p:strVal val="#ppt_x"/>
                                          </p:val>
                                        </p:tav>
                                      </p:tavLst>
                                    </p:anim>
                                    <p:anim calcmode="lin" valueType="num">
                                      <p:cBhvr>
                                        <p:cTn id="24"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
                                            <p:txEl>
                                              <p:pRg st="2" end="2"/>
                                            </p:txEl>
                                          </p:spTgt>
                                        </p:tgtEl>
                                        <p:attrNameLst>
                                          <p:attrName>style.visibility</p:attrName>
                                        </p:attrNameLst>
                                      </p:cBhvr>
                                      <p:to>
                                        <p:strVal val="visible"/>
                                      </p:to>
                                    </p:set>
                                    <p:animEffect transition="in" filter="wipe(left)">
                                      <p:cBhvr>
                                        <p:cTn id="29" dur="500"/>
                                        <p:tgtEl>
                                          <p:spTgt spid="23">
                                            <p:txEl>
                                              <p:pRg st="2" end="2"/>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xit" presetSubtype="4" fill="hold" grpId="0" nodeType="clickEffect">
                                  <p:stCondLst>
                                    <p:cond delay="0"/>
                                  </p:stCondLst>
                                  <p:childTnLst>
                                    <p:animEffect transition="out" filter="wipe(down)">
                                      <p:cBhvr>
                                        <p:cTn id="33" dur="500"/>
                                        <p:tgtEl>
                                          <p:spTgt spid="25"/>
                                        </p:tgtEl>
                                      </p:cBhvr>
                                    </p:animEffect>
                                    <p:set>
                                      <p:cBhvr>
                                        <p:cTn id="34" dur="1" fill="hold">
                                          <p:stCondLst>
                                            <p:cond delay="499"/>
                                          </p:stCondLst>
                                        </p:cTn>
                                        <p:tgtEl>
                                          <p:spTgt spid="25"/>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40" presetClass="entr" presetSubtype="0" fill="hold" grpId="0" nodeType="clickEffect">
                                  <p:stCondLst>
                                    <p:cond delay="0"/>
                                  </p:stCondLst>
                                  <p:iterate type="lt">
                                    <p:tmPct val="10000"/>
                                  </p:iterate>
                                  <p:childTnLst>
                                    <p:set>
                                      <p:cBhvr>
                                        <p:cTn id="38" dur="1" fill="hold">
                                          <p:stCondLst>
                                            <p:cond delay="0"/>
                                          </p:stCondLst>
                                        </p:cTn>
                                        <p:tgtEl>
                                          <p:spTgt spid="27"/>
                                        </p:tgtEl>
                                        <p:attrNameLst>
                                          <p:attrName>style.visibility</p:attrName>
                                        </p:attrNameLst>
                                      </p:cBhvr>
                                      <p:to>
                                        <p:strVal val="visible"/>
                                      </p:to>
                                    </p:set>
                                    <p:animEffect transition="in" filter="fade">
                                      <p:cBhvr>
                                        <p:cTn id="39" dur="1000"/>
                                        <p:tgtEl>
                                          <p:spTgt spid="27"/>
                                        </p:tgtEl>
                                      </p:cBhvr>
                                    </p:animEffect>
                                    <p:anim calcmode="lin" valueType="num">
                                      <p:cBhvr>
                                        <p:cTn id="40" dur="1000" fill="hold"/>
                                        <p:tgtEl>
                                          <p:spTgt spid="27"/>
                                        </p:tgtEl>
                                        <p:attrNameLst>
                                          <p:attrName>ppt_x</p:attrName>
                                        </p:attrNameLst>
                                      </p:cBhvr>
                                      <p:tavLst>
                                        <p:tav tm="0">
                                          <p:val>
                                            <p:strVal val="#ppt_x-.1"/>
                                          </p:val>
                                        </p:tav>
                                        <p:tav tm="100000">
                                          <p:val>
                                            <p:strVal val="#ppt_x"/>
                                          </p:val>
                                        </p:tav>
                                      </p:tavLst>
                                    </p:anim>
                                    <p:anim calcmode="lin" valueType="num">
                                      <p:cBhvr>
                                        <p:cTn id="41" dur="10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3">
                                            <p:txEl>
                                              <p:pRg st="3" end="3"/>
                                            </p:txEl>
                                          </p:spTgt>
                                        </p:tgtEl>
                                        <p:attrNameLst>
                                          <p:attrName>style.visibility</p:attrName>
                                        </p:attrNameLst>
                                      </p:cBhvr>
                                      <p:to>
                                        <p:strVal val="visible"/>
                                      </p:to>
                                    </p:set>
                                    <p:animEffect transition="in" filter="wipe(left)">
                                      <p:cBhvr>
                                        <p:cTn id="46" dur="500"/>
                                        <p:tgtEl>
                                          <p:spTgt spid="23">
                                            <p:txEl>
                                              <p:pRg st="3" end="3"/>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3">
                                            <p:txEl>
                                              <p:pRg st="4" end="4"/>
                                            </p:txEl>
                                          </p:spTgt>
                                        </p:tgtEl>
                                        <p:attrNameLst>
                                          <p:attrName>style.visibility</p:attrName>
                                        </p:attrNameLst>
                                      </p:cBhvr>
                                      <p:to>
                                        <p:strVal val="visible"/>
                                      </p:to>
                                    </p:set>
                                    <p:animEffect transition="in" filter="wipe(left)">
                                      <p:cBhvr>
                                        <p:cTn id="51"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24" grpId="0"/>
      <p:bldP spid="25" grpId="0"/>
      <p:bldP spid="26" grpId="0"/>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8"/>
          <p:cNvSpPr>
            <a:spLocks noGrp="1" noChangeArrowheads="1"/>
          </p:cNvSpPr>
          <p:nvPr>
            <p:ph type="title"/>
          </p:nvPr>
        </p:nvSpPr>
        <p:spPr/>
        <p:txBody>
          <a:bodyPr/>
          <a:lstStyle/>
          <a:p>
            <a:pPr defTabSz="503972" fontAlgn="auto">
              <a:spcAft>
                <a:spcPts val="0"/>
              </a:spcAft>
              <a:defRPr/>
            </a:pPr>
            <a:r>
              <a:rPr lang="zh-CN" altLang="en-GB"/>
              <a:t>小结</a:t>
            </a:r>
          </a:p>
        </p:txBody>
      </p:sp>
      <p:sp>
        <p:nvSpPr>
          <p:cNvPr id="70660" name="Rectangle 9"/>
          <p:cNvSpPr>
            <a:spLocks noGrp="1" noChangeArrowheads="1"/>
          </p:cNvSpPr>
          <p:nvPr>
            <p:ph idx="1"/>
          </p:nvPr>
        </p:nvSpPr>
        <p:spPr/>
        <p:txBody>
          <a:bodyPr/>
          <a:lstStyle/>
          <a:p>
            <a:pPr marL="377979" indent="-377979" defTabSz="503972" fontAlgn="auto">
              <a:spcBef>
                <a:spcPts val="1102"/>
              </a:spcBef>
              <a:spcAft>
                <a:spcPts val="0"/>
              </a:spcAft>
              <a:buFont typeface="Wingdings 3" charset="2"/>
              <a:buChar char=""/>
              <a:defRPr/>
            </a:pPr>
            <a:r>
              <a:rPr lang="zh-CN" altLang="en-US" sz="3086" dirty="0">
                <a:solidFill>
                  <a:schemeClr val="tx1">
                    <a:lumMod val="75000"/>
                    <a:lumOff val="25000"/>
                  </a:schemeClr>
                </a:solidFill>
              </a:rPr>
              <a:t>运行时存储器的划分</a:t>
            </a:r>
            <a:endParaRPr lang="en-US" altLang="zh-CN" sz="3086" dirty="0">
              <a:solidFill>
                <a:schemeClr val="tx1">
                  <a:lumMod val="75000"/>
                  <a:lumOff val="25000"/>
                </a:schemeClr>
              </a:solidFill>
              <a:ea typeface="黑体" panose="02010609060101010101" pitchFamily="49" charset="-122"/>
            </a:endParaRP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活动记录</a:t>
            </a:r>
          </a:p>
          <a:p>
            <a:pPr marL="377979" indent="-377979" defTabSz="503972" fontAlgn="auto">
              <a:spcBef>
                <a:spcPts val="1102"/>
              </a:spcBef>
              <a:spcAft>
                <a:spcPts val="0"/>
              </a:spcAft>
              <a:buFont typeface="Wingdings 3" charset="2"/>
              <a:buChar char=""/>
              <a:defRPr/>
            </a:pPr>
            <a:r>
              <a:rPr lang="zh-CN" altLang="en-US" sz="3086" dirty="0">
                <a:solidFill>
                  <a:schemeClr val="tx1">
                    <a:lumMod val="75000"/>
                    <a:lumOff val="25000"/>
                  </a:schemeClr>
                </a:solidFill>
              </a:rPr>
              <a:t>非嵌套过程语言的动态存储管理</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栈式管理与活动记录</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过程调用和过程返回</a:t>
            </a:r>
            <a:endParaRPr lang="en-US" altLang="zh-CN" sz="2646" dirty="0">
              <a:solidFill>
                <a:schemeClr val="tx1">
                  <a:lumMod val="75000"/>
                  <a:lumOff val="25000"/>
                </a:schemeClr>
              </a:solidFill>
            </a:endParaRPr>
          </a:p>
          <a:p>
            <a:pPr marL="377979" indent="-377979" defTabSz="503972" fontAlgn="auto">
              <a:spcBef>
                <a:spcPts val="1102"/>
              </a:spcBef>
              <a:spcAft>
                <a:spcPts val="0"/>
              </a:spcAft>
              <a:buFont typeface="Wingdings 3" charset="2"/>
              <a:buChar char=""/>
              <a:defRPr/>
            </a:pPr>
            <a:r>
              <a:rPr lang="zh-CN" altLang="en-US" sz="3086" noProof="1">
                <a:solidFill>
                  <a:schemeClr val="tx1">
                    <a:lumMod val="75000"/>
                    <a:lumOff val="25000"/>
                  </a:schemeClr>
                </a:solidFill>
              </a:rPr>
              <a:t>嵌套过程语言</a:t>
            </a:r>
            <a:r>
              <a:rPr lang="zh-CN" altLang="en-US" sz="3086" dirty="0">
                <a:solidFill>
                  <a:schemeClr val="tx1">
                    <a:lumMod val="75000"/>
                    <a:lumOff val="25000"/>
                  </a:schemeClr>
                </a:solidFill>
              </a:rPr>
              <a:t>的动态存储管理</a:t>
            </a: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非局部名字的访问的实现：静态链、</a:t>
            </a:r>
            <a:r>
              <a:rPr lang="en-US" altLang="zh-CN" sz="2646" noProof="1">
                <a:solidFill>
                  <a:schemeClr val="tx1">
                    <a:lumMod val="75000"/>
                    <a:lumOff val="25000"/>
                  </a:schemeClr>
                </a:solidFill>
              </a:rPr>
              <a:t>Display</a:t>
            </a:r>
            <a:r>
              <a:rPr lang="zh-CN" altLang="en-US" sz="2646" noProof="1">
                <a:solidFill>
                  <a:schemeClr val="tx1">
                    <a:lumMod val="75000"/>
                    <a:lumOff val="25000"/>
                  </a:schemeClr>
                </a:solidFill>
              </a:rPr>
              <a:t>表</a:t>
            </a:r>
            <a:endParaRPr lang="en-US" altLang="zh-CN" sz="2646" noProof="1">
              <a:solidFill>
                <a:schemeClr val="tx1">
                  <a:lumMod val="75000"/>
                  <a:lumOff val="25000"/>
                </a:schemeClr>
              </a:solidFill>
            </a:endParaRPr>
          </a:p>
          <a:p>
            <a:pPr marL="818954" lvl="1" indent="-314982" defTabSz="503972" fontAlgn="auto">
              <a:spcBef>
                <a:spcPts val="1102"/>
              </a:spcBef>
              <a:spcAft>
                <a:spcPts val="0"/>
              </a:spcAft>
              <a:buFont typeface="Wingdings 3" charset="2"/>
              <a:buChar char=""/>
              <a:defRPr/>
            </a:pPr>
            <a:r>
              <a:rPr lang="zh-CN" altLang="en-US" sz="2646" dirty="0">
                <a:solidFill>
                  <a:schemeClr val="tx1">
                    <a:lumMod val="75000"/>
                    <a:lumOff val="25000"/>
                  </a:schemeClr>
                </a:solidFill>
              </a:rPr>
              <a:t>过程调用和过程返回</a:t>
            </a:r>
            <a:endParaRPr lang="en-US" altLang="zh-CN" sz="2646" dirty="0">
              <a:solidFill>
                <a:schemeClr val="tx1">
                  <a:lumMod val="75000"/>
                  <a:lumOff val="25000"/>
                </a:schemeClr>
              </a:solidFill>
            </a:endParaRPr>
          </a:p>
        </p:txBody>
      </p:sp>
      <p:sp>
        <p:nvSpPr>
          <p:cNvPr id="3" name="灯片编号占位符 2">
            <a:extLst>
              <a:ext uri="{FF2B5EF4-FFF2-40B4-BE49-F238E27FC236}">
                <a16:creationId xmlns:a16="http://schemas.microsoft.com/office/drawing/2014/main" id="{C3493046-6155-160C-C9D3-4C0690BF99DF}"/>
              </a:ext>
            </a:extLst>
          </p:cNvPr>
          <p:cNvSpPr>
            <a:spLocks noGrp="1"/>
          </p:cNvSpPr>
          <p:nvPr>
            <p:ph type="sldNum" sz="quarter" idx="12"/>
          </p:nvPr>
        </p:nvSpPr>
        <p:spPr/>
        <p:txBody>
          <a:bodyPr/>
          <a:lstStyle/>
          <a:p>
            <a:pPr>
              <a:defRPr/>
            </a:pPr>
            <a:fld id="{60A2D592-DCAE-491B-9080-01D2E01D08A9}" type="slidenum">
              <a:rPr lang="en-US" smtClean="0"/>
              <a:pPr>
                <a:defRPr/>
              </a:pPr>
              <a:t>74</a:t>
            </a:fld>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Effect transition="in" filter="wipe(left)">
                                      <p:cBhvr>
                                        <p:cTn id="7" dur="500"/>
                                        <p:tgtEl>
                                          <p:spTgt spid="7066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0660">
                                            <p:txEl>
                                              <p:pRg st="1" end="1"/>
                                            </p:txEl>
                                          </p:spTgt>
                                        </p:tgtEl>
                                        <p:attrNameLst>
                                          <p:attrName>style.visibility</p:attrName>
                                        </p:attrNameLst>
                                      </p:cBhvr>
                                      <p:to>
                                        <p:strVal val="visible"/>
                                      </p:to>
                                    </p:set>
                                    <p:animEffect transition="in" filter="wipe(left)">
                                      <p:cBhvr>
                                        <p:cTn id="10" dur="500"/>
                                        <p:tgtEl>
                                          <p:spTgt spid="70660">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0660">
                                            <p:txEl>
                                              <p:pRg st="2" end="2"/>
                                            </p:txEl>
                                          </p:spTgt>
                                        </p:tgtEl>
                                        <p:attrNameLst>
                                          <p:attrName>style.visibility</p:attrName>
                                        </p:attrNameLst>
                                      </p:cBhvr>
                                      <p:to>
                                        <p:strVal val="visible"/>
                                      </p:to>
                                    </p:set>
                                    <p:animEffect transition="in" filter="wipe(left)">
                                      <p:cBhvr>
                                        <p:cTn id="15" dur="500"/>
                                        <p:tgtEl>
                                          <p:spTgt spid="70660">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0660">
                                            <p:txEl>
                                              <p:pRg st="3" end="3"/>
                                            </p:txEl>
                                          </p:spTgt>
                                        </p:tgtEl>
                                        <p:attrNameLst>
                                          <p:attrName>style.visibility</p:attrName>
                                        </p:attrNameLst>
                                      </p:cBhvr>
                                      <p:to>
                                        <p:strVal val="visible"/>
                                      </p:to>
                                    </p:set>
                                    <p:animEffect transition="in" filter="wipe(left)">
                                      <p:cBhvr>
                                        <p:cTn id="18" dur="500"/>
                                        <p:tgtEl>
                                          <p:spTgt spid="70660">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0660">
                                            <p:txEl>
                                              <p:pRg st="4" end="4"/>
                                            </p:txEl>
                                          </p:spTgt>
                                        </p:tgtEl>
                                        <p:attrNameLst>
                                          <p:attrName>style.visibility</p:attrName>
                                        </p:attrNameLst>
                                      </p:cBhvr>
                                      <p:to>
                                        <p:strVal val="visible"/>
                                      </p:to>
                                    </p:set>
                                    <p:animEffect transition="in" filter="wipe(left)">
                                      <p:cBhvr>
                                        <p:cTn id="21" dur="500"/>
                                        <p:tgtEl>
                                          <p:spTgt spid="70660">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0660">
                                            <p:txEl>
                                              <p:pRg st="5" end="5"/>
                                            </p:txEl>
                                          </p:spTgt>
                                        </p:tgtEl>
                                        <p:attrNameLst>
                                          <p:attrName>style.visibility</p:attrName>
                                        </p:attrNameLst>
                                      </p:cBhvr>
                                      <p:to>
                                        <p:strVal val="visible"/>
                                      </p:to>
                                    </p:set>
                                    <p:animEffect transition="in" filter="wipe(left)">
                                      <p:cBhvr>
                                        <p:cTn id="26" dur="500"/>
                                        <p:tgtEl>
                                          <p:spTgt spid="70660">
                                            <p:txEl>
                                              <p:pRg st="5" end="5"/>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70660">
                                            <p:txEl>
                                              <p:pRg st="6" end="6"/>
                                            </p:txEl>
                                          </p:spTgt>
                                        </p:tgtEl>
                                        <p:attrNameLst>
                                          <p:attrName>style.visibility</p:attrName>
                                        </p:attrNameLst>
                                      </p:cBhvr>
                                      <p:to>
                                        <p:strVal val="visible"/>
                                      </p:to>
                                    </p:set>
                                    <p:animEffect transition="in" filter="wipe(left)">
                                      <p:cBhvr>
                                        <p:cTn id="29" dur="500"/>
                                        <p:tgtEl>
                                          <p:spTgt spid="70660">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0660">
                                            <p:txEl>
                                              <p:pRg st="7" end="7"/>
                                            </p:txEl>
                                          </p:spTgt>
                                        </p:tgtEl>
                                        <p:attrNameLst>
                                          <p:attrName>style.visibility</p:attrName>
                                        </p:attrNameLst>
                                      </p:cBhvr>
                                      <p:to>
                                        <p:strVal val="visible"/>
                                      </p:to>
                                    </p:set>
                                    <p:animEffect transition="in" filter="wipe(left)">
                                      <p:cBhvr>
                                        <p:cTn id="32" dur="500"/>
                                        <p:tgtEl>
                                          <p:spTgt spid="7066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ormAutofit/>
          </a:bodyPr>
          <a:lstStyle/>
          <a:p>
            <a:pPr defTabSz="503972" eaLnBrk="1" fontAlgn="auto" hangingPunct="1">
              <a:spcAft>
                <a:spcPts val="0"/>
              </a:spcAft>
              <a:defRPr/>
            </a:pPr>
            <a:endParaRPr lang="zh-CN" altLang="en-US"/>
          </a:p>
        </p:txBody>
      </p:sp>
      <p:sp>
        <p:nvSpPr>
          <p:cNvPr id="3" name="内容占位符 2"/>
          <p:cNvSpPr>
            <a:spLocks noGrp="1"/>
          </p:cNvSpPr>
          <p:nvPr>
            <p:ph idx="1"/>
          </p:nvPr>
        </p:nvSpPr>
        <p:spPr/>
        <p:txBody>
          <a:bodyPr rtlCol="0">
            <a:normAutofit/>
          </a:bodyPr>
          <a:lstStyle/>
          <a:p>
            <a:pPr marL="377979" indent="-377979" defTabSz="503972" eaLnBrk="1" fontAlgn="auto" hangingPunct="1">
              <a:spcBef>
                <a:spcPts val="1102"/>
              </a:spcBef>
              <a:spcAft>
                <a:spcPts val="0"/>
              </a:spcAft>
              <a:buFont typeface="Wingdings 3" charset="2"/>
              <a:buChar char=""/>
              <a:defRPr/>
            </a:pPr>
            <a:endParaRPr lang="zh-CN" altLang="en-US" sz="3086">
              <a:solidFill>
                <a:schemeClr val="tx1">
                  <a:lumMod val="75000"/>
                  <a:lumOff val="25000"/>
                </a:schemeClr>
              </a:solidFill>
            </a:endParaRPr>
          </a:p>
        </p:txBody>
      </p:sp>
      <p:sp>
        <p:nvSpPr>
          <p:cNvPr id="5" name="灯片编号占位符 4">
            <a:extLst>
              <a:ext uri="{FF2B5EF4-FFF2-40B4-BE49-F238E27FC236}">
                <a16:creationId xmlns:a16="http://schemas.microsoft.com/office/drawing/2014/main" id="{37D81CBB-C986-782D-5DBD-DE1A2632470B}"/>
              </a:ext>
            </a:extLst>
          </p:cNvPr>
          <p:cNvSpPr>
            <a:spLocks noGrp="1"/>
          </p:cNvSpPr>
          <p:nvPr>
            <p:ph type="sldNum" sz="quarter" idx="12"/>
          </p:nvPr>
        </p:nvSpPr>
        <p:spPr/>
        <p:txBody>
          <a:bodyPr/>
          <a:lstStyle/>
          <a:p>
            <a:pPr>
              <a:defRPr/>
            </a:pPr>
            <a:fld id="{81F535CF-9FA2-417D-855C-A8D9EC245586}" type="slidenum">
              <a:rPr lang="en-US" smtClean="0"/>
              <a:pPr>
                <a:defRPr/>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Footer Placeholder 2"/>
          <p:cNvSpPr txBox="1">
            <a:spLocks noGrp="1" noChangeArrowheads="1"/>
          </p:cNvSpPr>
          <p:nvPr/>
        </p:nvSpPr>
        <p:spPr bwMode="auto">
          <a:xfrm>
            <a:off x="3448050" y="6886575"/>
            <a:ext cx="3194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Lst>
              <a:defRPr sz="3600">
                <a:solidFill>
                  <a:srgbClr val="000000"/>
                </a:solidFill>
                <a:latin typeface="Arial" panose="020B0604020202020204" pitchFamily="34" charset="0"/>
                <a:ea typeface="方正书宋_GBK"/>
                <a:cs typeface="方正书宋_GBK"/>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Lst>
              <a:defRPr sz="2800">
                <a:solidFill>
                  <a:srgbClr val="000000"/>
                </a:solidFill>
                <a:latin typeface="Arial" panose="020B0604020202020204" pitchFamily="34" charset="0"/>
                <a:ea typeface="方正书宋_GBK"/>
                <a:cs typeface="方正书宋_GBK"/>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Lst>
              <a:defRPr sz="2400">
                <a:solidFill>
                  <a:srgbClr val="000000"/>
                </a:solidFill>
                <a:latin typeface="Arial" panose="020B0604020202020204" pitchFamily="34" charset="0"/>
                <a:ea typeface="方正书宋_GBK"/>
                <a:cs typeface="方正书宋_GBK"/>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Lst>
              <a:defRPr sz="2000">
                <a:solidFill>
                  <a:srgbClr val="000000"/>
                </a:solidFill>
                <a:latin typeface="Arial" panose="020B0604020202020204" pitchFamily="34" charset="0"/>
                <a:ea typeface="方正书宋_GBK"/>
                <a:cs typeface="方正书宋_GBK"/>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方正书宋_GBK"/>
                <a:cs typeface="方正书宋_GBK"/>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方正书宋_GBK"/>
                <a:cs typeface="方正书宋_GBK"/>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方正书宋_GBK"/>
                <a:cs typeface="方正书宋_GBK"/>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方正书宋_GBK"/>
                <a:cs typeface="方正书宋_GBK"/>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Lst>
              <a:defRPr sz="1400">
                <a:solidFill>
                  <a:srgbClr val="000000"/>
                </a:solidFill>
                <a:latin typeface="Arial" panose="020B0604020202020204" pitchFamily="34" charset="0"/>
                <a:ea typeface="方正书宋_GBK"/>
                <a:cs typeface="方正书宋_GBK"/>
              </a:defRPr>
            </a:lvl9pPr>
          </a:lstStyle>
          <a:p>
            <a:pPr algn="ctr" eaLnBrk="1">
              <a:lnSpc>
                <a:spcPct val="116000"/>
              </a:lnSpc>
              <a:spcAft>
                <a:spcPct val="0"/>
              </a:spcAft>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cs typeface="Droid Sans Fallback"/>
            </a:endParaRPr>
          </a:p>
        </p:txBody>
      </p:sp>
      <p:sp>
        <p:nvSpPr>
          <p:cNvPr id="591875" name="Rectangle 2"/>
          <p:cNvSpPr>
            <a:spLocks noChangeArrowheads="1"/>
          </p:cNvSpPr>
          <p:nvPr/>
        </p:nvSpPr>
        <p:spPr bwMode="auto">
          <a:xfrm>
            <a:off x="0" y="0"/>
            <a:ext cx="10080625" cy="7559675"/>
          </a:xfrm>
          <a:prstGeom prst="rect">
            <a:avLst/>
          </a:prstGeom>
          <a:solidFill>
            <a:srgbClr val="000000"/>
          </a:solidFill>
          <a:ln w="9525">
            <a:solidFill>
              <a:srgbClr val="FFFFFF"/>
            </a:solidFill>
            <a:miter lim="800000"/>
            <a:headEnd/>
            <a:tailEnd/>
          </a:ln>
        </p:spPr>
        <p:txBody>
          <a:bodyPr wrap="none" lIns="90000" tIns="67932" rIns="90000" bIns="45000" anchor="ctr"/>
          <a:lstStyle>
            <a:lvl1pPr>
              <a:lnSpc>
                <a:spcPct val="95000"/>
              </a:lnSpc>
              <a:spcAft>
                <a:spcPts val="1413"/>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3600">
                <a:solidFill>
                  <a:srgbClr val="000000"/>
                </a:solidFill>
                <a:latin typeface="Arial" panose="020B0604020202020204" pitchFamily="34" charset="0"/>
                <a:ea typeface="方正书宋_GBK"/>
                <a:cs typeface="方正书宋_GBK"/>
              </a:defRPr>
            </a:lvl1pPr>
            <a:lvl2pPr>
              <a:lnSpc>
                <a:spcPct val="95000"/>
              </a:lnSpc>
              <a:spcAft>
                <a:spcPts val="113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800">
                <a:solidFill>
                  <a:srgbClr val="000000"/>
                </a:solidFill>
                <a:latin typeface="Arial" panose="020B0604020202020204" pitchFamily="34" charset="0"/>
                <a:ea typeface="方正书宋_GBK"/>
                <a:cs typeface="方正书宋_GBK"/>
              </a:defRPr>
            </a:lvl2pPr>
            <a:lvl3pPr>
              <a:lnSpc>
                <a:spcPct val="95000"/>
              </a:lnSpc>
              <a:spcAft>
                <a:spcPts val="850"/>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400">
                <a:solidFill>
                  <a:srgbClr val="000000"/>
                </a:solidFill>
                <a:latin typeface="Arial" panose="020B0604020202020204" pitchFamily="34" charset="0"/>
                <a:ea typeface="方正书宋_GBK"/>
                <a:cs typeface="方正书宋_GBK"/>
              </a:defRPr>
            </a:lvl3pPr>
            <a:lvl4pPr>
              <a:lnSpc>
                <a:spcPct val="95000"/>
              </a:lnSpc>
              <a:spcAft>
                <a:spcPts val="575"/>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2000">
                <a:solidFill>
                  <a:srgbClr val="000000"/>
                </a:solidFill>
                <a:latin typeface="Arial" panose="020B0604020202020204" pitchFamily="34" charset="0"/>
                <a:ea typeface="方正书宋_GBK"/>
                <a:cs typeface="方正书宋_GBK"/>
              </a:defRPr>
            </a:lvl4pPr>
            <a:lvl5pPr>
              <a:lnSpc>
                <a:spcPct val="95000"/>
              </a:lnSpc>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方正书宋_GBK"/>
                <a:cs typeface="方正书宋_GBK"/>
              </a:defRPr>
            </a:lvl5pPr>
            <a:lvl6pPr marL="25146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方正书宋_GBK"/>
                <a:cs typeface="方正书宋_GBK"/>
              </a:defRPr>
            </a:lvl6pPr>
            <a:lvl7pPr marL="29718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方正书宋_GBK"/>
                <a:cs typeface="方正书宋_GBK"/>
              </a:defRPr>
            </a:lvl7pPr>
            <a:lvl8pPr marL="34290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方正书宋_GBK"/>
                <a:cs typeface="方正书宋_GBK"/>
              </a:defRPr>
            </a:lvl8pPr>
            <a:lvl9pPr marL="3886200" indent="-228600" defTabSz="449263" eaLnBrk="0" fontAlgn="base" hangingPunct="0">
              <a:lnSpc>
                <a:spcPct val="95000"/>
              </a:lnSpc>
              <a:spcBef>
                <a:spcPct val="0"/>
              </a:spcBef>
              <a:spcAft>
                <a:spcPts val="288"/>
              </a:spcAft>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sz="1400">
                <a:solidFill>
                  <a:srgbClr val="000000"/>
                </a:solidFill>
                <a:latin typeface="Arial" panose="020B0604020202020204" pitchFamily="34" charset="0"/>
                <a:ea typeface="方正书宋_GBK"/>
                <a:cs typeface="方正书宋_GBK"/>
              </a:defRPr>
            </a:lvl9pPr>
          </a:lstStyle>
          <a:p>
            <a:pPr algn="ctr" eaLnBrk="1">
              <a:lnSpc>
                <a:spcPct val="93000"/>
              </a:lnSpc>
              <a:spcAft>
                <a:spcPct val="0"/>
              </a:spcAft>
              <a:buFont typeface="Times New Roman" panose="02020603050405020304" pitchFamily="18" charset="0"/>
              <a:buNone/>
            </a:pPr>
            <a:r>
              <a:rPr lang="en-GB" altLang="en-US" sz="2600">
                <a:solidFill>
                  <a:srgbClr val="E6E6E6"/>
                </a:solidFill>
                <a:ea typeface="宋体" panose="02010600030101010101" pitchFamily="2" charset="-122"/>
                <a:cs typeface="Droid Sans Fallback"/>
              </a:rPr>
              <a:t>THE END</a:t>
            </a:r>
          </a:p>
          <a:p>
            <a:pPr algn="ctr" eaLnBrk="1">
              <a:lnSpc>
                <a:spcPct val="93000"/>
              </a:lnSpc>
              <a:spcAft>
                <a:spcPct val="0"/>
              </a:spcAft>
              <a:buFont typeface="Times New Roman" panose="02020603050405020304" pitchFamily="18" charset="0"/>
              <a:buNone/>
            </a:pPr>
            <a:endParaRPr lang="en-GB" altLang="en-US" sz="2600">
              <a:solidFill>
                <a:srgbClr val="E6E6E6"/>
              </a:solidFill>
              <a:ea typeface="宋体" panose="02010600030101010101" pitchFamily="2" charset="-122"/>
              <a:cs typeface="Droid Sans Fallback"/>
            </a:endParaRPr>
          </a:p>
          <a:p>
            <a:pPr algn="ctr" eaLnBrk="1">
              <a:lnSpc>
                <a:spcPct val="93000"/>
              </a:lnSpc>
              <a:spcAft>
                <a:spcPct val="0"/>
              </a:spcAft>
              <a:buFont typeface="Times New Roman" panose="02020603050405020304" pitchFamily="18" charset="0"/>
              <a:buNone/>
            </a:pPr>
            <a:r>
              <a:rPr lang="en-GB" altLang="en-US" sz="2600">
                <a:solidFill>
                  <a:srgbClr val="E6E6E6"/>
                </a:solidFill>
                <a:ea typeface="宋体" panose="02010600030101010101" pitchFamily="2" charset="-122"/>
                <a:cs typeface="Droid Sans Fallback"/>
              </a:rPr>
              <a:t>QUESTIONS</a:t>
            </a:r>
          </a:p>
        </p:txBody>
      </p:sp>
      <p:sp>
        <p:nvSpPr>
          <p:cNvPr id="591876" name="Slide Number Placeholder 5"/>
          <p:cNvSpPr txBox="1">
            <a:spLocks noGrp="1" noChangeArrowheads="1"/>
          </p:cNvSpPr>
          <p:nvPr/>
        </p:nvSpPr>
        <p:spPr bwMode="auto">
          <a:xfrm>
            <a:off x="7227888" y="6886575"/>
            <a:ext cx="2346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r" eaLnBrk="1">
              <a:lnSpc>
                <a:spcPct val="116000"/>
              </a:lnSpc>
              <a:buSzPct val="100000"/>
              <a:buFont typeface="Times New Roman" panose="02020603050405020304" pitchFamily="18" charset="0"/>
              <a:buNone/>
            </a:pPr>
            <a:fld id="{D05EADA8-BBB0-4359-B01C-927688A53D83}" type="slidenum">
              <a:rPr lang="en-GB" altLang="en-US" sz="1200">
                <a:latin typeface="Comic Sans MS" panose="030F0702030302020204" pitchFamily="66" charset="0"/>
                <a:ea typeface="宋体" panose="02010600030101010101" pitchFamily="2" charset="-122"/>
              </a:rPr>
              <a:pPr algn="r" eaLnBrk="1">
                <a:lnSpc>
                  <a:spcPct val="116000"/>
                </a:lnSpc>
                <a:buSzPct val="100000"/>
                <a:buFont typeface="Times New Roman" panose="02020603050405020304" pitchFamily="18" charset="0"/>
                <a:buNone/>
              </a:pPr>
              <a:t>76</a:t>
            </a:fld>
            <a:endParaRPr lang="en-GB" altLang="en-US" sz="1200">
              <a:latin typeface="Comic Sans MS" panose="030F0702030302020204" pitchFamily="66" charset="0"/>
              <a:ea typeface="宋体" panose="02010600030101010101" pitchFamily="2" charset="-122"/>
            </a:endParaRPr>
          </a:p>
        </p:txBody>
      </p:sp>
      <p:sp>
        <p:nvSpPr>
          <p:cNvPr id="591877" name="Date Placeholder 6"/>
          <p:cNvSpPr txBox="1">
            <a:spLocks noGrp="1" noChangeArrowheads="1"/>
          </p:cNvSpPr>
          <p:nvPr/>
        </p:nvSpPr>
        <p:spPr bwMode="auto">
          <a:xfrm>
            <a:off x="144463" y="6886575"/>
            <a:ext cx="30940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a:lnSpc>
                <a:spcPct val="116000"/>
              </a:lnSpc>
              <a:buSzPct val="100000"/>
              <a:buFont typeface="Times New Roman" panose="02020603050405020304" pitchFamily="18" charset="0"/>
              <a:buNone/>
            </a:pPr>
            <a:endParaRPr lang="en-GB" altLang="en-US" sz="1000">
              <a:latin typeface="Comic Sans MS" panose="030F0702030302020204" pitchFamily="66" charset="0"/>
              <a:ea typeface="宋体" panose="02010600030101010101" pitchFamily="2" charset="-122"/>
            </a:endParaRPr>
          </a:p>
        </p:txBody>
      </p:sp>
      <p:sp>
        <p:nvSpPr>
          <p:cNvPr id="3" name="灯片编号占位符 2">
            <a:extLst>
              <a:ext uri="{FF2B5EF4-FFF2-40B4-BE49-F238E27FC236}">
                <a16:creationId xmlns:a16="http://schemas.microsoft.com/office/drawing/2014/main" id="{CEDC8F04-8167-1FF1-F69F-71616328D638}"/>
              </a:ext>
            </a:extLst>
          </p:cNvPr>
          <p:cNvSpPr>
            <a:spLocks noGrp="1"/>
          </p:cNvSpPr>
          <p:nvPr>
            <p:ph type="sldNum" idx="12"/>
          </p:nvPr>
        </p:nvSpPr>
        <p:spPr/>
        <p:txBody>
          <a:bodyPr/>
          <a:lstStyle/>
          <a:p>
            <a:pPr>
              <a:defRPr/>
            </a:pPr>
            <a:fld id="{58A8C4A4-6304-4F11-A61A-F709F92BF13D}" type="slidenum">
              <a:rPr lang="en-GB" altLang="en-US" smtClean="0"/>
              <a:pPr>
                <a:defRPr/>
              </a:pPr>
              <a:t>76</a:t>
            </a:fld>
            <a:endParaRPr lang="en-GB" altLang="en-US"/>
          </a:p>
        </p:txBody>
      </p:sp>
    </p:spTree>
  </p:cSld>
  <p:clrMapOvr>
    <a:masterClrMapping/>
  </p:clrMapOvr>
  <p:transition/>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4.xml><?xml version="1.0" encoding="utf-8"?>
<a:theme xmlns:a="http://schemas.openxmlformats.org/drawingml/2006/main" name="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5.xml><?xml version="1.0" encoding="utf-8"?>
<a:theme xmlns:a="http://schemas.openxmlformats.org/drawingml/2006/main" name="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6.xml><?xml version="1.0" encoding="utf-8"?>
<a:theme xmlns:a="http://schemas.openxmlformats.org/drawingml/2006/main" name="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7.xml><?xml version="1.0" encoding="utf-8"?>
<a:theme xmlns:a="http://schemas.openxmlformats.org/drawingml/2006/main" name="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8.xml><?xml version="1.0" encoding="utf-8"?>
<a:theme xmlns:a="http://schemas.openxmlformats.org/drawingml/2006/main" name="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9.xml><?xml version="1.0" encoding="utf-8"?>
<a:theme xmlns:a="http://schemas.openxmlformats.org/drawingml/2006/main" name="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0.xml><?xml version="1.0" encoding="utf-8"?>
<a:theme xmlns:a="http://schemas.openxmlformats.org/drawingml/2006/main" name="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1.xml><?xml version="1.0" encoding="utf-8"?>
<a:theme xmlns:a="http://schemas.openxmlformats.org/drawingml/2006/main" name="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2.xml><?xml version="1.0" encoding="utf-8"?>
<a:theme xmlns:a="http://schemas.openxmlformats.org/drawingml/2006/main" name="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3.xml><?xml version="1.0" encoding="utf-8"?>
<a:theme xmlns:a="http://schemas.openxmlformats.org/drawingml/2006/main" name="1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4.xml><?xml version="1.0" encoding="utf-8"?>
<a:theme xmlns:a="http://schemas.openxmlformats.org/drawingml/2006/main" name="1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5.xml><?xml version="1.0" encoding="utf-8"?>
<a:theme xmlns:a="http://schemas.openxmlformats.org/drawingml/2006/main" name="1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6.xml><?xml version="1.0" encoding="utf-8"?>
<a:theme xmlns:a="http://schemas.openxmlformats.org/drawingml/2006/main" name="1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7.xml><?xml version="1.0" encoding="utf-8"?>
<a:theme xmlns:a="http://schemas.openxmlformats.org/drawingml/2006/main" name="1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8.xml><?xml version="1.0" encoding="utf-8"?>
<a:theme xmlns:a="http://schemas.openxmlformats.org/drawingml/2006/main" name="1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19.xml><?xml version="1.0" encoding="utf-8"?>
<a:theme xmlns:a="http://schemas.openxmlformats.org/drawingml/2006/main" name="17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0.xml><?xml version="1.0" encoding="utf-8"?>
<a:theme xmlns:a="http://schemas.openxmlformats.org/drawingml/2006/main" name="18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1.xml><?xml version="1.0" encoding="utf-8"?>
<a:theme xmlns:a="http://schemas.openxmlformats.org/drawingml/2006/main" name="19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2.xml><?xml version="1.0" encoding="utf-8"?>
<a:theme xmlns:a="http://schemas.openxmlformats.org/drawingml/2006/main" name="20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3.xml><?xml version="1.0" encoding="utf-8"?>
<a:theme xmlns:a="http://schemas.openxmlformats.org/drawingml/2006/main" name="21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4.xml><?xml version="1.0" encoding="utf-8"?>
<a:theme xmlns:a="http://schemas.openxmlformats.org/drawingml/2006/main" name="22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5.xml><?xml version="1.0" encoding="utf-8"?>
<a:theme xmlns:a="http://schemas.openxmlformats.org/drawingml/2006/main" name="23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6.xml><?xml version="1.0" encoding="utf-8"?>
<a:theme xmlns:a="http://schemas.openxmlformats.org/drawingml/2006/main" name="24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7.xml><?xml version="1.0" encoding="utf-8"?>
<a:theme xmlns:a="http://schemas.openxmlformats.org/drawingml/2006/main" name="25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8.xml><?xml version="1.0" encoding="utf-8"?>
<a:theme xmlns:a="http://schemas.openxmlformats.org/drawingml/2006/main" name="26_平面(MOOC)">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MOOC-PPT模板" id="{52A9F7C9-966B-4A8B-A1C7-6E16B2577468}" vid="{3D64D331-574C-4511-9C06-47C9CEF20C92}"/>
    </a:ext>
  </a:extLst>
</a:theme>
</file>

<file path=ppt/theme/theme29.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11504</TotalTime>
  <Pages>0</Pages>
  <Words>7987</Words>
  <Characters>0</Characters>
  <Application>Microsoft Office PowerPoint</Application>
  <DocSecurity>0</DocSecurity>
  <PresentationFormat>自定义</PresentationFormat>
  <Lines>0</Lines>
  <Paragraphs>1898</Paragraphs>
  <Slides>76</Slides>
  <Notes>70</Notes>
  <HiddenSlides>0</HiddenSlides>
  <MMClips>0</MMClips>
  <ScaleCrop>false</ScaleCrop>
  <HeadingPairs>
    <vt:vector size="6" baseType="variant">
      <vt:variant>
        <vt:lpstr>已用的字体</vt:lpstr>
      </vt:variant>
      <vt:variant>
        <vt:i4>12</vt:i4>
      </vt:variant>
      <vt:variant>
        <vt:lpstr>主题</vt:lpstr>
      </vt:variant>
      <vt:variant>
        <vt:i4>28</vt:i4>
      </vt:variant>
      <vt:variant>
        <vt:lpstr>幻灯片标题</vt:lpstr>
      </vt:variant>
      <vt:variant>
        <vt:i4>76</vt:i4>
      </vt:variant>
    </vt:vector>
  </HeadingPairs>
  <TitlesOfParts>
    <vt:vector size="116" baseType="lpstr">
      <vt:lpstr>Droid Sans Fallback</vt:lpstr>
      <vt:lpstr>黑体</vt:lpstr>
      <vt:lpstr>楷体_GB2312</vt:lpstr>
      <vt:lpstr>宋体</vt:lpstr>
      <vt:lpstr>微软雅黑</vt:lpstr>
      <vt:lpstr>Arial</vt:lpstr>
      <vt:lpstr>Calibri</vt:lpstr>
      <vt:lpstr>Comic Sans MS</vt:lpstr>
      <vt:lpstr>Symbol</vt:lpstr>
      <vt:lpstr>Times New Roman</vt:lpstr>
      <vt:lpstr>Wingdings</vt:lpstr>
      <vt:lpstr>Wingdings 3</vt:lpstr>
      <vt:lpstr>Office Theme</vt:lpstr>
      <vt:lpstr>1_Office Theme</vt:lpstr>
      <vt:lpstr>平面(MOOC)</vt:lpstr>
      <vt:lpstr>1_平面(MOOC)</vt:lpstr>
      <vt:lpstr>2_平面(MOOC)</vt:lpstr>
      <vt:lpstr>3_平面(MOOC)</vt:lpstr>
      <vt:lpstr>4_平面(MOOC)</vt:lpstr>
      <vt:lpstr>5_平面(MOOC)</vt:lpstr>
      <vt:lpstr>6_平面(MOOC)</vt:lpstr>
      <vt:lpstr>7_平面(MOOC)</vt:lpstr>
      <vt:lpstr>8_平面(MOOC)</vt:lpstr>
      <vt:lpstr>9_平面(MOOC)</vt:lpstr>
      <vt:lpstr>10_平面(MOOC)</vt:lpstr>
      <vt:lpstr>11_平面(MOOC)</vt:lpstr>
      <vt:lpstr>12_平面(MOOC)</vt:lpstr>
      <vt:lpstr>13_平面(MOOC)</vt:lpstr>
      <vt:lpstr>14_平面(MOOC)</vt:lpstr>
      <vt:lpstr>15_平面(MOOC)</vt:lpstr>
      <vt:lpstr>17_平面(MOOC)</vt:lpstr>
      <vt:lpstr>18_平面(MOOC)</vt:lpstr>
      <vt:lpstr>19_平面(MOOC)</vt:lpstr>
      <vt:lpstr>20_平面(MOOC)</vt:lpstr>
      <vt:lpstr>21_平面(MOOC)</vt:lpstr>
      <vt:lpstr>22_平面(MOOC)</vt:lpstr>
      <vt:lpstr>23_平面(MOOC)</vt:lpstr>
      <vt:lpstr>24_平面(MOOC)</vt:lpstr>
      <vt:lpstr>25_平面(MOOC)</vt:lpstr>
      <vt:lpstr>26_平面(MOOC)</vt:lpstr>
      <vt:lpstr>第七章 运行时存储空间的组织</vt:lpstr>
      <vt:lpstr>运行时存储空间的组织</vt:lpstr>
      <vt:lpstr>目标程序运行时的活动</vt:lpstr>
      <vt:lpstr>过程的活动与生存期</vt:lpstr>
      <vt:lpstr>参数传递</vt:lpstr>
      <vt:lpstr>参数传递方式</vt:lpstr>
      <vt:lpstr>参数传递方式——按引用传递（传地址）</vt:lpstr>
      <vt:lpstr>参数传递方式——按引用传递</vt:lpstr>
      <vt:lpstr>测试：参数传递——按引用传递</vt:lpstr>
      <vt:lpstr>参数传递方式——按值传递</vt:lpstr>
      <vt:lpstr>测试：参数传递——按值传递</vt:lpstr>
      <vt:lpstr>参数传递方式——按值—结果传递(得结果)</vt:lpstr>
      <vt:lpstr>测试：参数传递——按值—结果传递</vt:lpstr>
      <vt:lpstr>参数传递方式——按名传递</vt:lpstr>
      <vt:lpstr>参数传递方式——按名传递</vt:lpstr>
      <vt:lpstr>测试：参数传递——按名传递</vt:lpstr>
      <vt:lpstr>参数传递</vt:lpstr>
      <vt:lpstr>参数传递</vt:lpstr>
      <vt:lpstr>运行时存储器的划分 </vt:lpstr>
      <vt:lpstr>编译程序组织存储空间须考虑的问题</vt:lpstr>
      <vt:lpstr>过程的活动与生存期</vt:lpstr>
      <vt:lpstr>存储分配策略 </vt:lpstr>
      <vt:lpstr>运行时存储器的划分 </vt:lpstr>
      <vt:lpstr>程序在运行时刻的内存划分</vt:lpstr>
      <vt:lpstr>过程的活动与活动记录</vt:lpstr>
      <vt:lpstr>程序在运行时刻的内存划分</vt:lpstr>
      <vt:lpstr>程序在运行时刻的内存划分</vt:lpstr>
      <vt:lpstr>非嵌套过程语言(C语言)的动态存储管理 （非嵌套过程语言的栈式实现）</vt:lpstr>
      <vt:lpstr>非嵌套过程语言</vt:lpstr>
      <vt:lpstr>非嵌套过程语言的活动记录内容</vt:lpstr>
      <vt:lpstr>非嵌套过程语言过程调用示例</vt:lpstr>
      <vt:lpstr>C语言的活动记录内容</vt:lpstr>
      <vt:lpstr>过程调用和过程返回</vt:lpstr>
      <vt:lpstr>par和call产生的目标代码</vt:lpstr>
      <vt:lpstr>进入过程体后执行的指令</vt:lpstr>
      <vt:lpstr>过程返回执行的指令</vt:lpstr>
      <vt:lpstr>嵌套过程语言(Pascal)的动态存储管理 （嵌套过程语言的栈式实现）</vt:lpstr>
      <vt:lpstr>嵌套过程语言</vt:lpstr>
      <vt:lpstr>最近嵌套原则</vt:lpstr>
      <vt:lpstr>嵌套过程语言</vt:lpstr>
      <vt:lpstr>嵌套过程语言(Pascal)的动态存储管理 ——静态链方法</vt:lpstr>
      <vt:lpstr>嵌套层次与地址</vt:lpstr>
      <vt:lpstr>示例程序</vt:lpstr>
      <vt:lpstr>静态链和活动记录</vt:lpstr>
      <vt:lpstr>示例程序</vt:lpstr>
      <vt:lpstr>PowerPoint 演示文稿</vt:lpstr>
      <vt:lpstr>PowerPoint 演示文稿</vt:lpstr>
      <vt:lpstr>PowerPoint 演示文稿</vt:lpstr>
      <vt:lpstr>PowerPoint 演示文稿</vt:lpstr>
      <vt:lpstr>PowerPoint 演示文稿</vt:lpstr>
      <vt:lpstr>测试</vt:lpstr>
      <vt:lpstr>PowerPoint 演示文稿</vt:lpstr>
      <vt:lpstr>嵌套过程语言的动态存储管理</vt:lpstr>
      <vt:lpstr>静态链的建立和维护</vt:lpstr>
      <vt:lpstr>PowerPoint 演示文稿</vt:lpstr>
      <vt:lpstr>嵌套层次显示表Display</vt:lpstr>
      <vt:lpstr>如何维护嵌套层次显示表Display</vt:lpstr>
      <vt:lpstr>如何维护嵌套层次显示表Display</vt:lpstr>
      <vt:lpstr>如何维护嵌套层次显示表Display</vt:lpstr>
      <vt:lpstr>如何维护嵌套层次显示表Display</vt:lpstr>
      <vt:lpstr>如何维护嵌套层次显示表Display</vt:lpstr>
      <vt:lpstr>Display表和活动记录</vt:lpstr>
      <vt:lpstr>示例程序</vt:lpstr>
      <vt:lpstr>PowerPoint 演示文稿</vt:lpstr>
      <vt:lpstr>PowerPoint 演示文稿</vt:lpstr>
      <vt:lpstr>PowerPoint 演示文稿</vt:lpstr>
      <vt:lpstr>PowerPoint 演示文稿</vt:lpstr>
      <vt:lpstr>PowerPoint 演示文稿</vt:lpstr>
      <vt:lpstr>过程调用和过程返回</vt:lpstr>
      <vt:lpstr>过程调用和过程返回</vt:lpstr>
      <vt:lpstr>过程调用和过程返回</vt:lpstr>
      <vt:lpstr>过程调用和过程返回</vt:lpstr>
      <vt:lpstr>过程调用和过程返回</vt:lpstr>
      <vt:lpstr>小结</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Rounded Rectangles Template</dc:title>
  <dc:subject>Template</dc:subject>
  <dc:creator>erqiang </dc:creator>
  <cp:keywords/>
  <dc:description/>
  <cp:lastModifiedBy>86130</cp:lastModifiedBy>
  <cp:revision>848</cp:revision>
  <dcterms:created xsi:type="dcterms:W3CDTF">2012-12-07T08:26:38Z</dcterms:created>
  <dcterms:modified xsi:type="dcterms:W3CDTF">2025-09-30T09:03:52Z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2052-11.1.0.10161</vt:lpwstr>
  </property>
</Properties>
</file>