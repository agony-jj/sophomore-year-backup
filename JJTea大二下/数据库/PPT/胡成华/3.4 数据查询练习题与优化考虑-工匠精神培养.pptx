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16" d="100"/>
          <a:sy n="116" d="100"/>
        </p:scale>
        <p:origin x="-149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E725-4B72-4A03-8D0E-D9EB1F9560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208C-9BDB-4167-AA37-E7F7C8025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E725-4B72-4A03-8D0E-D9EB1F9560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208C-9BDB-4167-AA37-E7F7C8025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E725-4B72-4A03-8D0E-D9EB1F9560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208C-9BDB-4167-AA37-E7F7C8025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E725-4B72-4A03-8D0E-D9EB1F9560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208C-9BDB-4167-AA37-E7F7C8025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E725-4B72-4A03-8D0E-D9EB1F9560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208C-9BDB-4167-AA37-E7F7C8025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E725-4B72-4A03-8D0E-D9EB1F9560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208C-9BDB-4167-AA37-E7F7C8025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E725-4B72-4A03-8D0E-D9EB1F9560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208C-9BDB-4167-AA37-E7F7C8025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E725-4B72-4A03-8D0E-D9EB1F9560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208C-9BDB-4167-AA37-E7F7C8025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E725-4B72-4A03-8D0E-D9EB1F9560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208C-9BDB-4167-AA37-E7F7C8025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E725-4B72-4A03-8D0E-D9EB1F9560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208C-9BDB-4167-AA37-E7F7C8025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E725-4B72-4A03-8D0E-D9EB1F9560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208C-9BDB-4167-AA37-E7F7C8025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1E725-4B72-4A03-8D0E-D9EB1F9560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C208C-9BDB-4167-AA37-E7F7C8025A8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5886" y="908721"/>
            <a:ext cx="162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练习题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53770" y="1628775"/>
            <a:ext cx="65595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student</a:t>
            </a:r>
            <a:r>
              <a:rPr lang="zh-CN" altLang="en-US" dirty="0" smtClean="0"/>
              <a:t>（</a:t>
            </a:r>
            <a:r>
              <a:rPr lang="en-US" altLang="zh-CN" dirty="0" err="1" smtClean="0"/>
              <a:t>sid,sname,sex,hometown,telephone</a:t>
            </a:r>
            <a:r>
              <a:rPr lang="zh-CN" altLang="en-US" dirty="0" smtClean="0"/>
              <a:t>）</a:t>
            </a:r>
            <a:r>
              <a:rPr lang="en-US" altLang="zh-CN" dirty="0" smtClean="0"/>
              <a:t>   </a:t>
            </a:r>
            <a:endParaRPr lang="en-US" altLang="zh-CN" dirty="0" smtClean="0"/>
          </a:p>
          <a:p>
            <a:r>
              <a:rPr lang="en-US" altLang="zh-CN" dirty="0" smtClean="0"/>
              <a:t>course</a:t>
            </a:r>
            <a:r>
              <a:rPr lang="zh-CN" altLang="en-US" dirty="0" smtClean="0"/>
              <a:t>（</a:t>
            </a:r>
            <a:r>
              <a:rPr lang="en-US" altLang="zh-CN" dirty="0" err="1" smtClean="0"/>
              <a:t>cid,cname,credit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score(</a:t>
            </a:r>
            <a:r>
              <a:rPr lang="en-US" altLang="zh-CN" dirty="0" err="1" smtClean="0"/>
              <a:t>sid,cid,grade,semester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53598" y="3284984"/>
            <a:ext cx="5022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1)</a:t>
            </a:r>
            <a:r>
              <a:rPr lang="zh-CN" altLang="en-US" dirty="0" smtClean="0"/>
              <a:t>选出含有不及格课程的学生学号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53598" y="4005064"/>
            <a:ext cx="68047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2)</a:t>
            </a:r>
            <a:r>
              <a:rPr lang="zh-CN" altLang="en-US" dirty="0" smtClean="0"/>
              <a:t>选出含有不及格课程的学生学号，姓名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endParaRPr lang="zh-CN" altLang="en-US" dirty="0" smtClean="0"/>
          </a:p>
          <a:p>
            <a:r>
              <a:rPr lang="en-US" altLang="zh-CN" dirty="0" smtClean="0"/>
              <a:t>3)</a:t>
            </a:r>
            <a:r>
              <a:rPr lang="zh-CN" altLang="en-US" dirty="0" smtClean="0"/>
              <a:t>选出含有不及格课程的学生学号，姓名，课程名称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4)</a:t>
            </a:r>
            <a:r>
              <a:rPr lang="zh-CN" altLang="en-US" dirty="0" smtClean="0"/>
              <a:t>如果成绩大于等于</a:t>
            </a:r>
            <a:r>
              <a:rPr lang="en-US" altLang="zh-CN" dirty="0" smtClean="0"/>
              <a:t>60</a:t>
            </a:r>
            <a:r>
              <a:rPr lang="zh-CN" altLang="en-US" dirty="0" smtClean="0"/>
              <a:t>分视为取得该门学分，要求统计出所有学生各自取得的总学分，给出学号、姓名、取得总学分</a:t>
            </a:r>
            <a:endParaRPr lang="zh-CN" altLang="en-US" dirty="0" smtClean="0"/>
          </a:p>
          <a:p>
            <a:r>
              <a:rPr lang="en-US" altLang="zh-CN" dirty="0" smtClean="0"/>
              <a:t> </a:t>
            </a:r>
            <a:endParaRPr lang="zh-CN" altLang="en-US" dirty="0" smtClean="0"/>
          </a:p>
        </p:txBody>
      </p:sp>
    </p:spTree>
  </p:cSld>
  <p:clrMapOvr>
    <a:masterClrMapping/>
  </p:clrMapOvr>
  <p:transition advTm="9234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5886" y="908721"/>
            <a:ext cx="1620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黑体" panose="02010609060101010101" charset="-122"/>
                <a:ea typeface="黑体" panose="02010609060101010101" charset="-122"/>
              </a:rPr>
              <a:t>讨论题</a:t>
            </a:r>
            <a:endParaRPr lang="zh-CN" altLang="en-US" sz="2400" dirty="0" smtClean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1378" y="1484656"/>
            <a:ext cx="5994666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多表关联查询</a:t>
            </a:r>
            <a:r>
              <a:rPr lang="zh-CN" altLang="en-US" dirty="0" smtClean="0"/>
              <a:t>时，如何查询可以减少运算量？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SQL</a:t>
            </a:r>
            <a:r>
              <a:rPr lang="zh-CN" altLang="en-US" dirty="0" smtClean="0"/>
              <a:t>查询优化如何进行的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如果引入视图，可以优化查询么？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99795" y="4076700"/>
            <a:ext cx="7133590" cy="2000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SQL 查询优化技术，可以提高查询效率并降低成本。查询优化是DBA、数据分析师和应用程序设计人员执行的常规操作，用于</a:t>
            </a:r>
            <a:r>
              <a:rPr lang="zh-CN" altLang="en-US"/>
              <a:t>优化数据库系统的整体性能。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参考</a:t>
            </a:r>
            <a:r>
              <a:rPr lang="zh-CN" altLang="en-US"/>
              <a:t>资料：优化查询的9种方法  https://www.modb.pro/db/530815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SQL</a:t>
            </a:r>
            <a:r>
              <a:rPr lang="zh-CN" altLang="en-US"/>
              <a:t>查询优化的不断尝试和</a:t>
            </a:r>
            <a:r>
              <a:rPr lang="zh-CN" altLang="en-US"/>
              <a:t>实践，利于培养我们精益求精</a:t>
            </a:r>
            <a:r>
              <a:rPr lang="zh-CN" altLang="en-US"/>
              <a:t>的工匠精神！</a:t>
            </a:r>
            <a:endParaRPr lang="zh-CN" altLang="en-US"/>
          </a:p>
        </p:txBody>
      </p:sp>
    </p:spTree>
  </p:cSld>
  <p:clrMapOvr>
    <a:masterClrMapping/>
  </p:clrMapOvr>
  <p:transition advTm="566"/>
</p:sld>
</file>

<file path=ppt/tags/tag1.xml><?xml version="1.0" encoding="utf-8"?>
<p:tagLst xmlns:p="http://schemas.openxmlformats.org/presentationml/2006/main">
  <p:tag name="KSO_WPP_MARK_KEY" val="18d1f346-4741-49e8-aba0-4ad3ff056449"/>
  <p:tag name="COMMONDATA" val="eyJoZGlkIjoiOThhMGNlYjM2NDI3M2Y3ZjdjNmFiMTAwZmE0NDcwMT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WPS 演示</Application>
  <PresentationFormat>全屏显示(4:3)</PresentationFormat>
  <Paragraphs>29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黑体</vt:lpstr>
      <vt:lpstr>Calibri</vt:lpstr>
      <vt:lpstr>微软雅黑</vt:lpstr>
      <vt:lpstr>Arial Unicode MS</vt:lpstr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kahenson</dc:creator>
  <cp:lastModifiedBy>星光闪闪</cp:lastModifiedBy>
  <cp:revision>9</cp:revision>
  <dcterms:created xsi:type="dcterms:W3CDTF">2022-03-17T01:09:00Z</dcterms:created>
  <dcterms:modified xsi:type="dcterms:W3CDTF">2025-03-20T03:56:48Z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36D5B59AE293459B941DDD3E16E98B94</vt:lpwstr>
  </property>
  <property fmtid="{D5CDD505-2E9C-101B-9397-08002B2CF9AE}" pid="3" name="KSOProductBuildVer">
    <vt:lpwstr>2052-12.1.0.16120</vt:lpwstr>
  </property>
</Properties>
</file>