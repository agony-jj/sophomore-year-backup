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0" r:id="rId3"/>
  </p:sldMasterIdLst>
  <p:notesMasterIdLst>
    <p:notesMasterId r:id="rId7"/>
  </p:notesMasterIdLst>
  <p:handoutMasterIdLst>
    <p:handoutMasterId r:id="rId14"/>
  </p:handoutMasterIdLst>
  <p:sldIdLst>
    <p:sldId id="2157" r:id="rId4"/>
    <p:sldId id="2156" r:id="rId5"/>
    <p:sldId id="2158" r:id="rId6"/>
    <p:sldId id="2164" r:id="rId8"/>
    <p:sldId id="2166" r:id="rId9"/>
    <p:sldId id="2163" r:id="rId10"/>
    <p:sldId id="2168" r:id="rId11"/>
    <p:sldId id="2170" r:id="rId12"/>
    <p:sldId id="2171" r:id="rId13"/>
  </p:sldIdLst>
  <p:sldSz cx="12192000" cy="6858000"/>
  <p:notesSz cx="6669405" cy="9928225"/>
  <p:custDataLst>
    <p:tags r:id="rId18"/>
  </p:custDataLst>
  <p:defaultTextStyle>
    <a:defPPr>
      <a:defRPr lang="ko-KR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3" pos="219" userDrawn="1">
          <p15:clr>
            <a:srgbClr val="A4A3A4"/>
          </p15:clr>
        </p15:guide>
        <p15:guide id="4" pos="7461" userDrawn="1">
          <p15:clr>
            <a:srgbClr val="A4A3A4"/>
          </p15:clr>
        </p15:guide>
        <p15:guide id="5" pos="3838" userDrawn="1">
          <p15:clr>
            <a:srgbClr val="A4A3A4"/>
          </p15:clr>
        </p15:guide>
        <p15:guide id="6" pos="13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41D5E5"/>
    <a:srgbClr val="FF9900"/>
    <a:srgbClr val="FFFFCC"/>
    <a:srgbClr val="00FFFF"/>
    <a:srgbClr val="CC3300"/>
    <a:srgbClr val="FF33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029"/>
    <p:restoredTop sz="92803"/>
  </p:normalViewPr>
  <p:slideViewPr>
    <p:cSldViewPr snapToObjects="1" showGuides="1">
      <p:cViewPr varScale="1">
        <p:scale>
          <a:sx n="75" d="100"/>
          <a:sy n="75" d="100"/>
        </p:scale>
        <p:origin x="-432" y="-64"/>
      </p:cViewPr>
      <p:guideLst>
        <p:guide orient="horz" pos="3884"/>
        <p:guide orient="horz" pos="1071"/>
        <p:guide pos="219"/>
        <p:guide pos="7461"/>
        <p:guide pos="3838"/>
        <p:guide pos="13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  <a:defRPr sz="1200"/>
            </a:lvl1pPr>
          </a:lstStyle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  <a:defRPr sz="1200"/>
            </a:lvl1pPr>
          </a:lstStyle>
          <a:p>
            <a:pPr marL="0" marR="0" lvl="0" indent="0" algn="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fld id="{7156A225-0F1B-4591-B63D-84DD088338D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  <a:defRPr sz="1200"/>
            </a:lvl1pPr>
          </a:lstStyle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sz="1300">
                <a:latin typeface="Tahoma" panose="020B0604030504040204" pitchFamily="34" charset="0"/>
                <a:ea typeface="Gulim" pitchFamily="34" charset="-127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r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sz="1300">
                <a:latin typeface="Tahoma" panose="020B0604030504040204" pitchFamily="34" charset="0"/>
                <a:ea typeface="Gulim" pitchFamily="34" charset="-127"/>
              </a:defRPr>
            </a:lvl1pPr>
          </a:lstStyle>
          <a:p>
            <a:pPr marL="0" marR="0" lvl="0" indent="0" algn="r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12292" name="Rectangle 4"/>
          <p:cNvSpPr>
            <a:spLocks noGrp="1"/>
          </p:cNvSpPr>
          <p:nvPr>
            <p:ph type="sldImg" idx="2"/>
          </p:nvPr>
        </p:nvSpPr>
        <p:spPr>
          <a:xfrm>
            <a:off x="33338" y="746125"/>
            <a:ext cx="6610350" cy="3719513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0588" y="4714875"/>
            <a:ext cx="4887913" cy="4467225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마스터 텍스트 스타일을 편집합니다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457200" marR="0" lvl="1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둘째 수준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914400" marR="0" lvl="2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셋째 수준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1371600" marR="0" lvl="3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넷째 수준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1828800" marR="0" lvl="4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다섯째 수준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sz="1300">
                <a:latin typeface="Tahoma" panose="020B0604030504040204" pitchFamily="34" charset="0"/>
                <a:ea typeface="Gulim" pitchFamily="34" charset="-127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31338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p>
            <a:pPr lvl="0" algn="r" defTabSz="946150" eaLnBrk="1" latinLnBrk="1" hangingPunct="1">
              <a:spcBef>
                <a:spcPct val="50000"/>
              </a:spcBef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ea typeface="Gulim" pitchFamily="34" charset="-127"/>
              </a:rPr>
            </a:fld>
            <a:endParaRPr lang="en-US" altLang="zh-CN" sz="1300" dirty="0">
              <a:latin typeface="Tahoma" panose="020B0604030504040204" pitchFamily="34" charset="0"/>
              <a:ea typeface="Gulim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  <a:ln/>
        </p:spPr>
      </p:sp>
      <p:sp>
        <p:nvSpPr>
          <p:cNvPr id="13315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ln/>
        </p:spPr>
        <p:txBody>
          <a:bodyPr wrap="square" lIns="94651" tIns="47326" rIns="94651" bIns="47326" anchor="ctr" anchorCtr="0"/>
          <a:p>
            <a:pPr lvl="0"/>
            <a:r>
              <a:rPr lang="zh-CN" altLang="en-US" dirty="0"/>
              <a:t>计算机又称电脑。任何计算机，不管它是什么类型，都是由程序指令控制机器操作，完成特定工作任务。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  <a:ln/>
        </p:spPr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ln/>
        </p:spPr>
        <p:txBody>
          <a:bodyPr wrap="square" lIns="94651" tIns="47326" rIns="94651" bIns="47326" anchor="ctr" anchorCtr="0"/>
          <a:p>
            <a:pPr lvl="0"/>
            <a:r>
              <a:rPr lang="zh-CN" altLang="en-US" dirty="0"/>
              <a:t>计算机又称电脑。任何计算机，不管它是什么类型，都是由程序指令控制机器操作，完成特定工作任务。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  <a:ln/>
        </p:spPr>
      </p:sp>
      <p:sp>
        <p:nvSpPr>
          <p:cNvPr id="15363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ln/>
        </p:spPr>
        <p:txBody>
          <a:bodyPr wrap="square" lIns="94651" tIns="47326" rIns="94651" bIns="47326" anchor="ctr" anchorCtr="0"/>
          <a:p>
            <a:pPr lvl="0"/>
            <a:r>
              <a:rPr lang="zh-CN" altLang="en-US" dirty="0"/>
              <a:t>计算机又称电脑。任何计算机，不管它是什么类型，都是由程序指令控制机器操作，完成特定工作任务。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  <a:ln/>
        </p:spPr>
      </p:sp>
      <p:sp>
        <p:nvSpPr>
          <p:cNvPr id="16387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ln/>
        </p:spPr>
        <p:txBody>
          <a:bodyPr wrap="square" lIns="94651" tIns="47326" rIns="94651" bIns="47326" anchor="ctr" anchorCtr="0"/>
          <a:p>
            <a:pPr lvl="0"/>
            <a:r>
              <a:rPr lang="zh-CN" altLang="en-US" dirty="0"/>
              <a:t>计算机又称电脑。任何计算机，不管它是什么类型，都是由程序指令控制机器操作，完成特定工作任务。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  <a:ln/>
        </p:spPr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ln/>
        </p:spPr>
        <p:txBody>
          <a:bodyPr wrap="square" lIns="94651" tIns="47326" rIns="94651" bIns="47326" anchor="ctr" anchorCtr="0"/>
          <a:p>
            <a:pPr lvl="0"/>
            <a:r>
              <a:rPr lang="zh-CN" altLang="en-US" dirty="0"/>
              <a:t>计算机又称电脑。任何计算机，不管它是什么类型，都是由程序指令控制机器操作，完成特定工作任务。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921" y="2130426"/>
            <a:ext cx="1036416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761" y="3886200"/>
            <a:ext cx="8534399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553085" indent="0" algn="ctr">
              <a:buNone/>
              <a:defRPr/>
            </a:lvl2pPr>
            <a:lvl3pPr marL="1106170" indent="0" algn="ctr">
              <a:buNone/>
              <a:defRPr/>
            </a:lvl3pPr>
            <a:lvl4pPr marL="1658620" indent="0" algn="ctr">
              <a:buNone/>
              <a:defRPr/>
            </a:lvl4pPr>
            <a:lvl5pPr marL="2211705" indent="0" algn="ctr">
              <a:buNone/>
              <a:defRPr/>
            </a:lvl5pPr>
            <a:lvl6pPr marL="2764790" indent="0" algn="ctr">
              <a:buNone/>
              <a:defRPr/>
            </a:lvl6pPr>
            <a:lvl7pPr marL="3317875" indent="0" algn="ctr">
              <a:buNone/>
              <a:defRPr/>
            </a:lvl7pPr>
            <a:lvl8pPr marL="3870325" indent="0" algn="ctr">
              <a:buNone/>
              <a:defRPr/>
            </a:lvl8pPr>
            <a:lvl9pPr marL="442341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560" y="1600201"/>
            <a:ext cx="1097280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840" y="4406901"/>
            <a:ext cx="10362241" cy="1362075"/>
          </a:xfrm>
          <a:prstGeom prst="rect">
            <a:avLst/>
          </a:prstGeom>
        </p:spPr>
        <p:txBody>
          <a:bodyPr anchor="t"/>
          <a:lstStyle>
            <a:lvl1pPr algn="l">
              <a:defRPr sz="484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840" y="2906713"/>
            <a:ext cx="1036224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20"/>
            </a:lvl1pPr>
            <a:lvl2pPr marL="553085" indent="0">
              <a:buNone/>
              <a:defRPr sz="2175"/>
            </a:lvl2pPr>
            <a:lvl3pPr marL="1106170" indent="0">
              <a:buNone/>
              <a:defRPr sz="1935"/>
            </a:lvl3pPr>
            <a:lvl4pPr marL="1658620" indent="0">
              <a:buNone/>
              <a:defRPr sz="1695"/>
            </a:lvl4pPr>
            <a:lvl5pPr marL="2211705" indent="0">
              <a:buNone/>
              <a:defRPr sz="1695"/>
            </a:lvl5pPr>
            <a:lvl6pPr marL="2764790" indent="0">
              <a:buNone/>
              <a:defRPr sz="1695"/>
            </a:lvl6pPr>
            <a:lvl7pPr marL="3317875" indent="0">
              <a:buNone/>
              <a:defRPr sz="1695"/>
            </a:lvl7pPr>
            <a:lvl8pPr marL="3870325" indent="0">
              <a:buNone/>
              <a:defRPr sz="1695"/>
            </a:lvl8pPr>
            <a:lvl9pPr marL="4423410" indent="0">
              <a:buNone/>
              <a:defRPr sz="16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0560" y="1600201"/>
            <a:ext cx="5393281" cy="4525963"/>
          </a:xfrm>
          <a:prstGeom prst="rect">
            <a:avLst/>
          </a:prstGeom>
        </p:spPr>
        <p:txBody>
          <a:bodyPr/>
          <a:lstStyle>
            <a:lvl1pPr>
              <a:defRPr sz="3385"/>
            </a:lvl1pPr>
            <a:lvl2pPr>
              <a:defRPr sz="2905"/>
            </a:lvl2pPr>
            <a:lvl3pPr>
              <a:defRPr sz="2420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161" y="1600201"/>
            <a:ext cx="5395200" cy="4525963"/>
          </a:xfrm>
          <a:prstGeom prst="rect">
            <a:avLst/>
          </a:prstGeom>
        </p:spPr>
        <p:txBody>
          <a:bodyPr/>
          <a:lstStyle>
            <a:lvl1pPr>
              <a:defRPr sz="3385"/>
            </a:lvl1pPr>
            <a:lvl2pPr>
              <a:defRPr sz="2905"/>
            </a:lvl2pPr>
            <a:lvl3pPr>
              <a:defRPr sz="2420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0560" y="1535113"/>
            <a:ext cx="538560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905" b="1"/>
            </a:lvl1pPr>
            <a:lvl2pPr marL="553085" indent="0">
              <a:buNone/>
              <a:defRPr sz="2420" b="1"/>
            </a:lvl2pPr>
            <a:lvl3pPr marL="1106170" indent="0">
              <a:buNone/>
              <a:defRPr sz="2175" b="1"/>
            </a:lvl3pPr>
            <a:lvl4pPr marL="1658620" indent="0">
              <a:buNone/>
              <a:defRPr sz="1935" b="1"/>
            </a:lvl4pPr>
            <a:lvl5pPr marL="2211705" indent="0">
              <a:buNone/>
              <a:defRPr sz="1935" b="1"/>
            </a:lvl5pPr>
            <a:lvl6pPr marL="2764790" indent="0">
              <a:buNone/>
              <a:defRPr sz="1935" b="1"/>
            </a:lvl6pPr>
            <a:lvl7pPr marL="3317875" indent="0">
              <a:buNone/>
              <a:defRPr sz="1935" b="1"/>
            </a:lvl7pPr>
            <a:lvl8pPr marL="3870325" indent="0">
              <a:buNone/>
              <a:defRPr sz="1935" b="1"/>
            </a:lvl8pPr>
            <a:lvl9pPr marL="4423410" indent="0">
              <a:buNone/>
              <a:defRPr sz="19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0560" y="2174875"/>
            <a:ext cx="5385601" cy="3951288"/>
          </a:xfrm>
          <a:prstGeom prst="rect">
            <a:avLst/>
          </a:prstGeom>
        </p:spPr>
        <p:txBody>
          <a:bodyPr/>
          <a:lstStyle>
            <a:lvl1pPr>
              <a:defRPr sz="2905"/>
            </a:lvl1pPr>
            <a:lvl2pPr>
              <a:defRPr sz="2420"/>
            </a:lvl2pPr>
            <a:lvl3pPr>
              <a:defRPr sz="2175"/>
            </a:lvl3pPr>
            <a:lvl4pPr>
              <a:defRPr sz="1935"/>
            </a:lvl4pPr>
            <a:lvl5pPr>
              <a:defRPr sz="1935"/>
            </a:lvl5pPr>
            <a:lvl6pPr>
              <a:defRPr sz="1935"/>
            </a:lvl6pPr>
            <a:lvl7pPr>
              <a:defRPr sz="1935"/>
            </a:lvl7pPr>
            <a:lvl8pPr>
              <a:defRPr sz="1935"/>
            </a:lvl8pPr>
            <a:lvl9pPr>
              <a:defRPr sz="19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920" y="1535113"/>
            <a:ext cx="538944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905" b="1"/>
            </a:lvl1pPr>
            <a:lvl2pPr marL="553085" indent="0">
              <a:buNone/>
              <a:defRPr sz="2420" b="1"/>
            </a:lvl2pPr>
            <a:lvl3pPr marL="1106170" indent="0">
              <a:buNone/>
              <a:defRPr sz="2175" b="1"/>
            </a:lvl3pPr>
            <a:lvl4pPr marL="1658620" indent="0">
              <a:buNone/>
              <a:defRPr sz="1935" b="1"/>
            </a:lvl4pPr>
            <a:lvl5pPr marL="2211705" indent="0">
              <a:buNone/>
              <a:defRPr sz="1935" b="1"/>
            </a:lvl5pPr>
            <a:lvl6pPr marL="2764790" indent="0">
              <a:buNone/>
              <a:defRPr sz="1935" b="1"/>
            </a:lvl6pPr>
            <a:lvl7pPr marL="3317875" indent="0">
              <a:buNone/>
              <a:defRPr sz="1935" b="1"/>
            </a:lvl7pPr>
            <a:lvl8pPr marL="3870325" indent="0">
              <a:buNone/>
              <a:defRPr sz="1935" b="1"/>
            </a:lvl8pPr>
            <a:lvl9pPr marL="4423410" indent="0">
              <a:buNone/>
              <a:defRPr sz="19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920" y="2174875"/>
            <a:ext cx="5389441" cy="3951288"/>
          </a:xfrm>
          <a:prstGeom prst="rect">
            <a:avLst/>
          </a:prstGeom>
        </p:spPr>
        <p:txBody>
          <a:bodyPr/>
          <a:lstStyle>
            <a:lvl1pPr>
              <a:defRPr sz="2905"/>
            </a:lvl1pPr>
            <a:lvl2pPr>
              <a:defRPr sz="2420"/>
            </a:lvl2pPr>
            <a:lvl3pPr>
              <a:defRPr sz="2175"/>
            </a:lvl3pPr>
            <a:lvl4pPr>
              <a:defRPr sz="1935"/>
            </a:lvl4pPr>
            <a:lvl5pPr>
              <a:defRPr sz="1935"/>
            </a:lvl5pPr>
            <a:lvl6pPr>
              <a:defRPr sz="1935"/>
            </a:lvl6pPr>
            <a:lvl7pPr>
              <a:defRPr sz="1935"/>
            </a:lvl7pPr>
            <a:lvl8pPr>
              <a:defRPr sz="1935"/>
            </a:lvl8pPr>
            <a:lvl9pPr>
              <a:defRPr sz="19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3050"/>
            <a:ext cx="4010881" cy="1162050"/>
          </a:xfrm>
          <a:prstGeom prst="rect">
            <a:avLst/>
          </a:prstGeom>
        </p:spPr>
        <p:txBody>
          <a:bodyPr anchor="b"/>
          <a:lstStyle>
            <a:lvl1pPr algn="l">
              <a:defRPr sz="242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361" y="273051"/>
            <a:ext cx="6816000" cy="5853113"/>
          </a:xfrm>
          <a:prstGeom prst="rect">
            <a:avLst/>
          </a:prstGeom>
        </p:spPr>
        <p:txBody>
          <a:bodyPr/>
          <a:lstStyle>
            <a:lvl1pPr>
              <a:defRPr sz="3870"/>
            </a:lvl1pPr>
            <a:lvl2pPr>
              <a:defRPr sz="3385"/>
            </a:lvl2pPr>
            <a:lvl3pPr>
              <a:defRPr sz="2905"/>
            </a:lvl3pPr>
            <a:lvl4pPr>
              <a:defRPr sz="2420"/>
            </a:lvl4pPr>
            <a:lvl5pPr>
              <a:defRPr sz="2420"/>
            </a:lvl5pPr>
            <a:lvl6pPr>
              <a:defRPr sz="2420"/>
            </a:lvl6pPr>
            <a:lvl7pPr>
              <a:defRPr sz="2420"/>
            </a:lvl7pPr>
            <a:lvl8pPr>
              <a:defRPr sz="2420"/>
            </a:lvl8pPr>
            <a:lvl9pPr>
              <a:defRPr sz="24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0560" y="1435101"/>
            <a:ext cx="4010881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5"/>
            </a:lvl1pPr>
            <a:lvl2pPr marL="553085" indent="0">
              <a:buNone/>
              <a:defRPr sz="1450"/>
            </a:lvl2pPr>
            <a:lvl3pPr marL="1106170" indent="0">
              <a:buNone/>
              <a:defRPr sz="1210"/>
            </a:lvl3pPr>
            <a:lvl4pPr marL="1658620" indent="0">
              <a:buNone/>
              <a:defRPr sz="1090"/>
            </a:lvl4pPr>
            <a:lvl5pPr marL="2211705" indent="0">
              <a:buNone/>
              <a:defRPr sz="1090"/>
            </a:lvl5pPr>
            <a:lvl6pPr marL="2764790" indent="0">
              <a:buNone/>
              <a:defRPr sz="1090"/>
            </a:lvl6pPr>
            <a:lvl7pPr marL="3317875" indent="0">
              <a:buNone/>
              <a:defRPr sz="1090"/>
            </a:lvl7pPr>
            <a:lvl8pPr marL="3870325" indent="0">
              <a:buNone/>
              <a:defRPr sz="1090"/>
            </a:lvl8pPr>
            <a:lvl9pPr marL="4423410" indent="0">
              <a:buNone/>
              <a:defRPr sz="10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401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42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401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70"/>
            </a:lvl1pPr>
            <a:lvl2pPr marL="553085" indent="0">
              <a:buNone/>
              <a:defRPr sz="3385"/>
            </a:lvl2pPr>
            <a:lvl3pPr marL="1106170" indent="0">
              <a:buNone/>
              <a:defRPr sz="2905"/>
            </a:lvl3pPr>
            <a:lvl4pPr marL="1658620" indent="0">
              <a:buNone/>
              <a:defRPr sz="2420"/>
            </a:lvl4pPr>
            <a:lvl5pPr marL="2211705" indent="0">
              <a:buNone/>
              <a:defRPr sz="2420"/>
            </a:lvl5pPr>
            <a:lvl6pPr marL="2764790" indent="0">
              <a:buNone/>
              <a:defRPr sz="2420"/>
            </a:lvl6pPr>
            <a:lvl7pPr marL="3317875" indent="0">
              <a:buNone/>
              <a:defRPr sz="2420"/>
            </a:lvl7pPr>
            <a:lvl8pPr marL="3870325" indent="0">
              <a:buNone/>
              <a:defRPr sz="2420"/>
            </a:lvl8pPr>
            <a:lvl9pPr marL="4423410" indent="0">
              <a:buNone/>
              <a:defRPr sz="242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87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401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5"/>
            </a:lvl1pPr>
            <a:lvl2pPr marL="553085" indent="0">
              <a:buNone/>
              <a:defRPr sz="1450"/>
            </a:lvl2pPr>
            <a:lvl3pPr marL="1106170" indent="0">
              <a:buNone/>
              <a:defRPr sz="1210"/>
            </a:lvl3pPr>
            <a:lvl4pPr marL="1658620" indent="0">
              <a:buNone/>
              <a:defRPr sz="1090"/>
            </a:lvl4pPr>
            <a:lvl5pPr marL="2211705" indent="0">
              <a:buNone/>
              <a:defRPr sz="1090"/>
            </a:lvl5pPr>
            <a:lvl6pPr marL="2764790" indent="0">
              <a:buNone/>
              <a:defRPr sz="1090"/>
            </a:lvl6pPr>
            <a:lvl7pPr marL="3317875" indent="0">
              <a:buNone/>
              <a:defRPr sz="1090"/>
            </a:lvl7pPr>
            <a:lvl8pPr marL="3870325" indent="0">
              <a:buNone/>
              <a:defRPr sz="1090"/>
            </a:lvl8pPr>
            <a:lvl9pPr marL="4423410" indent="0">
              <a:buNone/>
              <a:defRPr sz="10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0" y="1600201"/>
            <a:ext cx="1097280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1601" y="274639"/>
            <a:ext cx="274176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0" y="274639"/>
            <a:ext cx="8046721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921" y="2130426"/>
            <a:ext cx="1036416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761" y="3886200"/>
            <a:ext cx="8534399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553085" indent="0" algn="ctr">
              <a:buNone/>
              <a:defRPr/>
            </a:lvl2pPr>
            <a:lvl3pPr marL="1106170" indent="0" algn="ctr">
              <a:buNone/>
              <a:defRPr/>
            </a:lvl3pPr>
            <a:lvl4pPr marL="1658620" indent="0" algn="ctr">
              <a:buNone/>
              <a:defRPr/>
            </a:lvl4pPr>
            <a:lvl5pPr marL="2211705" indent="0" algn="ctr">
              <a:buNone/>
              <a:defRPr/>
            </a:lvl5pPr>
            <a:lvl6pPr marL="2764790" indent="0" algn="ctr">
              <a:buNone/>
              <a:defRPr/>
            </a:lvl6pPr>
            <a:lvl7pPr marL="3317875" indent="0" algn="ctr">
              <a:buNone/>
              <a:defRPr/>
            </a:lvl7pPr>
            <a:lvl8pPr marL="3870325" indent="0" algn="ctr">
              <a:buNone/>
              <a:defRPr/>
            </a:lvl8pPr>
            <a:lvl9pPr marL="442341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560" y="1600201"/>
            <a:ext cx="1097280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840" y="4406901"/>
            <a:ext cx="10362241" cy="1362075"/>
          </a:xfrm>
          <a:prstGeom prst="rect">
            <a:avLst/>
          </a:prstGeom>
        </p:spPr>
        <p:txBody>
          <a:bodyPr anchor="t"/>
          <a:lstStyle>
            <a:lvl1pPr algn="l">
              <a:defRPr sz="484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840" y="2906713"/>
            <a:ext cx="1036224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20"/>
            </a:lvl1pPr>
            <a:lvl2pPr marL="553085" indent="0">
              <a:buNone/>
              <a:defRPr sz="2175"/>
            </a:lvl2pPr>
            <a:lvl3pPr marL="1106170" indent="0">
              <a:buNone/>
              <a:defRPr sz="1935"/>
            </a:lvl3pPr>
            <a:lvl4pPr marL="1658620" indent="0">
              <a:buNone/>
              <a:defRPr sz="1695"/>
            </a:lvl4pPr>
            <a:lvl5pPr marL="2211705" indent="0">
              <a:buNone/>
              <a:defRPr sz="1695"/>
            </a:lvl5pPr>
            <a:lvl6pPr marL="2764790" indent="0">
              <a:buNone/>
              <a:defRPr sz="1695"/>
            </a:lvl6pPr>
            <a:lvl7pPr marL="3317875" indent="0">
              <a:buNone/>
              <a:defRPr sz="1695"/>
            </a:lvl7pPr>
            <a:lvl8pPr marL="3870325" indent="0">
              <a:buNone/>
              <a:defRPr sz="1695"/>
            </a:lvl8pPr>
            <a:lvl9pPr marL="4423410" indent="0">
              <a:buNone/>
              <a:defRPr sz="16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0560" y="1600201"/>
            <a:ext cx="5393281" cy="4525963"/>
          </a:xfrm>
          <a:prstGeom prst="rect">
            <a:avLst/>
          </a:prstGeom>
        </p:spPr>
        <p:txBody>
          <a:bodyPr/>
          <a:lstStyle>
            <a:lvl1pPr>
              <a:defRPr sz="3385"/>
            </a:lvl1pPr>
            <a:lvl2pPr>
              <a:defRPr sz="2905"/>
            </a:lvl2pPr>
            <a:lvl3pPr>
              <a:defRPr sz="2420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161" y="1600201"/>
            <a:ext cx="5395200" cy="4525963"/>
          </a:xfrm>
          <a:prstGeom prst="rect">
            <a:avLst/>
          </a:prstGeom>
        </p:spPr>
        <p:txBody>
          <a:bodyPr/>
          <a:lstStyle>
            <a:lvl1pPr>
              <a:defRPr sz="3385"/>
            </a:lvl1pPr>
            <a:lvl2pPr>
              <a:defRPr sz="2905"/>
            </a:lvl2pPr>
            <a:lvl3pPr>
              <a:defRPr sz="2420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0560" y="1535113"/>
            <a:ext cx="538560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905" b="1"/>
            </a:lvl1pPr>
            <a:lvl2pPr marL="553085" indent="0">
              <a:buNone/>
              <a:defRPr sz="2420" b="1"/>
            </a:lvl2pPr>
            <a:lvl3pPr marL="1106170" indent="0">
              <a:buNone/>
              <a:defRPr sz="2175" b="1"/>
            </a:lvl3pPr>
            <a:lvl4pPr marL="1658620" indent="0">
              <a:buNone/>
              <a:defRPr sz="1935" b="1"/>
            </a:lvl4pPr>
            <a:lvl5pPr marL="2211705" indent="0">
              <a:buNone/>
              <a:defRPr sz="1935" b="1"/>
            </a:lvl5pPr>
            <a:lvl6pPr marL="2764790" indent="0">
              <a:buNone/>
              <a:defRPr sz="1935" b="1"/>
            </a:lvl6pPr>
            <a:lvl7pPr marL="3317875" indent="0">
              <a:buNone/>
              <a:defRPr sz="1935" b="1"/>
            </a:lvl7pPr>
            <a:lvl8pPr marL="3870325" indent="0">
              <a:buNone/>
              <a:defRPr sz="1935" b="1"/>
            </a:lvl8pPr>
            <a:lvl9pPr marL="4423410" indent="0">
              <a:buNone/>
              <a:defRPr sz="19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0560" y="2174875"/>
            <a:ext cx="5385601" cy="3951288"/>
          </a:xfrm>
          <a:prstGeom prst="rect">
            <a:avLst/>
          </a:prstGeom>
        </p:spPr>
        <p:txBody>
          <a:bodyPr/>
          <a:lstStyle>
            <a:lvl1pPr>
              <a:defRPr sz="2905"/>
            </a:lvl1pPr>
            <a:lvl2pPr>
              <a:defRPr sz="2420"/>
            </a:lvl2pPr>
            <a:lvl3pPr>
              <a:defRPr sz="2175"/>
            </a:lvl3pPr>
            <a:lvl4pPr>
              <a:defRPr sz="1935"/>
            </a:lvl4pPr>
            <a:lvl5pPr>
              <a:defRPr sz="1935"/>
            </a:lvl5pPr>
            <a:lvl6pPr>
              <a:defRPr sz="1935"/>
            </a:lvl6pPr>
            <a:lvl7pPr>
              <a:defRPr sz="1935"/>
            </a:lvl7pPr>
            <a:lvl8pPr>
              <a:defRPr sz="1935"/>
            </a:lvl8pPr>
            <a:lvl9pPr>
              <a:defRPr sz="19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920" y="1535113"/>
            <a:ext cx="538944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905" b="1"/>
            </a:lvl1pPr>
            <a:lvl2pPr marL="553085" indent="0">
              <a:buNone/>
              <a:defRPr sz="2420" b="1"/>
            </a:lvl2pPr>
            <a:lvl3pPr marL="1106170" indent="0">
              <a:buNone/>
              <a:defRPr sz="2175" b="1"/>
            </a:lvl3pPr>
            <a:lvl4pPr marL="1658620" indent="0">
              <a:buNone/>
              <a:defRPr sz="1935" b="1"/>
            </a:lvl4pPr>
            <a:lvl5pPr marL="2211705" indent="0">
              <a:buNone/>
              <a:defRPr sz="1935" b="1"/>
            </a:lvl5pPr>
            <a:lvl6pPr marL="2764790" indent="0">
              <a:buNone/>
              <a:defRPr sz="1935" b="1"/>
            </a:lvl6pPr>
            <a:lvl7pPr marL="3317875" indent="0">
              <a:buNone/>
              <a:defRPr sz="1935" b="1"/>
            </a:lvl7pPr>
            <a:lvl8pPr marL="3870325" indent="0">
              <a:buNone/>
              <a:defRPr sz="1935" b="1"/>
            </a:lvl8pPr>
            <a:lvl9pPr marL="4423410" indent="0">
              <a:buNone/>
              <a:defRPr sz="19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920" y="2174875"/>
            <a:ext cx="5389441" cy="3951288"/>
          </a:xfrm>
          <a:prstGeom prst="rect">
            <a:avLst/>
          </a:prstGeom>
        </p:spPr>
        <p:txBody>
          <a:bodyPr/>
          <a:lstStyle>
            <a:lvl1pPr>
              <a:defRPr sz="2905"/>
            </a:lvl1pPr>
            <a:lvl2pPr>
              <a:defRPr sz="2420"/>
            </a:lvl2pPr>
            <a:lvl3pPr>
              <a:defRPr sz="2175"/>
            </a:lvl3pPr>
            <a:lvl4pPr>
              <a:defRPr sz="1935"/>
            </a:lvl4pPr>
            <a:lvl5pPr>
              <a:defRPr sz="1935"/>
            </a:lvl5pPr>
            <a:lvl6pPr>
              <a:defRPr sz="1935"/>
            </a:lvl6pPr>
            <a:lvl7pPr>
              <a:defRPr sz="1935"/>
            </a:lvl7pPr>
            <a:lvl8pPr>
              <a:defRPr sz="1935"/>
            </a:lvl8pPr>
            <a:lvl9pPr>
              <a:defRPr sz="19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3050"/>
            <a:ext cx="4010881" cy="1162050"/>
          </a:xfrm>
          <a:prstGeom prst="rect">
            <a:avLst/>
          </a:prstGeom>
        </p:spPr>
        <p:txBody>
          <a:bodyPr anchor="b"/>
          <a:lstStyle>
            <a:lvl1pPr algn="l">
              <a:defRPr sz="242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361" y="273051"/>
            <a:ext cx="6816000" cy="5853113"/>
          </a:xfrm>
          <a:prstGeom prst="rect">
            <a:avLst/>
          </a:prstGeom>
        </p:spPr>
        <p:txBody>
          <a:bodyPr/>
          <a:lstStyle>
            <a:lvl1pPr>
              <a:defRPr sz="3870"/>
            </a:lvl1pPr>
            <a:lvl2pPr>
              <a:defRPr sz="3385"/>
            </a:lvl2pPr>
            <a:lvl3pPr>
              <a:defRPr sz="2905"/>
            </a:lvl3pPr>
            <a:lvl4pPr>
              <a:defRPr sz="2420"/>
            </a:lvl4pPr>
            <a:lvl5pPr>
              <a:defRPr sz="2420"/>
            </a:lvl5pPr>
            <a:lvl6pPr>
              <a:defRPr sz="2420"/>
            </a:lvl6pPr>
            <a:lvl7pPr>
              <a:defRPr sz="2420"/>
            </a:lvl7pPr>
            <a:lvl8pPr>
              <a:defRPr sz="2420"/>
            </a:lvl8pPr>
            <a:lvl9pPr>
              <a:defRPr sz="24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0560" y="1435101"/>
            <a:ext cx="4010881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5"/>
            </a:lvl1pPr>
            <a:lvl2pPr marL="553085" indent="0">
              <a:buNone/>
              <a:defRPr sz="1450"/>
            </a:lvl2pPr>
            <a:lvl3pPr marL="1106170" indent="0">
              <a:buNone/>
              <a:defRPr sz="1210"/>
            </a:lvl3pPr>
            <a:lvl4pPr marL="1658620" indent="0">
              <a:buNone/>
              <a:defRPr sz="1090"/>
            </a:lvl4pPr>
            <a:lvl5pPr marL="2211705" indent="0">
              <a:buNone/>
              <a:defRPr sz="1090"/>
            </a:lvl5pPr>
            <a:lvl6pPr marL="2764790" indent="0">
              <a:buNone/>
              <a:defRPr sz="1090"/>
            </a:lvl6pPr>
            <a:lvl7pPr marL="3317875" indent="0">
              <a:buNone/>
              <a:defRPr sz="1090"/>
            </a:lvl7pPr>
            <a:lvl8pPr marL="3870325" indent="0">
              <a:buNone/>
              <a:defRPr sz="1090"/>
            </a:lvl8pPr>
            <a:lvl9pPr marL="4423410" indent="0">
              <a:buNone/>
              <a:defRPr sz="10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401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42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401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70"/>
            </a:lvl1pPr>
            <a:lvl2pPr marL="553085" indent="0">
              <a:buNone/>
              <a:defRPr sz="3385"/>
            </a:lvl2pPr>
            <a:lvl3pPr marL="1106170" indent="0">
              <a:buNone/>
              <a:defRPr sz="2905"/>
            </a:lvl3pPr>
            <a:lvl4pPr marL="1658620" indent="0">
              <a:buNone/>
              <a:defRPr sz="2420"/>
            </a:lvl4pPr>
            <a:lvl5pPr marL="2211705" indent="0">
              <a:buNone/>
              <a:defRPr sz="2420"/>
            </a:lvl5pPr>
            <a:lvl6pPr marL="2764790" indent="0">
              <a:buNone/>
              <a:defRPr sz="2420"/>
            </a:lvl6pPr>
            <a:lvl7pPr marL="3317875" indent="0">
              <a:buNone/>
              <a:defRPr sz="2420"/>
            </a:lvl7pPr>
            <a:lvl8pPr marL="3870325" indent="0">
              <a:buNone/>
              <a:defRPr sz="2420"/>
            </a:lvl8pPr>
            <a:lvl9pPr marL="4423410" indent="0">
              <a:buNone/>
              <a:defRPr sz="242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87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401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5"/>
            </a:lvl1pPr>
            <a:lvl2pPr marL="553085" indent="0">
              <a:buNone/>
              <a:defRPr sz="1450"/>
            </a:lvl2pPr>
            <a:lvl3pPr marL="1106170" indent="0">
              <a:buNone/>
              <a:defRPr sz="1210"/>
            </a:lvl3pPr>
            <a:lvl4pPr marL="1658620" indent="0">
              <a:buNone/>
              <a:defRPr sz="1090"/>
            </a:lvl4pPr>
            <a:lvl5pPr marL="2211705" indent="0">
              <a:buNone/>
              <a:defRPr sz="1090"/>
            </a:lvl5pPr>
            <a:lvl6pPr marL="2764790" indent="0">
              <a:buNone/>
              <a:defRPr sz="1090"/>
            </a:lvl6pPr>
            <a:lvl7pPr marL="3317875" indent="0">
              <a:buNone/>
              <a:defRPr sz="1090"/>
            </a:lvl7pPr>
            <a:lvl8pPr marL="3870325" indent="0">
              <a:buNone/>
              <a:defRPr sz="1090"/>
            </a:lvl8pPr>
            <a:lvl9pPr marL="4423410" indent="0">
              <a:buNone/>
              <a:defRPr sz="10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0" y="1600201"/>
            <a:ext cx="1097280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1601" y="274639"/>
            <a:ext cx="274176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0" y="274639"/>
            <a:ext cx="8046721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3.jpe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11750675" y="6619875"/>
            <a:ext cx="347663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55681" rIns="0" bIns="55681" anchor="ctr"/>
          <a:p>
            <a:pPr lvl="0" algn="ctr">
              <a:lnSpc>
                <a:spcPct val="130000"/>
              </a:lnSpc>
            </a:pPr>
            <a:fld id="{9A0DB2DC-4C9A-4742-B13C-FB6460FD3503}" type="slidenum">
              <a:rPr lang="en-GB" altLang="en-US" sz="1000" i="1" dirty="0">
                <a:solidFill>
                  <a:srgbClr val="000066"/>
                </a:solidFill>
                <a:latin typeface="Tahoma" panose="020B0604030504040204" pitchFamily="34" charset="0"/>
                <a:ea typeface="Gulim" pitchFamily="34" charset="-127"/>
              </a:rPr>
            </a:fld>
            <a:r>
              <a:rPr lang="en-GB" altLang="en-US" sz="1000" i="1" dirty="0">
                <a:solidFill>
                  <a:srgbClr val="000066"/>
                </a:solidFill>
                <a:latin typeface="Tahoma" panose="020B0604030504040204" pitchFamily="34" charset="0"/>
                <a:ea typeface="Gulim" pitchFamily="34" charset="-127"/>
              </a:rPr>
              <a:t> </a:t>
            </a:r>
            <a:endParaRPr lang="ko-KR" altLang="en-US" sz="1000" i="1" dirty="0">
              <a:solidFill>
                <a:srgbClr val="000066"/>
              </a:solidFill>
              <a:latin typeface="Tahoma" panose="020B0604030504040204" pitchFamily="34" charset="0"/>
              <a:ea typeface="Gulim" pitchFamily="34" charset="-127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0099675" y="46038"/>
            <a:ext cx="2171700" cy="33020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93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数据库原理及应用</a:t>
            </a:r>
            <a:endParaRPr kumimoji="0" lang="zh-CN" altLang="en-US" sz="1935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8" name="Picture 2" descr="subbar"/>
          <p:cNvPicPr>
            <a:picLocks noChangeAspect="1"/>
          </p:cNvPicPr>
          <p:nvPr userDrawn="1"/>
        </p:nvPicPr>
        <p:blipFill>
          <a:blip r:embed="rId12"/>
          <a:srcRect l="189" r="267"/>
          <a:stretch>
            <a:fillRect/>
          </a:stretch>
        </p:blipFill>
        <p:spPr>
          <a:xfrm>
            <a:off x="0" y="-7937"/>
            <a:ext cx="12192000" cy="339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9955371" y="44450"/>
            <a:ext cx="2214245" cy="300355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69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电子科技大学</a:t>
            </a:r>
            <a:r>
              <a:rPr kumimoji="0" lang="en-US" altLang="zh-CN" sz="169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-</a:t>
            </a:r>
            <a:r>
              <a:rPr kumimoji="0" lang="zh-CN" altLang="en-US" sz="169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胡成华</a:t>
            </a:r>
            <a:endParaRPr kumimoji="0" lang="zh-CN" altLang="en-US" sz="1695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0" y="31750"/>
            <a:ext cx="2395538" cy="300038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69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数据库系统原理与开发</a:t>
            </a:r>
            <a:endParaRPr kumimoji="0" lang="zh-CN" altLang="en-US" sz="1695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+mj-lt"/>
          <a:ea typeface="Malgun Gothic" panose="020B0503020000020004" pitchFamily="34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5pPr>
      <a:lvl6pPr marL="553085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1106170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658620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2211705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541655" indent="-5416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600">
          <a:solidFill>
            <a:schemeClr val="tx1"/>
          </a:solidFill>
          <a:latin typeface="+mn-lt"/>
          <a:ea typeface="Malgun Gothic" panose="020B0503020000020004" pitchFamily="34" charset="-127"/>
          <a:cs typeface="+mn-cs"/>
        </a:defRPr>
      </a:lvl1pPr>
      <a:lvl2pPr marL="1075055" indent="-53213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3100">
          <a:solidFill>
            <a:schemeClr val="tx1"/>
          </a:solidFill>
          <a:latin typeface="+mn-lt"/>
          <a:ea typeface="Malgun Gothic" panose="020B0503020000020004" pitchFamily="34" charset="-127"/>
        </a:defRPr>
      </a:lvl2pPr>
      <a:lvl3pPr marL="1564005" indent="-4876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Malgun Gothic" panose="020B0503020000020004" pitchFamily="34" charset="-127"/>
        </a:defRPr>
      </a:lvl3pPr>
      <a:lvl4pPr marL="2032000" indent="-465455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Malgun Gothic" panose="020B0503020000020004" pitchFamily="34" charset="-127"/>
        </a:defRPr>
      </a:lvl4pPr>
      <a:lvl5pPr marL="250380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Malgun Gothic" panose="020B0503020000020004" pitchFamily="34" charset="-127"/>
        </a:defRPr>
      </a:lvl5pPr>
      <a:lvl6pPr marL="305625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6pPr>
      <a:lvl7pPr marL="3609340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7pPr>
      <a:lvl8pPr marL="416242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8pPr>
      <a:lvl9pPr marL="4715510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1pPr>
      <a:lvl2pPr marL="55308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2pPr>
      <a:lvl3pPr marL="110617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3pPr>
      <a:lvl4pPr marL="165862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4pPr>
      <a:lvl5pPr marL="221170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5pPr>
      <a:lvl6pPr marL="276479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6pPr>
      <a:lvl7pPr marL="331787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7pPr>
      <a:lvl8pPr marL="387032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8pPr>
      <a:lvl9pPr marL="442341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122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4343400"/>
            <a:ext cx="12192000" cy="2528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121" descr="Untitled-5 copy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26892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2" name="Group 4"/>
          <p:cNvGrpSpPr/>
          <p:nvPr userDrawn="1"/>
        </p:nvGrpSpPr>
        <p:grpSpPr>
          <a:xfrm>
            <a:off x="4244975" y="1300163"/>
            <a:ext cx="6967538" cy="912812"/>
            <a:chOff x="0" y="0"/>
            <a:chExt cx="3629" cy="575"/>
          </a:xfrm>
        </p:grpSpPr>
        <p:sp>
          <p:nvSpPr>
            <p:cNvPr id="2054" name="Oval 10"/>
            <p:cNvSpPr>
              <a:spLocks noChangeArrowheads="1"/>
            </p:cNvSpPr>
            <p:nvPr/>
          </p:nvSpPr>
          <p:spPr bwMode="auto">
            <a:xfrm>
              <a:off x="0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5" name="Oval 11"/>
            <p:cNvSpPr>
              <a:spLocks noChangeArrowheads="1"/>
            </p:cNvSpPr>
            <p:nvPr/>
          </p:nvSpPr>
          <p:spPr bwMode="auto">
            <a:xfrm>
              <a:off x="117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6" name="Oval 12"/>
            <p:cNvSpPr>
              <a:spLocks noChangeArrowheads="1"/>
            </p:cNvSpPr>
            <p:nvPr/>
          </p:nvSpPr>
          <p:spPr bwMode="auto">
            <a:xfrm>
              <a:off x="234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7" name="Oval 13"/>
            <p:cNvSpPr>
              <a:spLocks noChangeArrowheads="1"/>
            </p:cNvSpPr>
            <p:nvPr/>
          </p:nvSpPr>
          <p:spPr bwMode="auto">
            <a:xfrm>
              <a:off x="351" y="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8" name="Oval 14"/>
            <p:cNvSpPr>
              <a:spLocks noChangeArrowheads="1"/>
            </p:cNvSpPr>
            <p:nvPr/>
          </p:nvSpPr>
          <p:spPr bwMode="auto">
            <a:xfrm>
              <a:off x="467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9" name="Oval 15"/>
            <p:cNvSpPr>
              <a:spLocks noChangeArrowheads="1"/>
            </p:cNvSpPr>
            <p:nvPr/>
          </p:nvSpPr>
          <p:spPr bwMode="auto">
            <a:xfrm>
              <a:off x="584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0" name="Oval 16"/>
            <p:cNvSpPr>
              <a:spLocks noChangeArrowheads="1"/>
            </p:cNvSpPr>
            <p:nvPr/>
          </p:nvSpPr>
          <p:spPr bwMode="auto">
            <a:xfrm>
              <a:off x="709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1" name="Oval 17"/>
            <p:cNvSpPr>
              <a:spLocks noChangeArrowheads="1"/>
            </p:cNvSpPr>
            <p:nvPr/>
          </p:nvSpPr>
          <p:spPr bwMode="auto">
            <a:xfrm>
              <a:off x="826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2" name="Oval 18"/>
            <p:cNvSpPr>
              <a:spLocks noChangeArrowheads="1"/>
            </p:cNvSpPr>
            <p:nvPr/>
          </p:nvSpPr>
          <p:spPr bwMode="auto">
            <a:xfrm>
              <a:off x="943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3" name="Oval 19"/>
            <p:cNvSpPr>
              <a:spLocks noChangeArrowheads="1"/>
            </p:cNvSpPr>
            <p:nvPr/>
          </p:nvSpPr>
          <p:spPr bwMode="auto">
            <a:xfrm>
              <a:off x="1059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4" name="Oval 20"/>
            <p:cNvSpPr>
              <a:spLocks noChangeArrowheads="1"/>
            </p:cNvSpPr>
            <p:nvPr/>
          </p:nvSpPr>
          <p:spPr bwMode="auto">
            <a:xfrm>
              <a:off x="1176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5" name="Oval 21"/>
            <p:cNvSpPr>
              <a:spLocks noChangeArrowheads="1"/>
            </p:cNvSpPr>
            <p:nvPr/>
          </p:nvSpPr>
          <p:spPr bwMode="auto">
            <a:xfrm>
              <a:off x="1293" y="0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6" name="Oval 22"/>
            <p:cNvSpPr>
              <a:spLocks noChangeArrowheads="1"/>
            </p:cNvSpPr>
            <p:nvPr/>
          </p:nvSpPr>
          <p:spPr bwMode="auto">
            <a:xfrm>
              <a:off x="1418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7" name="Oval 23"/>
            <p:cNvSpPr>
              <a:spLocks noChangeArrowheads="1"/>
            </p:cNvSpPr>
            <p:nvPr/>
          </p:nvSpPr>
          <p:spPr bwMode="auto">
            <a:xfrm>
              <a:off x="1534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8" name="Oval 24"/>
            <p:cNvSpPr>
              <a:spLocks noChangeArrowheads="1"/>
            </p:cNvSpPr>
            <p:nvPr/>
          </p:nvSpPr>
          <p:spPr bwMode="auto">
            <a:xfrm>
              <a:off x="1651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9" name="Oval 25"/>
            <p:cNvSpPr>
              <a:spLocks noChangeArrowheads="1"/>
            </p:cNvSpPr>
            <p:nvPr/>
          </p:nvSpPr>
          <p:spPr bwMode="auto">
            <a:xfrm>
              <a:off x="1768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0" name="Oval 26"/>
            <p:cNvSpPr>
              <a:spLocks noChangeArrowheads="1"/>
            </p:cNvSpPr>
            <p:nvPr/>
          </p:nvSpPr>
          <p:spPr bwMode="auto">
            <a:xfrm>
              <a:off x="1885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1" name="Oval 27"/>
            <p:cNvSpPr>
              <a:spLocks noChangeArrowheads="1"/>
            </p:cNvSpPr>
            <p:nvPr/>
          </p:nvSpPr>
          <p:spPr bwMode="auto">
            <a:xfrm>
              <a:off x="2002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2" name="Oval 28"/>
            <p:cNvSpPr>
              <a:spLocks noChangeArrowheads="1"/>
            </p:cNvSpPr>
            <p:nvPr/>
          </p:nvSpPr>
          <p:spPr bwMode="auto">
            <a:xfrm>
              <a:off x="2126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3" name="Oval 29"/>
            <p:cNvSpPr>
              <a:spLocks noChangeArrowheads="1"/>
            </p:cNvSpPr>
            <p:nvPr/>
          </p:nvSpPr>
          <p:spPr bwMode="auto">
            <a:xfrm>
              <a:off x="2243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4" name="Oval 30"/>
            <p:cNvSpPr>
              <a:spLocks noChangeArrowheads="1"/>
            </p:cNvSpPr>
            <p:nvPr/>
          </p:nvSpPr>
          <p:spPr bwMode="auto">
            <a:xfrm>
              <a:off x="2360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5" name="Oval 31"/>
            <p:cNvSpPr>
              <a:spLocks noChangeArrowheads="1"/>
            </p:cNvSpPr>
            <p:nvPr/>
          </p:nvSpPr>
          <p:spPr bwMode="auto">
            <a:xfrm>
              <a:off x="2477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6" name="Oval 32"/>
            <p:cNvSpPr>
              <a:spLocks noChangeArrowheads="1"/>
            </p:cNvSpPr>
            <p:nvPr/>
          </p:nvSpPr>
          <p:spPr bwMode="auto">
            <a:xfrm>
              <a:off x="2594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7" name="Oval 33"/>
            <p:cNvSpPr>
              <a:spLocks noChangeArrowheads="1"/>
            </p:cNvSpPr>
            <p:nvPr/>
          </p:nvSpPr>
          <p:spPr bwMode="auto">
            <a:xfrm>
              <a:off x="2711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8" name="Oval 34"/>
            <p:cNvSpPr>
              <a:spLocks noChangeArrowheads="1"/>
            </p:cNvSpPr>
            <p:nvPr/>
          </p:nvSpPr>
          <p:spPr bwMode="auto">
            <a:xfrm>
              <a:off x="2835" y="7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9" name="Oval 35"/>
            <p:cNvSpPr>
              <a:spLocks noChangeArrowheads="1"/>
            </p:cNvSpPr>
            <p:nvPr/>
          </p:nvSpPr>
          <p:spPr bwMode="auto">
            <a:xfrm>
              <a:off x="2952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0" name="Oval 36"/>
            <p:cNvSpPr>
              <a:spLocks noChangeArrowheads="1"/>
            </p:cNvSpPr>
            <p:nvPr/>
          </p:nvSpPr>
          <p:spPr bwMode="auto">
            <a:xfrm>
              <a:off x="3069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1" name="Oval 37"/>
            <p:cNvSpPr>
              <a:spLocks noChangeArrowheads="1"/>
            </p:cNvSpPr>
            <p:nvPr/>
          </p:nvSpPr>
          <p:spPr bwMode="auto">
            <a:xfrm>
              <a:off x="3186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2" name="Oval 38"/>
            <p:cNvSpPr>
              <a:spLocks noChangeArrowheads="1"/>
            </p:cNvSpPr>
            <p:nvPr/>
          </p:nvSpPr>
          <p:spPr bwMode="auto">
            <a:xfrm>
              <a:off x="3303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3" name="Oval 39"/>
            <p:cNvSpPr>
              <a:spLocks noChangeArrowheads="1"/>
            </p:cNvSpPr>
            <p:nvPr/>
          </p:nvSpPr>
          <p:spPr bwMode="auto">
            <a:xfrm>
              <a:off x="0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4" name="Oval 40"/>
            <p:cNvSpPr>
              <a:spLocks noChangeArrowheads="1"/>
            </p:cNvSpPr>
            <p:nvPr/>
          </p:nvSpPr>
          <p:spPr bwMode="auto">
            <a:xfrm>
              <a:off x="117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5" name="Oval 41"/>
            <p:cNvSpPr>
              <a:spLocks noChangeArrowheads="1"/>
            </p:cNvSpPr>
            <p:nvPr/>
          </p:nvSpPr>
          <p:spPr bwMode="auto">
            <a:xfrm>
              <a:off x="234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6" name="Oval 42"/>
            <p:cNvSpPr>
              <a:spLocks noChangeArrowheads="1"/>
            </p:cNvSpPr>
            <p:nvPr/>
          </p:nvSpPr>
          <p:spPr bwMode="auto">
            <a:xfrm>
              <a:off x="351" y="12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7" name="Oval 43"/>
            <p:cNvSpPr>
              <a:spLocks noChangeArrowheads="1"/>
            </p:cNvSpPr>
            <p:nvPr/>
          </p:nvSpPr>
          <p:spPr bwMode="auto">
            <a:xfrm>
              <a:off x="467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8" name="Oval 44"/>
            <p:cNvSpPr>
              <a:spLocks noChangeArrowheads="1"/>
            </p:cNvSpPr>
            <p:nvPr/>
          </p:nvSpPr>
          <p:spPr bwMode="auto">
            <a:xfrm>
              <a:off x="584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9" name="Oval 45"/>
            <p:cNvSpPr>
              <a:spLocks noChangeArrowheads="1"/>
            </p:cNvSpPr>
            <p:nvPr/>
          </p:nvSpPr>
          <p:spPr bwMode="auto">
            <a:xfrm>
              <a:off x="709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0" name="Oval 46"/>
            <p:cNvSpPr>
              <a:spLocks noChangeArrowheads="1"/>
            </p:cNvSpPr>
            <p:nvPr/>
          </p:nvSpPr>
          <p:spPr bwMode="auto">
            <a:xfrm>
              <a:off x="826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1" name="Oval 47"/>
            <p:cNvSpPr>
              <a:spLocks noChangeArrowheads="1"/>
            </p:cNvSpPr>
            <p:nvPr/>
          </p:nvSpPr>
          <p:spPr bwMode="auto">
            <a:xfrm>
              <a:off x="943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2" name="Oval 48"/>
            <p:cNvSpPr>
              <a:spLocks noChangeArrowheads="1"/>
            </p:cNvSpPr>
            <p:nvPr/>
          </p:nvSpPr>
          <p:spPr bwMode="auto">
            <a:xfrm>
              <a:off x="1059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3" name="Oval 49"/>
            <p:cNvSpPr>
              <a:spLocks noChangeArrowheads="1"/>
            </p:cNvSpPr>
            <p:nvPr/>
          </p:nvSpPr>
          <p:spPr bwMode="auto">
            <a:xfrm>
              <a:off x="1176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4" name="Oval 50"/>
            <p:cNvSpPr>
              <a:spLocks noChangeArrowheads="1"/>
            </p:cNvSpPr>
            <p:nvPr/>
          </p:nvSpPr>
          <p:spPr bwMode="auto">
            <a:xfrm>
              <a:off x="1293" y="120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5" name="Oval 51"/>
            <p:cNvSpPr>
              <a:spLocks noChangeArrowheads="1"/>
            </p:cNvSpPr>
            <p:nvPr/>
          </p:nvSpPr>
          <p:spPr bwMode="auto">
            <a:xfrm>
              <a:off x="1418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6" name="Oval 52"/>
            <p:cNvSpPr>
              <a:spLocks noChangeArrowheads="1"/>
            </p:cNvSpPr>
            <p:nvPr/>
          </p:nvSpPr>
          <p:spPr bwMode="auto">
            <a:xfrm>
              <a:off x="1534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7" name="Oval 53"/>
            <p:cNvSpPr>
              <a:spLocks noChangeArrowheads="1"/>
            </p:cNvSpPr>
            <p:nvPr/>
          </p:nvSpPr>
          <p:spPr bwMode="auto">
            <a:xfrm>
              <a:off x="1651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8" name="Oval 54"/>
            <p:cNvSpPr>
              <a:spLocks noChangeArrowheads="1"/>
            </p:cNvSpPr>
            <p:nvPr/>
          </p:nvSpPr>
          <p:spPr bwMode="auto">
            <a:xfrm>
              <a:off x="1768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9" name="Oval 55"/>
            <p:cNvSpPr>
              <a:spLocks noChangeArrowheads="1"/>
            </p:cNvSpPr>
            <p:nvPr/>
          </p:nvSpPr>
          <p:spPr bwMode="auto">
            <a:xfrm>
              <a:off x="1885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0" name="Oval 56"/>
            <p:cNvSpPr>
              <a:spLocks noChangeArrowheads="1"/>
            </p:cNvSpPr>
            <p:nvPr/>
          </p:nvSpPr>
          <p:spPr bwMode="auto">
            <a:xfrm>
              <a:off x="2002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1" name="Oval 57"/>
            <p:cNvSpPr>
              <a:spLocks noChangeArrowheads="1"/>
            </p:cNvSpPr>
            <p:nvPr/>
          </p:nvSpPr>
          <p:spPr bwMode="auto">
            <a:xfrm>
              <a:off x="2126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2" name="Oval 58"/>
            <p:cNvSpPr>
              <a:spLocks noChangeArrowheads="1"/>
            </p:cNvSpPr>
            <p:nvPr/>
          </p:nvSpPr>
          <p:spPr bwMode="auto">
            <a:xfrm>
              <a:off x="2243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3" name="Oval 59"/>
            <p:cNvSpPr>
              <a:spLocks noChangeArrowheads="1"/>
            </p:cNvSpPr>
            <p:nvPr/>
          </p:nvSpPr>
          <p:spPr bwMode="auto">
            <a:xfrm>
              <a:off x="2360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4" name="Oval 60"/>
            <p:cNvSpPr>
              <a:spLocks noChangeArrowheads="1"/>
            </p:cNvSpPr>
            <p:nvPr/>
          </p:nvSpPr>
          <p:spPr bwMode="auto">
            <a:xfrm>
              <a:off x="2477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5" name="Oval 61"/>
            <p:cNvSpPr>
              <a:spLocks noChangeArrowheads="1"/>
            </p:cNvSpPr>
            <p:nvPr/>
          </p:nvSpPr>
          <p:spPr bwMode="auto">
            <a:xfrm>
              <a:off x="2594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6" name="Oval 62"/>
            <p:cNvSpPr>
              <a:spLocks noChangeArrowheads="1"/>
            </p:cNvSpPr>
            <p:nvPr/>
          </p:nvSpPr>
          <p:spPr bwMode="auto">
            <a:xfrm>
              <a:off x="2711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7" name="Oval 63"/>
            <p:cNvSpPr>
              <a:spLocks noChangeArrowheads="1"/>
            </p:cNvSpPr>
            <p:nvPr/>
          </p:nvSpPr>
          <p:spPr bwMode="auto">
            <a:xfrm>
              <a:off x="2835" y="127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8" name="Oval 64"/>
            <p:cNvSpPr>
              <a:spLocks noChangeArrowheads="1"/>
            </p:cNvSpPr>
            <p:nvPr/>
          </p:nvSpPr>
          <p:spPr bwMode="auto">
            <a:xfrm>
              <a:off x="2952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9" name="Oval 65"/>
            <p:cNvSpPr>
              <a:spLocks noChangeArrowheads="1"/>
            </p:cNvSpPr>
            <p:nvPr/>
          </p:nvSpPr>
          <p:spPr bwMode="auto">
            <a:xfrm>
              <a:off x="3069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0" name="Oval 66"/>
            <p:cNvSpPr>
              <a:spLocks noChangeArrowheads="1"/>
            </p:cNvSpPr>
            <p:nvPr/>
          </p:nvSpPr>
          <p:spPr bwMode="auto">
            <a:xfrm>
              <a:off x="3186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1" name="Oval 67"/>
            <p:cNvSpPr>
              <a:spLocks noChangeArrowheads="1"/>
            </p:cNvSpPr>
            <p:nvPr/>
          </p:nvSpPr>
          <p:spPr bwMode="auto">
            <a:xfrm>
              <a:off x="3303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2" name="Oval 68"/>
            <p:cNvSpPr>
              <a:spLocks noChangeArrowheads="1"/>
            </p:cNvSpPr>
            <p:nvPr/>
          </p:nvSpPr>
          <p:spPr bwMode="auto">
            <a:xfrm>
              <a:off x="234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3" name="Oval 69"/>
            <p:cNvSpPr>
              <a:spLocks noChangeArrowheads="1"/>
            </p:cNvSpPr>
            <p:nvPr/>
          </p:nvSpPr>
          <p:spPr bwMode="auto">
            <a:xfrm>
              <a:off x="351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4" name="Oval 70"/>
            <p:cNvSpPr>
              <a:spLocks noChangeArrowheads="1"/>
            </p:cNvSpPr>
            <p:nvPr/>
          </p:nvSpPr>
          <p:spPr bwMode="auto">
            <a:xfrm>
              <a:off x="467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5" name="Oval 71"/>
            <p:cNvSpPr>
              <a:spLocks noChangeArrowheads="1"/>
            </p:cNvSpPr>
            <p:nvPr/>
          </p:nvSpPr>
          <p:spPr bwMode="auto">
            <a:xfrm>
              <a:off x="584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6" name="Oval 72"/>
            <p:cNvSpPr>
              <a:spLocks noChangeArrowheads="1"/>
            </p:cNvSpPr>
            <p:nvPr/>
          </p:nvSpPr>
          <p:spPr bwMode="auto">
            <a:xfrm>
              <a:off x="701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7" name="Oval 73"/>
            <p:cNvSpPr>
              <a:spLocks noChangeArrowheads="1"/>
            </p:cNvSpPr>
            <p:nvPr/>
          </p:nvSpPr>
          <p:spPr bwMode="auto">
            <a:xfrm>
              <a:off x="818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8" name="Oval 74"/>
            <p:cNvSpPr>
              <a:spLocks noChangeArrowheads="1"/>
            </p:cNvSpPr>
            <p:nvPr/>
          </p:nvSpPr>
          <p:spPr bwMode="auto">
            <a:xfrm>
              <a:off x="943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9" name="Oval 75"/>
            <p:cNvSpPr>
              <a:spLocks noChangeArrowheads="1"/>
            </p:cNvSpPr>
            <p:nvPr/>
          </p:nvSpPr>
          <p:spPr bwMode="auto">
            <a:xfrm>
              <a:off x="1059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0" name="Oval 76"/>
            <p:cNvSpPr>
              <a:spLocks noChangeArrowheads="1"/>
            </p:cNvSpPr>
            <p:nvPr/>
          </p:nvSpPr>
          <p:spPr bwMode="auto">
            <a:xfrm>
              <a:off x="1176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1" name="Oval 77"/>
            <p:cNvSpPr>
              <a:spLocks noChangeArrowheads="1"/>
            </p:cNvSpPr>
            <p:nvPr/>
          </p:nvSpPr>
          <p:spPr bwMode="auto">
            <a:xfrm>
              <a:off x="1293" y="250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2" name="Oval 78"/>
            <p:cNvSpPr>
              <a:spLocks noChangeArrowheads="1"/>
            </p:cNvSpPr>
            <p:nvPr/>
          </p:nvSpPr>
          <p:spPr bwMode="auto">
            <a:xfrm>
              <a:off x="1410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3" name="Oval 79"/>
            <p:cNvSpPr>
              <a:spLocks noChangeArrowheads="1"/>
            </p:cNvSpPr>
            <p:nvPr/>
          </p:nvSpPr>
          <p:spPr bwMode="auto">
            <a:xfrm>
              <a:off x="1527" y="249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4" name="Oval 80"/>
            <p:cNvSpPr>
              <a:spLocks noChangeArrowheads="1"/>
            </p:cNvSpPr>
            <p:nvPr/>
          </p:nvSpPr>
          <p:spPr bwMode="auto">
            <a:xfrm>
              <a:off x="1651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5" name="Oval 81"/>
            <p:cNvSpPr>
              <a:spLocks noChangeArrowheads="1"/>
            </p:cNvSpPr>
            <p:nvPr/>
          </p:nvSpPr>
          <p:spPr bwMode="auto">
            <a:xfrm>
              <a:off x="1768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6" name="Oval 82"/>
            <p:cNvSpPr>
              <a:spLocks noChangeArrowheads="1"/>
            </p:cNvSpPr>
            <p:nvPr/>
          </p:nvSpPr>
          <p:spPr bwMode="auto">
            <a:xfrm>
              <a:off x="1885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7" name="Oval 83"/>
            <p:cNvSpPr>
              <a:spLocks noChangeArrowheads="1"/>
            </p:cNvSpPr>
            <p:nvPr/>
          </p:nvSpPr>
          <p:spPr bwMode="auto">
            <a:xfrm>
              <a:off x="2002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8" name="Oval 84"/>
            <p:cNvSpPr>
              <a:spLocks noChangeArrowheads="1"/>
            </p:cNvSpPr>
            <p:nvPr/>
          </p:nvSpPr>
          <p:spPr bwMode="auto">
            <a:xfrm>
              <a:off x="2119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9" name="Oval 85"/>
            <p:cNvSpPr>
              <a:spLocks noChangeArrowheads="1"/>
            </p:cNvSpPr>
            <p:nvPr/>
          </p:nvSpPr>
          <p:spPr bwMode="auto">
            <a:xfrm>
              <a:off x="2236" y="250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0" name="Oval 86"/>
            <p:cNvSpPr>
              <a:spLocks noChangeArrowheads="1"/>
            </p:cNvSpPr>
            <p:nvPr/>
          </p:nvSpPr>
          <p:spPr bwMode="auto">
            <a:xfrm>
              <a:off x="2360" y="255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1" name="Oval 87"/>
            <p:cNvSpPr>
              <a:spLocks noChangeArrowheads="1"/>
            </p:cNvSpPr>
            <p:nvPr/>
          </p:nvSpPr>
          <p:spPr bwMode="auto">
            <a:xfrm>
              <a:off x="2477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2" name="Oval 88"/>
            <p:cNvSpPr>
              <a:spLocks noChangeArrowheads="1"/>
            </p:cNvSpPr>
            <p:nvPr/>
          </p:nvSpPr>
          <p:spPr bwMode="auto">
            <a:xfrm>
              <a:off x="2594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3" name="Oval 89"/>
            <p:cNvSpPr>
              <a:spLocks noChangeArrowheads="1"/>
            </p:cNvSpPr>
            <p:nvPr/>
          </p:nvSpPr>
          <p:spPr bwMode="auto">
            <a:xfrm>
              <a:off x="2711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4" name="Oval 90"/>
            <p:cNvSpPr>
              <a:spLocks noChangeArrowheads="1"/>
            </p:cNvSpPr>
            <p:nvPr/>
          </p:nvSpPr>
          <p:spPr bwMode="auto">
            <a:xfrm>
              <a:off x="2828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5" name="Oval 91"/>
            <p:cNvSpPr>
              <a:spLocks noChangeArrowheads="1"/>
            </p:cNvSpPr>
            <p:nvPr/>
          </p:nvSpPr>
          <p:spPr bwMode="auto">
            <a:xfrm>
              <a:off x="2944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6" name="Oval 92"/>
            <p:cNvSpPr>
              <a:spLocks noChangeArrowheads="1"/>
            </p:cNvSpPr>
            <p:nvPr/>
          </p:nvSpPr>
          <p:spPr bwMode="auto">
            <a:xfrm>
              <a:off x="3069" y="256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7" name="Oval 93"/>
            <p:cNvSpPr>
              <a:spLocks noChangeArrowheads="1"/>
            </p:cNvSpPr>
            <p:nvPr/>
          </p:nvSpPr>
          <p:spPr bwMode="auto">
            <a:xfrm>
              <a:off x="3186" y="254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8" name="Oval 94"/>
            <p:cNvSpPr>
              <a:spLocks noChangeArrowheads="1"/>
            </p:cNvSpPr>
            <p:nvPr/>
          </p:nvSpPr>
          <p:spPr bwMode="auto">
            <a:xfrm>
              <a:off x="3303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9" name="Oval 95"/>
            <p:cNvSpPr>
              <a:spLocks noChangeArrowheads="1"/>
            </p:cNvSpPr>
            <p:nvPr/>
          </p:nvSpPr>
          <p:spPr bwMode="auto">
            <a:xfrm>
              <a:off x="3420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0" name="Oval 96"/>
            <p:cNvSpPr>
              <a:spLocks noChangeArrowheads="1"/>
            </p:cNvSpPr>
            <p:nvPr/>
          </p:nvSpPr>
          <p:spPr bwMode="auto">
            <a:xfrm>
              <a:off x="3536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1" name="Oval 97"/>
            <p:cNvSpPr>
              <a:spLocks noChangeArrowheads="1"/>
            </p:cNvSpPr>
            <p:nvPr/>
          </p:nvSpPr>
          <p:spPr bwMode="auto">
            <a:xfrm>
              <a:off x="476" y="371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2" name="Oval 98"/>
            <p:cNvSpPr>
              <a:spLocks noChangeArrowheads="1"/>
            </p:cNvSpPr>
            <p:nvPr/>
          </p:nvSpPr>
          <p:spPr bwMode="auto">
            <a:xfrm>
              <a:off x="593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3" name="Oval 99"/>
            <p:cNvSpPr>
              <a:spLocks noChangeArrowheads="1"/>
            </p:cNvSpPr>
            <p:nvPr/>
          </p:nvSpPr>
          <p:spPr bwMode="auto">
            <a:xfrm>
              <a:off x="710" y="370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4" name="Oval 100"/>
            <p:cNvSpPr>
              <a:spLocks noChangeArrowheads="1"/>
            </p:cNvSpPr>
            <p:nvPr/>
          </p:nvSpPr>
          <p:spPr bwMode="auto">
            <a:xfrm>
              <a:off x="827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5" name="Oval 101"/>
            <p:cNvSpPr>
              <a:spLocks noChangeArrowheads="1"/>
            </p:cNvSpPr>
            <p:nvPr/>
          </p:nvSpPr>
          <p:spPr bwMode="auto">
            <a:xfrm>
              <a:off x="944" y="369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6" name="Oval 102"/>
            <p:cNvSpPr>
              <a:spLocks noChangeArrowheads="1"/>
            </p:cNvSpPr>
            <p:nvPr/>
          </p:nvSpPr>
          <p:spPr bwMode="auto">
            <a:xfrm>
              <a:off x="1060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7" name="Oval 103"/>
            <p:cNvSpPr>
              <a:spLocks noChangeArrowheads="1"/>
            </p:cNvSpPr>
            <p:nvPr/>
          </p:nvSpPr>
          <p:spPr bwMode="auto">
            <a:xfrm>
              <a:off x="1185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8" name="Oval 104"/>
            <p:cNvSpPr>
              <a:spLocks noChangeArrowheads="1"/>
            </p:cNvSpPr>
            <p:nvPr/>
          </p:nvSpPr>
          <p:spPr bwMode="auto">
            <a:xfrm>
              <a:off x="1302" y="36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9" name="Oval 105"/>
            <p:cNvSpPr>
              <a:spLocks noChangeArrowheads="1"/>
            </p:cNvSpPr>
            <p:nvPr/>
          </p:nvSpPr>
          <p:spPr bwMode="auto">
            <a:xfrm>
              <a:off x="1419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0" name="Oval 106"/>
            <p:cNvSpPr>
              <a:spLocks noChangeArrowheads="1"/>
            </p:cNvSpPr>
            <p:nvPr/>
          </p:nvSpPr>
          <p:spPr bwMode="auto">
            <a:xfrm>
              <a:off x="1536" y="366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1" name="Oval 107"/>
            <p:cNvSpPr>
              <a:spLocks noChangeArrowheads="1"/>
            </p:cNvSpPr>
            <p:nvPr/>
          </p:nvSpPr>
          <p:spPr bwMode="auto">
            <a:xfrm>
              <a:off x="1652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2" name="Oval 108"/>
            <p:cNvSpPr>
              <a:spLocks noChangeArrowheads="1"/>
            </p:cNvSpPr>
            <p:nvPr/>
          </p:nvSpPr>
          <p:spPr bwMode="auto">
            <a:xfrm>
              <a:off x="1769" y="365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3" name="Oval 109"/>
            <p:cNvSpPr>
              <a:spLocks noChangeArrowheads="1"/>
            </p:cNvSpPr>
            <p:nvPr/>
          </p:nvSpPr>
          <p:spPr bwMode="auto">
            <a:xfrm>
              <a:off x="1894" y="370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4" name="Oval 110"/>
            <p:cNvSpPr>
              <a:spLocks noChangeArrowheads="1"/>
            </p:cNvSpPr>
            <p:nvPr/>
          </p:nvSpPr>
          <p:spPr bwMode="auto">
            <a:xfrm>
              <a:off x="2011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5" name="Oval 111"/>
            <p:cNvSpPr>
              <a:spLocks noChangeArrowheads="1"/>
            </p:cNvSpPr>
            <p:nvPr/>
          </p:nvSpPr>
          <p:spPr bwMode="auto">
            <a:xfrm>
              <a:off x="485" y="491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6" name="Oval 112"/>
            <p:cNvSpPr>
              <a:spLocks noChangeArrowheads="1"/>
            </p:cNvSpPr>
            <p:nvPr/>
          </p:nvSpPr>
          <p:spPr bwMode="auto">
            <a:xfrm>
              <a:off x="602" y="489"/>
              <a:ext cx="92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7" name="Oval 113"/>
            <p:cNvSpPr>
              <a:spLocks noChangeArrowheads="1"/>
            </p:cNvSpPr>
            <p:nvPr/>
          </p:nvSpPr>
          <p:spPr bwMode="auto">
            <a:xfrm>
              <a:off x="1060" y="486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8" name="Oval 114"/>
            <p:cNvSpPr>
              <a:spLocks noChangeArrowheads="1"/>
            </p:cNvSpPr>
            <p:nvPr/>
          </p:nvSpPr>
          <p:spPr bwMode="auto">
            <a:xfrm>
              <a:off x="1200" y="485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Gulim" pitchFamily="34" charset="-127"/>
          <a:ea typeface="Gulim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Gulim" pitchFamily="34" charset="-127"/>
          <a:ea typeface="Gulim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Gulim" pitchFamily="34" charset="-127"/>
          <a:ea typeface="Gulim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Gulim" pitchFamily="34" charset="-127"/>
          <a:ea typeface="Gulim" pitchFamily="34" charset="-127"/>
        </a:defRPr>
      </a:lvl5pPr>
      <a:lvl6pPr marL="553085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1106170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658620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2211705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541655" indent="-5416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1075055" indent="-53213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3100">
          <a:solidFill>
            <a:schemeClr val="tx1"/>
          </a:solidFill>
          <a:latin typeface="+mn-lt"/>
          <a:ea typeface="+mn-ea"/>
        </a:defRPr>
      </a:lvl2pPr>
      <a:lvl3pPr marL="1564005" indent="-4876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+mn-ea"/>
        </a:defRPr>
      </a:lvl3pPr>
      <a:lvl4pPr marL="2032000" indent="-465455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4pPr>
      <a:lvl5pPr marL="250380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5pPr>
      <a:lvl6pPr marL="305625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6pPr>
      <a:lvl7pPr marL="3609340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7pPr>
      <a:lvl8pPr marL="416242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8pPr>
      <a:lvl9pPr marL="4715510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1pPr>
      <a:lvl2pPr marL="55308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2pPr>
      <a:lvl3pPr marL="110617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3pPr>
      <a:lvl4pPr marL="165862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4pPr>
      <a:lvl5pPr marL="221170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5pPr>
      <a:lvl6pPr marL="276479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6pPr>
      <a:lvl7pPr marL="331787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7pPr>
      <a:lvl8pPr marL="387032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8pPr>
      <a:lvl9pPr marL="442341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microsoft.com/office/2007/relationships/media" Target="file:///F:\&#35838;&#31243;\&#25945;&#26448;&#32534;&#20889;\&#25968;&#25454;&#24211;&#31995;&#32479;-&#21407;&#29702;&#12289;&#35774;&#35745;&#19982;&#32534;&#31243;&#65288;2018&#29256;&#65289;\&#35838;&#31243;&#23398;&#20064;&#35270;&#39057;&#19982;&#33050;&#26412;\&#31532;4&#31456;%20&#25968;&#25454;&#24211;&#35774;&#35745;&#19982;&#23454;&#29616;\&#23454;&#36341;&#35270;&#39057;\&#27010;&#24565;&#25968;&#25454;&#27169;&#22411;&#35774;&#35745;.mp4" TargetMode="External"/><Relationship Id="rId1" Type="http://schemas.openxmlformats.org/officeDocument/2006/relationships/video" Target="file:///F:\&#35838;&#31243;\&#25945;&#26448;&#32534;&#20889;\&#25968;&#25454;&#24211;&#31995;&#32479;-&#21407;&#29702;&#12289;&#35774;&#35745;&#19982;&#32534;&#31243;&#65288;2018&#29256;&#65289;\&#35838;&#31243;&#23398;&#20064;&#35270;&#39057;&#19982;&#33050;&#26412;\&#31532;4&#31456;%20&#25968;&#25454;&#24211;&#35774;&#35745;&#19982;&#23454;&#29616;\&#23454;&#36341;&#35270;&#39057;\&#27010;&#24565;&#25968;&#25454;&#27169;&#22411;&#35774;&#35745;.mp4" TargetMode="Externa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microsoft.com/office/2007/relationships/media" Target="file:///F:\&#35838;&#31243;\&#25945;&#26448;&#32534;&#20889;\&#25968;&#25454;&#24211;&#31995;&#32479;-&#21407;&#29702;&#12289;&#35774;&#35745;&#19982;&#32534;&#31243;&#65288;2018&#29256;&#65289;\&#35838;&#31243;&#23398;&#20064;&#35270;&#39057;&#19982;&#33050;&#26412;\&#31532;4&#31456;%20&#25968;&#25454;&#24211;&#35774;&#35745;&#19982;&#23454;&#29616;\&#23454;&#36341;&#35270;&#39057;\&#36923;&#36753;&#25968;&#25454;&#27169;&#22411;&#35774;&#35745;.mp4" TargetMode="External"/><Relationship Id="rId1" Type="http://schemas.openxmlformats.org/officeDocument/2006/relationships/video" Target="file:///F:\&#35838;&#31243;\&#25945;&#26448;&#32534;&#20889;\&#25968;&#25454;&#24211;&#31995;&#32479;-&#21407;&#29702;&#12289;&#35774;&#35745;&#19982;&#32534;&#31243;&#65288;2018&#29256;&#65289;\&#35838;&#31243;&#23398;&#20064;&#35270;&#39057;&#19982;&#33050;&#26412;\&#31532;4&#31456;%20&#25968;&#25454;&#24211;&#35774;&#35745;&#19982;&#23454;&#29616;\&#23454;&#36341;&#35270;&#39057;\&#36923;&#36753;&#25968;&#25454;&#27169;&#22411;&#35774;&#35745;.mp4" TargetMode="Externa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microsoft.com/office/2007/relationships/media" Target="file:///F:\&#35838;&#31243;\&#25945;&#26448;&#32534;&#20889;\&#25968;&#25454;&#24211;&#31995;&#32479;-&#21407;&#29702;&#12289;&#35774;&#35745;&#19982;&#32534;&#31243;&#65288;2018&#29256;&#65289;\&#35838;&#31243;&#23398;&#20064;&#35270;&#39057;&#19982;&#33050;&#26412;\&#31532;4&#31456;%20&#25968;&#25454;&#24211;&#35774;&#35745;&#19982;&#23454;&#29616;\&#23454;&#36341;&#35270;&#39057;\&#29289;&#29702;&#25968;&#25454;&#27169;&#22411;&#35774;&#35745;.mp4" TargetMode="External"/><Relationship Id="rId1" Type="http://schemas.openxmlformats.org/officeDocument/2006/relationships/video" Target="file:///F:\&#35838;&#31243;\&#25945;&#26448;&#32534;&#20889;\&#25968;&#25454;&#24211;&#31995;&#32479;-&#21407;&#29702;&#12289;&#35774;&#35745;&#19982;&#32534;&#31243;&#65288;2018&#29256;&#65289;\&#35838;&#31243;&#23398;&#20064;&#35270;&#39057;&#19982;&#33050;&#26412;\&#31532;4&#31456;%20&#25968;&#25454;&#24211;&#35774;&#35745;&#19982;&#23454;&#29616;\&#23454;&#36341;&#35270;&#39057;\&#29289;&#29702;&#25968;&#25454;&#27169;&#22411;&#35774;&#35745;.mp4" TargetMode="Externa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microsoft.com/office/2007/relationships/media" Target="file:///F:\&#35838;&#31243;\&#25945;&#26448;&#32534;&#20889;\&#25968;&#25454;&#24211;&#31995;&#32479;-&#21407;&#29702;&#12289;&#35774;&#35745;&#19982;&#32534;&#31243;&#65288;2018&#29256;&#65289;\&#35838;&#31243;&#23398;&#20064;&#35270;&#39057;&#19982;&#33050;&#26412;\&#31532;4&#31456;%20&#25968;&#25454;&#24211;&#35774;&#35745;&#19982;&#23454;&#29616;\&#23454;&#36341;&#35270;&#39057;\&#25968;&#25454;&#24211;SQL&#29983;&#25104;.mp4" TargetMode="External"/><Relationship Id="rId1" Type="http://schemas.openxmlformats.org/officeDocument/2006/relationships/video" Target="file:///F:\&#35838;&#31243;\&#25945;&#26448;&#32534;&#20889;\&#25968;&#25454;&#24211;&#31995;&#32479;-&#21407;&#29702;&#12289;&#35774;&#35745;&#19982;&#32534;&#31243;&#65288;2018&#29256;&#65289;\&#35838;&#31243;&#23398;&#20064;&#35270;&#39057;&#19982;&#33050;&#26412;\&#31532;4&#31456;%20&#25968;&#25454;&#24211;&#35774;&#35745;&#19982;&#23454;&#29616;\&#23454;&#36341;&#35270;&#39057;\&#25968;&#25454;&#24211;SQL&#29983;&#25104;.mp4" TargetMode="Externa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microsoft.com/office/2007/relationships/media" Target="file:///F:\&#35838;&#31243;\&#25945;&#26448;&#32534;&#20889;\&#25968;&#25454;&#24211;&#31995;&#32479;-&#21407;&#29702;&#12289;&#35774;&#35745;&#19982;&#32534;&#31243;&#65288;2018&#29256;&#65289;\&#35838;&#31243;&#23398;&#20064;&#35270;&#39057;&#19982;&#33050;&#26412;\&#31532;4&#31456;%20&#25968;&#25454;&#24211;&#35774;&#35745;&#19982;&#23454;&#29616;\&#23454;&#36341;&#35270;&#39057;\&#25968;&#25454;&#24211;&#23545;&#35937;&#21019;&#24314;.mp4" TargetMode="External"/><Relationship Id="rId1" Type="http://schemas.openxmlformats.org/officeDocument/2006/relationships/video" Target="file:///F:\&#35838;&#31243;\&#25945;&#26448;&#32534;&#20889;\&#25968;&#25454;&#24211;&#31995;&#32479;-&#21407;&#29702;&#12289;&#35774;&#35745;&#19982;&#32534;&#31243;&#65288;2018&#29256;&#65289;\&#35838;&#31243;&#23398;&#20064;&#35270;&#39057;&#19982;&#33050;&#26412;\&#31532;4&#31456;%20&#25968;&#25454;&#24211;&#35774;&#35745;&#19982;&#23454;&#29616;\&#23454;&#36341;&#35270;&#39057;\&#25968;&#25454;&#24211;&#23545;&#35937;&#21019;&#24314;.mp4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2566988" y="2614613"/>
            <a:ext cx="7891463" cy="1644650"/>
          </a:xfrm>
          <a:prstGeom prst="rect">
            <a:avLst/>
          </a:prstGeom>
          <a:noFill/>
          <a:ln>
            <a:noFill/>
          </a:ln>
          <a:effectLst/>
        </p:spPr>
        <p:txBody>
          <a:bodyPr lIns="64802" tIns="32401" rIns="64802" bIns="32401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4.6 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基于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Power Designer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的</a:t>
            </a:r>
            <a:r>
              <a:rPr kumimoji="0" lang="zh-CN" altLang="zh-CN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数据库设计建模实践</a:t>
            </a: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ext Box 2"/>
          <p:cNvSpPr txBox="1"/>
          <p:nvPr/>
        </p:nvSpPr>
        <p:spPr>
          <a:xfrm>
            <a:off x="392113" y="1246188"/>
            <a:ext cx="11825287" cy="3490912"/>
          </a:xfrm>
          <a:prstGeom prst="rect">
            <a:avLst/>
          </a:prstGeom>
          <a:noFill/>
          <a:ln w="9525">
            <a:noFill/>
          </a:ln>
        </p:spPr>
        <p:txBody>
          <a:bodyPr lIns="104499" tIns="52249" rIns="104499" bIns="52249">
            <a:spAutoFit/>
          </a:bodyPr>
          <a:p>
            <a:pPr marL="457200" indent="-457200" algn="just" defTabSz="863600" eaLnBrk="1" hangingPunct="1">
              <a:lnSpc>
                <a:spcPts val="4350"/>
              </a:lnSpc>
              <a:buClr>
                <a:srgbClr val="FF0000"/>
              </a:buClr>
              <a:buChar char="•"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掌握信息系统的数据需求分析方法</a:t>
            </a:r>
            <a:endParaRPr lang="en-US" altLang="zh-CN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457200" indent="-457200" algn="just" defTabSz="863600" eaLnBrk="1" hangingPunct="1">
              <a:lnSpc>
                <a:spcPts val="4350"/>
              </a:lnSpc>
              <a:buClr>
                <a:srgbClr val="FF0000"/>
              </a:buClr>
              <a:buChar char="•"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掌握</a:t>
            </a:r>
            <a:r>
              <a:rPr lang="en-US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Power Designer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系统概念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数据模型设计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方法</a:t>
            </a:r>
            <a:endParaRPr lang="en-US" altLang="zh-CN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457200" indent="-457200" algn="just" defTabSz="863600" eaLnBrk="1" hangingPunct="1">
              <a:lnSpc>
                <a:spcPts val="4350"/>
              </a:lnSpc>
              <a:buClr>
                <a:srgbClr val="FF0000"/>
              </a:buClr>
              <a:buChar char="•"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掌握</a:t>
            </a:r>
            <a:r>
              <a:rPr lang="en-US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Power Designer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系统逻辑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数据模型设计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方法</a:t>
            </a:r>
            <a:endParaRPr lang="en-US" altLang="zh-CN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457200" indent="-457200" algn="just" defTabSz="863600" eaLnBrk="1" hangingPunct="1">
              <a:lnSpc>
                <a:spcPts val="4350"/>
              </a:lnSpc>
              <a:buClr>
                <a:srgbClr val="FF0000"/>
              </a:buClr>
              <a:buChar char="•"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掌握</a:t>
            </a:r>
            <a:r>
              <a:rPr lang="en-US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Power Designer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系统物理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数据模型设计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方法</a:t>
            </a:r>
            <a:endParaRPr lang="en-US" altLang="zh-CN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457200" indent="-457200" algn="just" defTabSz="863600" eaLnBrk="1" hangingPunct="1">
              <a:lnSpc>
                <a:spcPts val="4350"/>
              </a:lnSpc>
              <a:buClr>
                <a:srgbClr val="FF0000"/>
              </a:buClr>
              <a:buChar char="•"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掌握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如何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将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系统</a:t>
            </a:r>
            <a:r>
              <a:rPr lang="en-US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PDM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转换为</a:t>
            </a:r>
            <a:r>
              <a:rPr lang="en-US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PostgreSQL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  <a:r>
              <a:rPr lang="en-US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SQL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程序</a:t>
            </a:r>
            <a:endParaRPr lang="en-US" altLang="zh-CN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457200" indent="-457200" algn="just" defTabSz="863600" eaLnBrk="1" hangingPunct="1">
              <a:lnSpc>
                <a:spcPts val="4350"/>
              </a:lnSpc>
              <a:buClr>
                <a:srgbClr val="FF0000"/>
              </a:buClr>
              <a:buChar char="•"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掌握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在</a:t>
            </a:r>
            <a:r>
              <a:rPr lang="en-US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PostgreSQL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数据库中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创建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系统数据库对象</a:t>
            </a:r>
            <a:endParaRPr lang="zh-CN" altLang="zh-CN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49213" y="476250"/>
            <a:ext cx="7559675" cy="681038"/>
          </a:xfrm>
          <a:prstGeom prst="rect">
            <a:avLst/>
          </a:prstGeom>
          <a:noFill/>
          <a:ln>
            <a:noFill/>
          </a:ln>
          <a:effectLst/>
        </p:spPr>
        <p:txBody>
          <a:bodyPr lIns="64802" tIns="32401" rIns="64802" bIns="32401">
            <a:spAutoFit/>
          </a:bodyPr>
          <a:lstStyle/>
          <a:p>
            <a:pPr marL="0" marR="0" lvl="0" indent="0" algn="l" defTabSz="6477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【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本节学习目标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】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82575" y="522288"/>
            <a:ext cx="11214100" cy="611188"/>
          </a:xfrm>
          <a:prstGeom prst="rect">
            <a:avLst/>
          </a:prstGeom>
          <a:noFill/>
          <a:ln>
            <a:noFill/>
          </a:ln>
          <a:effectLst/>
        </p:spPr>
        <p:txBody>
          <a:bodyPr lIns="117060" tIns="58530" rIns="117060" bIns="58530">
            <a:spAutoFit/>
          </a:bodyPr>
          <a:lstStyle>
            <a:lvl1pPr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一、</a:t>
            </a:r>
            <a:r>
              <a:rPr kumimoji="0" lang="zh-CN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项目案例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-</a:t>
            </a:r>
            <a:r>
              <a:rPr kumimoji="0" lang="zh-CN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图书借阅管理系统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7171" name="矩形 3"/>
          <p:cNvSpPr/>
          <p:nvPr/>
        </p:nvSpPr>
        <p:spPr>
          <a:xfrm>
            <a:off x="696913" y="1401763"/>
            <a:ext cx="11160125" cy="18875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defTabSz="863600" eaLnBrk="1" hangingPunct="1">
              <a:lnSpc>
                <a:spcPts val="35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针对</a:t>
            </a:r>
            <a:r>
              <a:rPr lang="zh-CN" altLang="zh-CN" sz="2800" dirty="0">
                <a:latin typeface="黑体" panose="02010609060101010101" pitchFamily="49" charset="-122"/>
              </a:rPr>
              <a:t>图书借阅管理业务的基本数据需求进行分析，使用</a:t>
            </a:r>
            <a:r>
              <a:rPr lang="en-US" altLang="zh-CN" sz="2800" dirty="0">
                <a:latin typeface="黑体" panose="02010609060101010101" pitchFamily="49" charset="-122"/>
              </a:rPr>
              <a:t>Power Designer</a:t>
            </a:r>
            <a:r>
              <a:rPr lang="zh-CN" altLang="zh-CN" sz="2800" dirty="0">
                <a:latin typeface="黑体" panose="02010609060101010101" pitchFamily="49" charset="-122"/>
              </a:rPr>
              <a:t>系统建模工具创建图书借阅管理系统的数据库设计模型，并</a:t>
            </a:r>
            <a:r>
              <a:rPr lang="zh-CN" altLang="en-US" sz="2800" dirty="0">
                <a:latin typeface="黑体" panose="02010609060101010101" pitchFamily="49" charset="-122"/>
              </a:rPr>
              <a:t>将</a:t>
            </a:r>
            <a:r>
              <a:rPr lang="zh-CN" altLang="zh-CN" sz="2800" dirty="0">
                <a:latin typeface="黑体" panose="02010609060101010101" pitchFamily="49" charset="-122"/>
              </a:rPr>
              <a:t>该系统物理数据模型转换为</a:t>
            </a:r>
            <a:r>
              <a:rPr lang="en-US" altLang="zh-CN" sz="2800" dirty="0">
                <a:latin typeface="黑体" panose="02010609060101010101" pitchFamily="49" charset="-122"/>
              </a:rPr>
              <a:t>SQL</a:t>
            </a:r>
            <a:r>
              <a:rPr lang="zh-CN" altLang="zh-CN" sz="2800" dirty="0">
                <a:latin typeface="黑体" panose="02010609060101010101" pitchFamily="49" charset="-122"/>
              </a:rPr>
              <a:t>脚本</a:t>
            </a:r>
            <a:r>
              <a:rPr lang="zh-CN" altLang="en-US" sz="2800" dirty="0">
                <a:latin typeface="黑体" panose="02010609060101010101" pitchFamily="49" charset="-122"/>
              </a:rPr>
              <a:t>。</a:t>
            </a:r>
            <a:r>
              <a:rPr lang="zh-CN" altLang="zh-CN" sz="2800" dirty="0">
                <a:latin typeface="黑体" panose="02010609060101010101" pitchFamily="49" charset="-122"/>
              </a:rPr>
              <a:t>在</a:t>
            </a:r>
            <a:r>
              <a:rPr lang="en-US" altLang="zh-CN" sz="2800" dirty="0">
                <a:latin typeface="黑体" panose="02010609060101010101" pitchFamily="49" charset="-122"/>
              </a:rPr>
              <a:t>PostgreSQL</a:t>
            </a:r>
            <a:r>
              <a:rPr lang="zh-CN" altLang="zh-CN" sz="2800" dirty="0">
                <a:latin typeface="黑体" panose="02010609060101010101" pitchFamily="49" charset="-122"/>
              </a:rPr>
              <a:t>数据库</a:t>
            </a:r>
            <a:r>
              <a:rPr lang="zh-CN" altLang="en-US" sz="2800" dirty="0">
                <a:latin typeface="黑体" panose="02010609060101010101" pitchFamily="49" charset="-122"/>
              </a:rPr>
              <a:t>服务器中，运行该</a:t>
            </a:r>
            <a:r>
              <a:rPr lang="en-US" altLang="zh-CN" sz="2800" dirty="0">
                <a:latin typeface="黑体" panose="02010609060101010101" pitchFamily="49" charset="-122"/>
              </a:rPr>
              <a:t>SQL</a:t>
            </a:r>
            <a:r>
              <a:rPr lang="zh-CN" altLang="en-US" sz="2800" dirty="0">
                <a:latin typeface="黑体" panose="02010609060101010101" pitchFamily="49" charset="-122"/>
              </a:rPr>
              <a:t>脚本</a:t>
            </a:r>
            <a:r>
              <a:rPr lang="zh-CN" altLang="zh-CN" sz="2800" dirty="0">
                <a:latin typeface="黑体" panose="02010609060101010101" pitchFamily="49" charset="-122"/>
              </a:rPr>
              <a:t>实现图书借阅管理数据库</a:t>
            </a:r>
            <a:r>
              <a:rPr lang="en-US" altLang="zh-CN" sz="2800" dirty="0">
                <a:latin typeface="黑体" panose="02010609060101010101" pitchFamily="49" charset="-122"/>
              </a:rPr>
              <a:t>LibDB</a:t>
            </a:r>
            <a:r>
              <a:rPr lang="zh-CN" altLang="en-US" sz="2800" dirty="0">
                <a:latin typeface="黑体" panose="02010609060101010101" pitchFamily="49" charset="-122"/>
              </a:rPr>
              <a:t>结构创建</a:t>
            </a:r>
            <a:r>
              <a:rPr lang="zh-CN" altLang="zh-CN" sz="2800" dirty="0">
                <a:latin typeface="黑体" panose="02010609060101010101" pitchFamily="49" charset="-122"/>
              </a:rPr>
              <a:t>。</a:t>
            </a:r>
            <a:endParaRPr lang="zh-CN" altLang="en-US" sz="2800" dirty="0">
              <a:latin typeface="黑体" panose="02010609060101010101" pitchFamily="49" charset="-122"/>
            </a:endParaRPr>
          </a:p>
        </p:txBody>
      </p:sp>
      <p:sp>
        <p:nvSpPr>
          <p:cNvPr id="5" name="圆柱形 4"/>
          <p:cNvSpPr>
            <a:spLocks noChangeArrowheads="1"/>
          </p:cNvSpPr>
          <p:nvPr/>
        </p:nvSpPr>
        <p:spPr bwMode="auto">
          <a:xfrm>
            <a:off x="5880100" y="3590925"/>
            <a:ext cx="3168650" cy="2663825"/>
          </a:xfrm>
          <a:prstGeom prst="can">
            <a:avLst>
              <a:gd name="adj" fmla="val 24995"/>
            </a:avLst>
          </a:prstGeom>
          <a:solidFill>
            <a:srgbClr val="FFFFCC"/>
          </a:solidFill>
          <a:ln w="12700" algn="ctr">
            <a:solidFill>
              <a:schemeClr val="tx1"/>
            </a:solidFill>
            <a:round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图书借阅管理数据库</a:t>
            </a: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LibDB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1074738" y="3444875"/>
            <a:ext cx="4157663" cy="3324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ts val="423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主要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业务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需求：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553085" marR="0" lvl="0" indent="-553085" algn="just" defTabSz="914400" rtl="0" eaLnBrk="0" fontAlgn="base" latinLnBrk="0" hangingPunct="0">
              <a:lnSpc>
                <a:spcPts val="4235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读者管理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553085" marR="0" lvl="0" indent="-553085" algn="just" defTabSz="914400" rtl="0" eaLnBrk="0" fontAlgn="base" latinLnBrk="0" hangingPunct="0">
              <a:lnSpc>
                <a:spcPts val="4235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图书管理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553085" marR="0" lvl="0" indent="-553085" algn="just" defTabSz="914400" rtl="0" eaLnBrk="0" fontAlgn="base" latinLnBrk="0" hangingPunct="0">
              <a:lnSpc>
                <a:spcPts val="4235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借书管理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553085" marR="0" lvl="0" indent="-553085" algn="just" defTabSz="914400" rtl="0" eaLnBrk="0" fontAlgn="base" latinLnBrk="0" hangingPunct="0">
              <a:lnSpc>
                <a:spcPts val="4235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还书管理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553085" marR="0" lvl="0" indent="-553085" algn="just" defTabSz="914400" rtl="0" eaLnBrk="0" fontAlgn="base" latinLnBrk="0" hangingPunct="0">
              <a:lnSpc>
                <a:spcPts val="4235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预订管理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8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3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8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23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28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  <p:bldP spid="5" grpId="0" animBg="1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ext Box 2"/>
          <p:cNvSpPr txBox="1"/>
          <p:nvPr/>
        </p:nvSpPr>
        <p:spPr>
          <a:xfrm>
            <a:off x="107950" y="450850"/>
            <a:ext cx="11214100" cy="611188"/>
          </a:xfrm>
          <a:prstGeom prst="rect">
            <a:avLst/>
          </a:prstGeom>
          <a:noFill/>
          <a:ln w="9525">
            <a:noFill/>
          </a:ln>
        </p:spPr>
        <p:txBody>
          <a:bodyPr lIns="117060" tIns="58530" rIns="117060" bIns="58530">
            <a:spAutoFit/>
          </a:bodyPr>
          <a:p>
            <a:pPr defTabSz="967105" eaLnBrk="1" hangingPunct="1"/>
            <a:r>
              <a:rPr lang="zh-CN" altLang="en-US" sz="3200" dirty="0">
                <a:solidFill>
                  <a:srgbClr val="0033CC"/>
                </a:solidFill>
                <a:latin typeface="黑体" panose="02010609060101010101" pitchFamily="49" charset="-122"/>
              </a:rPr>
              <a:t>二、</a:t>
            </a:r>
            <a:r>
              <a:rPr lang="zh-CN" altLang="zh-CN" sz="3200" dirty="0">
                <a:solidFill>
                  <a:srgbClr val="0033CC"/>
                </a:solidFill>
                <a:latin typeface="黑体" panose="02010609060101010101" pitchFamily="49" charset="-122"/>
              </a:rPr>
              <a:t>图书借阅管理系统</a:t>
            </a:r>
            <a:r>
              <a:rPr lang="zh-CN" altLang="en-US" sz="3200" dirty="0">
                <a:solidFill>
                  <a:srgbClr val="0033CC"/>
                </a:solidFill>
                <a:latin typeface="黑体" panose="02010609060101010101" pitchFamily="49" charset="-122"/>
              </a:rPr>
              <a:t>概念数据模型设计</a:t>
            </a:r>
            <a:endParaRPr lang="zh-CN" altLang="en-US" sz="3200" dirty="0">
              <a:solidFill>
                <a:srgbClr val="0033CC"/>
              </a:solidFill>
              <a:latin typeface="黑体" panose="02010609060101010101" pitchFamily="49" charset="-122"/>
            </a:endParaRPr>
          </a:p>
        </p:txBody>
      </p:sp>
      <p:pic>
        <p:nvPicPr>
          <p:cNvPr id="2" name="概念数据模型设计.mp4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33400" y="1341438"/>
            <a:ext cx="10363200" cy="4876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ext Box 2"/>
          <p:cNvSpPr txBox="1"/>
          <p:nvPr/>
        </p:nvSpPr>
        <p:spPr>
          <a:xfrm>
            <a:off x="209550" y="450850"/>
            <a:ext cx="11215688" cy="611188"/>
          </a:xfrm>
          <a:prstGeom prst="rect">
            <a:avLst/>
          </a:prstGeom>
          <a:noFill/>
          <a:ln w="9525">
            <a:noFill/>
          </a:ln>
        </p:spPr>
        <p:txBody>
          <a:bodyPr lIns="117060" tIns="58530" rIns="117060" bIns="58530">
            <a:spAutoFit/>
          </a:bodyPr>
          <a:p>
            <a:pPr defTabSz="967105" eaLnBrk="1" hangingPunct="1"/>
            <a:r>
              <a:rPr lang="zh-CN" altLang="en-US" sz="3200" dirty="0">
                <a:solidFill>
                  <a:srgbClr val="0033CC"/>
                </a:solidFill>
                <a:latin typeface="黑体" panose="02010609060101010101" pitchFamily="49" charset="-122"/>
              </a:rPr>
              <a:t>三、</a:t>
            </a:r>
            <a:r>
              <a:rPr lang="zh-CN" altLang="zh-CN" sz="3200" dirty="0">
                <a:solidFill>
                  <a:srgbClr val="0033CC"/>
                </a:solidFill>
                <a:latin typeface="黑体" panose="02010609060101010101" pitchFamily="49" charset="-122"/>
              </a:rPr>
              <a:t>图书借阅管理系统</a:t>
            </a:r>
            <a:r>
              <a:rPr lang="zh-CN" altLang="en-US" sz="3200" dirty="0">
                <a:solidFill>
                  <a:srgbClr val="0033CC"/>
                </a:solidFill>
                <a:latin typeface="黑体" panose="02010609060101010101" pitchFamily="49" charset="-122"/>
              </a:rPr>
              <a:t>逻辑数据模型设计</a:t>
            </a:r>
            <a:endParaRPr lang="zh-CN" altLang="en-US" sz="3200" dirty="0">
              <a:solidFill>
                <a:srgbClr val="0033CC"/>
              </a:solidFill>
              <a:latin typeface="黑体" panose="02010609060101010101" pitchFamily="49" charset="-122"/>
            </a:endParaRPr>
          </a:p>
        </p:txBody>
      </p:sp>
      <p:pic>
        <p:nvPicPr>
          <p:cNvPr id="2" name="逻辑数据模型设计.mp4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34963" y="1062038"/>
            <a:ext cx="11522075" cy="55895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 fullScrn="0">
              <p:cMediaNode vol="80000" showWhenStopped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876800" y="7000875"/>
            <a:ext cx="2973388" cy="5381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905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图书借阅管理</a:t>
            </a:r>
            <a:r>
              <a:rPr kumimoji="0" lang="en-US" altLang="zh-CN" sz="2905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PDM</a:t>
            </a:r>
            <a:endParaRPr kumimoji="0" lang="zh-CN" altLang="en-US" sz="2905" b="0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195" name="Text Box 2"/>
          <p:cNvSpPr txBox="1"/>
          <p:nvPr/>
        </p:nvSpPr>
        <p:spPr>
          <a:xfrm>
            <a:off x="263525" y="460375"/>
            <a:ext cx="11214100" cy="609600"/>
          </a:xfrm>
          <a:prstGeom prst="rect">
            <a:avLst/>
          </a:prstGeom>
          <a:noFill/>
          <a:ln w="9525">
            <a:noFill/>
          </a:ln>
        </p:spPr>
        <p:txBody>
          <a:bodyPr lIns="117060" tIns="58530" rIns="117060" bIns="58530">
            <a:spAutoFit/>
          </a:bodyPr>
          <a:p>
            <a:pPr defTabSz="967105" eaLnBrk="1" hangingPunct="1"/>
            <a:r>
              <a:rPr lang="zh-CN" altLang="en-US" sz="3200" dirty="0">
                <a:solidFill>
                  <a:srgbClr val="0033CC"/>
                </a:solidFill>
                <a:latin typeface="黑体" panose="02010609060101010101" pitchFamily="49" charset="-122"/>
              </a:rPr>
              <a:t>四、</a:t>
            </a:r>
            <a:r>
              <a:rPr lang="zh-CN" altLang="zh-CN" sz="3200" dirty="0">
                <a:solidFill>
                  <a:srgbClr val="0033CC"/>
                </a:solidFill>
                <a:latin typeface="黑体" panose="02010609060101010101" pitchFamily="49" charset="-122"/>
              </a:rPr>
              <a:t>图书借阅管理系统</a:t>
            </a:r>
            <a:r>
              <a:rPr lang="zh-CN" altLang="en-US" sz="3200" dirty="0">
                <a:solidFill>
                  <a:srgbClr val="0033CC"/>
                </a:solidFill>
                <a:latin typeface="黑体" panose="02010609060101010101" pitchFamily="49" charset="-122"/>
              </a:rPr>
              <a:t>物理数据模型设计</a:t>
            </a:r>
            <a:endParaRPr lang="zh-CN" altLang="en-US" sz="3200" dirty="0">
              <a:solidFill>
                <a:srgbClr val="0033CC"/>
              </a:solidFill>
              <a:latin typeface="黑体" panose="02010609060101010101" pitchFamily="49" charset="-122"/>
            </a:endParaRPr>
          </a:p>
        </p:txBody>
      </p:sp>
      <p:pic>
        <p:nvPicPr>
          <p:cNvPr id="4" name="物理数据模型设计.mp4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79425" y="1312863"/>
            <a:ext cx="11449050" cy="5472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 fullScrn="0">
              <p:cMediaNode vol="80000" showWhenStopped="1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005263" y="6875463"/>
            <a:ext cx="5391150" cy="539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905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图书借阅管理</a:t>
            </a:r>
            <a:r>
              <a:rPr kumimoji="0" lang="en-US" altLang="zh-CN" sz="2905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PDM</a:t>
            </a:r>
            <a:r>
              <a:rPr kumimoji="0" lang="zh-CN" altLang="en-US" sz="2905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转换为</a:t>
            </a:r>
            <a:r>
              <a:rPr kumimoji="0" lang="en-US" altLang="zh-CN" sz="2905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SQL</a:t>
            </a:r>
            <a:r>
              <a:rPr kumimoji="0" lang="zh-CN" altLang="en-US" sz="2905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程序</a:t>
            </a:r>
            <a:endParaRPr kumimoji="0" lang="zh-CN" altLang="en-US" sz="2905" b="0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107950" y="379413"/>
            <a:ext cx="12084050" cy="611188"/>
          </a:xfrm>
          <a:prstGeom prst="rect">
            <a:avLst/>
          </a:prstGeom>
          <a:noFill/>
          <a:ln>
            <a:noFill/>
          </a:ln>
          <a:effectLst/>
        </p:spPr>
        <p:txBody>
          <a:bodyPr lIns="117060" tIns="58530" rIns="117060" bIns="58530">
            <a:spAutoFit/>
          </a:bodyPr>
          <a:lstStyle>
            <a:lvl1pPr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五、</a:t>
            </a:r>
            <a:r>
              <a:rPr kumimoji="0" lang="zh-CN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图书借阅管理系统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数据模型设计转换为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SQL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脚本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4" name="数据库SQL生成.mp4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34963" y="1073150"/>
            <a:ext cx="11522075" cy="5595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 fullScrn="0">
              <p:cMediaNode vol="80000" showWhenStopped="1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727450" y="6911975"/>
            <a:ext cx="5948363" cy="539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905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在</a:t>
            </a:r>
            <a:r>
              <a:rPr kumimoji="0" lang="en-US" altLang="zh-CN" sz="2905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pgAdmin4</a:t>
            </a:r>
            <a:r>
              <a:rPr kumimoji="0" lang="zh-CN" altLang="en-US" sz="2905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中执行该</a:t>
            </a:r>
            <a:r>
              <a:rPr kumimoji="0" lang="en-US" altLang="zh-CN" sz="2905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SQL</a:t>
            </a:r>
            <a:r>
              <a:rPr kumimoji="0" lang="zh-CN" altLang="en-US" sz="2905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程序的结果</a:t>
            </a:r>
            <a:endParaRPr kumimoji="0" lang="zh-CN" altLang="en-US" sz="2905" b="0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07950" y="379413"/>
            <a:ext cx="12084050" cy="611188"/>
          </a:xfrm>
          <a:prstGeom prst="rect">
            <a:avLst/>
          </a:prstGeom>
          <a:noFill/>
          <a:ln>
            <a:noFill/>
          </a:ln>
          <a:effectLst/>
        </p:spPr>
        <p:txBody>
          <a:bodyPr lIns="117060" tIns="58530" rIns="117060" bIns="58530">
            <a:spAutoFit/>
          </a:bodyPr>
          <a:lstStyle>
            <a:lvl1pPr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六、执行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SQL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脚本创建</a:t>
            </a:r>
            <a:r>
              <a:rPr kumimoji="0" lang="zh-CN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图书借阅管理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数据库对象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2" name="数据库对象创建.mp4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34963" y="1125538"/>
            <a:ext cx="11449050" cy="5543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 fullScrn="0">
              <p:cMediaNode vol="80000" showWhenStopped="1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4064000" y="2924175"/>
            <a:ext cx="4494213" cy="8302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本章学习结束！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hhMGNlYjM2NDI3M2Y3ZjdjNmFiMTAwZmE0NDcwMTQifQ=="/>
</p:tagLst>
</file>

<file path=ppt/theme/theme1.xml><?xml version="1.0" encoding="utf-8"?>
<a:theme xmlns:a="http://schemas.openxmlformats.org/drawingml/2006/main" name="5_색종이 상자_2">
  <a:themeElements>
    <a:clrScheme name="4_색종이 상자_2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4_색종이 상자_2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색종이 상자">
  <a:themeElements>
    <a:clrScheme name="5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5_색종이 상자">
      <a:majorFont>
        <a:latin typeface="Gulim"/>
        <a:ea typeface="Gulim"/>
        <a:cs typeface=""/>
      </a:majorFont>
      <a:minorFont>
        <a:latin typeface="Gulim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5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WPS 演示</Application>
  <PresentationFormat/>
  <Paragraphs>43</Paragraphs>
  <Slides>9</Slides>
  <Notes>5</Notes>
  <HiddenSlides>0</HiddenSlides>
  <MMClips>5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黑体</vt:lpstr>
      <vt:lpstr>Calibri</vt:lpstr>
      <vt:lpstr>Malgun Gothic</vt:lpstr>
      <vt:lpstr>Cambria</vt:lpstr>
      <vt:lpstr>Gulim</vt:lpstr>
      <vt:lpstr>Tahoma</vt:lpstr>
      <vt:lpstr>隶书</vt:lpstr>
      <vt:lpstr>微软雅黑</vt:lpstr>
      <vt:lpstr>Arial Unicode MS</vt:lpstr>
      <vt:lpstr>5_색종이 상자_2</vt:lpstr>
      <vt:lpstr>5_색종이 상자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頂勲爤鞝犿厡鞚挫厴</dc:title>
  <dc:creator>kmac</dc:creator>
  <cp:lastModifiedBy>星光闪闪</cp:lastModifiedBy>
  <cp:revision>2989</cp:revision>
  <dcterms:created xsi:type="dcterms:W3CDTF">2001-08-06T11:10:24Z</dcterms:created>
  <dcterms:modified xsi:type="dcterms:W3CDTF">2024-03-27T16:09:18Z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D3C3B187878C40C38030C5509F871E11_12</vt:lpwstr>
  </property>
</Properties>
</file>