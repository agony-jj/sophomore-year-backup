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60" r:id="rId3"/>
  </p:sldMasterIdLst>
  <p:notesMasterIdLst>
    <p:notesMasterId r:id="rId7"/>
  </p:notesMasterIdLst>
  <p:handoutMasterIdLst>
    <p:handoutMasterId r:id="rId31"/>
  </p:handoutMasterIdLst>
  <p:sldIdLst>
    <p:sldId id="2534" r:id="rId4"/>
    <p:sldId id="2536" r:id="rId5"/>
    <p:sldId id="2538" r:id="rId6"/>
    <p:sldId id="2539" r:id="rId8"/>
    <p:sldId id="2540" r:id="rId9"/>
    <p:sldId id="2541" r:id="rId10"/>
    <p:sldId id="2542" r:id="rId11"/>
    <p:sldId id="2543" r:id="rId12"/>
    <p:sldId id="2544" r:id="rId13"/>
    <p:sldId id="2545" r:id="rId14"/>
    <p:sldId id="2535" r:id="rId15"/>
    <p:sldId id="2537" r:id="rId16"/>
    <p:sldId id="2546" r:id="rId17"/>
    <p:sldId id="2549" r:id="rId18"/>
    <p:sldId id="2550" r:id="rId19"/>
    <p:sldId id="2551" r:id="rId20"/>
    <p:sldId id="2194" r:id="rId21"/>
    <p:sldId id="2552" r:id="rId22"/>
    <p:sldId id="2553" r:id="rId23"/>
    <p:sldId id="2554" r:id="rId24"/>
    <p:sldId id="2179" r:id="rId25"/>
    <p:sldId id="2555" r:id="rId26"/>
    <p:sldId id="2556" r:id="rId27"/>
    <p:sldId id="2558" r:id="rId28"/>
    <p:sldId id="2559" r:id="rId29"/>
    <p:sldId id="2560" r:id="rId30"/>
  </p:sldIdLst>
  <p:sldSz cx="12192000" cy="6858000"/>
  <p:notesSz cx="6669405" cy="9928225"/>
  <p:custDataLst>
    <p:tags r:id="rId35"/>
  </p:custDataLst>
  <p:defaultTextStyle>
    <a:defPPr>
      <a:defRPr lang="ko-KR"/>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黑体" panose="02010609060101010101" pitchFamily="49" charset="-122"/>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黑体" panose="02010609060101010101" pitchFamily="49" charset="-122"/>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黑体" panose="02010609060101010101" pitchFamily="49" charset="-122"/>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黑体" panose="02010609060101010101" pitchFamily="49" charset="-122"/>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黑体" panose="02010609060101010101" pitchFamily="49" charset="-122"/>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黑体" panose="02010609060101010101" pitchFamily="49" charset="-122"/>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黑体" panose="02010609060101010101" pitchFamily="49" charset="-122"/>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黑体" panose="02010609060101010101" pitchFamily="49" charset="-122"/>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3884" userDrawn="1">
          <p15:clr>
            <a:srgbClr val="A4A3A4"/>
          </p15:clr>
        </p15:guide>
        <p15:guide id="2" orient="horz" pos="1071" userDrawn="1">
          <p15:clr>
            <a:srgbClr val="A4A3A4"/>
          </p15:clr>
        </p15:guide>
        <p15:guide id="3" pos="219" userDrawn="1">
          <p15:clr>
            <a:srgbClr val="A4A3A4"/>
          </p15:clr>
        </p15:guide>
        <p15:guide id="4" pos="7461" userDrawn="1">
          <p15:clr>
            <a:srgbClr val="A4A3A4"/>
          </p15:clr>
        </p15:guide>
        <p15:guide id="5" pos="3838" userDrawn="1">
          <p15:clr>
            <a:srgbClr val="A4A3A4"/>
          </p15:clr>
        </p15:guide>
        <p15:guide id="6" pos="13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66FFFF"/>
    <a:srgbClr val="41D5E5"/>
    <a:srgbClr val="FF9900"/>
    <a:srgbClr val="FFFFCC"/>
    <a:srgbClr val="00FFFF"/>
    <a:srgbClr val="CC3300"/>
    <a:srgbClr val="FF3300"/>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0920"/>
    <p:restoredTop sz="92803"/>
  </p:normalViewPr>
  <p:slideViewPr>
    <p:cSldViewPr snapToObjects="1" showGuides="1">
      <p:cViewPr varScale="1">
        <p:scale>
          <a:sx n="75" d="100"/>
          <a:sy n="75" d="100"/>
        </p:scale>
        <p:origin x="474" y="78"/>
      </p:cViewPr>
      <p:guideLst>
        <p:guide orient="horz" pos="3884"/>
        <p:guide orient="horz" pos="1071"/>
        <p:guide pos="219"/>
        <p:guide pos="7461"/>
        <p:guide pos="3838"/>
        <p:guide pos="1326"/>
      </p:guideLst>
    </p:cSldViewPr>
  </p:slideViewPr>
  <p:notesTextViewPr>
    <p:cViewPr>
      <p:scale>
        <a:sx n="1" d="1"/>
        <a:sy n="1" d="1"/>
      </p:scale>
      <p:origin x="0" y="0"/>
    </p:cViewPr>
  </p:notesTextViewPr>
  <p:sorterViewPr showFormatting="0">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5" Type="http://schemas.openxmlformats.org/officeDocument/2006/relationships/tags" Target="tags/tag3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889250" cy="496888"/>
          </a:xfrm>
          <a:prstGeom prst="rect">
            <a:avLst/>
          </a:prstGeom>
        </p:spPr>
        <p:txBody>
          <a:bodyPr vert="horz" lIns="91440" tIns="45720" rIns="91440" bIns="45720" rtlCol="0"/>
          <a:lstStyle>
            <a:lvl1pPr algn="l" eaLnBrk="1" latinLnBrk="1" hangingPunct="1">
              <a:lnSpc>
                <a:spcPct val="80000"/>
              </a:lnSpc>
              <a:spcBef>
                <a:spcPct val="50000"/>
              </a:spcBef>
              <a:buClr>
                <a:srgbClr val="FF0000"/>
              </a:buClr>
              <a:buFont typeface="Wingdings" panose="05000000000000000000" pitchFamily="2" charset="2"/>
              <a:buNone/>
              <a:defRPr sz="1200"/>
            </a:lvl1pPr>
          </a:lstStyle>
          <a:p>
            <a:pPr marL="0" marR="0" lvl="0" indent="0" algn="l"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zh-CN" altLang="en-US" sz="12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3" name="日期占位符 2"/>
          <p:cNvSpPr>
            <a:spLocks noGrp="1"/>
          </p:cNvSpPr>
          <p:nvPr>
            <p:ph type="dt" sz="quarter" idx="1"/>
          </p:nvPr>
        </p:nvSpPr>
        <p:spPr>
          <a:xfrm>
            <a:off x="3778250" y="0"/>
            <a:ext cx="2889250" cy="496888"/>
          </a:xfrm>
          <a:prstGeom prst="rect">
            <a:avLst/>
          </a:prstGeom>
        </p:spPr>
        <p:txBody>
          <a:bodyPr vert="horz" lIns="91440" tIns="45720" rIns="91440" bIns="45720" rtlCol="0"/>
          <a:lstStyle>
            <a:lvl1pPr algn="r" eaLnBrk="1" latinLnBrk="1" hangingPunct="1">
              <a:lnSpc>
                <a:spcPct val="80000"/>
              </a:lnSpc>
              <a:spcBef>
                <a:spcPct val="50000"/>
              </a:spcBef>
              <a:buClr>
                <a:srgbClr val="FF0000"/>
              </a:buClr>
              <a:buFont typeface="Wingdings" panose="05000000000000000000" pitchFamily="2" charset="2"/>
              <a:buNone/>
              <a:defRPr sz="1200"/>
            </a:lvl1pPr>
          </a:lstStyle>
          <a:p>
            <a:pPr marL="0" marR="0" lvl="0" indent="0" algn="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fld id="{C7118E2B-52D5-43EA-9DD1-55707F0B1F0F}" type="datetimeFigureOut">
              <a:rPr kumimoji="0" lang="zh-CN" altLang="en-US" sz="12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fld>
            <a:endParaRPr kumimoji="0" lang="zh-CN" altLang="en-US" sz="12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4" name="页脚占位符 3"/>
          <p:cNvSpPr>
            <a:spLocks noGrp="1"/>
          </p:cNvSpPr>
          <p:nvPr>
            <p:ph type="ftr" sz="quarter" idx="2"/>
          </p:nvPr>
        </p:nvSpPr>
        <p:spPr>
          <a:xfrm>
            <a:off x="0" y="9429750"/>
            <a:ext cx="2889250" cy="496888"/>
          </a:xfrm>
          <a:prstGeom prst="rect">
            <a:avLst/>
          </a:prstGeom>
        </p:spPr>
        <p:txBody>
          <a:bodyPr vert="horz" lIns="91440" tIns="45720" rIns="91440" bIns="45720" rtlCol="0" anchor="b"/>
          <a:lstStyle>
            <a:lvl1pPr algn="l" eaLnBrk="1" latinLnBrk="1" hangingPunct="1">
              <a:lnSpc>
                <a:spcPct val="80000"/>
              </a:lnSpc>
              <a:spcBef>
                <a:spcPct val="50000"/>
              </a:spcBef>
              <a:buClr>
                <a:srgbClr val="FF0000"/>
              </a:buClr>
              <a:buFont typeface="Wingdings" panose="05000000000000000000" pitchFamily="2" charset="2"/>
              <a:buNone/>
              <a:defRPr sz="1200"/>
            </a:lvl1pPr>
          </a:lstStyle>
          <a:p>
            <a:pPr marL="0" marR="0" lvl="0" indent="0" algn="l"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endParaRPr kumimoji="0" lang="zh-CN" altLang="en-US" sz="12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5" name="灯片编号占位符 4"/>
          <p:cNvSpPr>
            <a:spLocks noGrp="1"/>
          </p:cNvSpPr>
          <p:nvPr>
            <p:ph type="sldNum" sz="quarter" idx="3"/>
          </p:nvPr>
        </p:nvSpPr>
        <p:spPr>
          <a:xfrm>
            <a:off x="3778250" y="9429750"/>
            <a:ext cx="2889250" cy="496888"/>
          </a:xfrm>
          <a:prstGeom prst="rect">
            <a:avLst/>
          </a:prstGeom>
        </p:spPr>
        <p:txBody>
          <a:bodyPr vert="horz" wrap="square" lIns="91440" tIns="45720" rIns="91440" bIns="45720" numCol="1" anchor="b" anchorCtr="0" compatLnSpc="1"/>
          <a:p>
            <a:pPr lvl="0" algn="r" eaLnBrk="1" latinLnBrk="1" hangingPunct="1">
              <a:lnSpc>
                <a:spcPct val="80000"/>
              </a:lnSpc>
              <a:spcBef>
                <a:spcPct val="50000"/>
              </a:spcBef>
              <a:buClr>
                <a:srgbClr val="FF0000"/>
              </a:buClr>
              <a:buFont typeface="Wingdings" panose="05000000000000000000" pitchFamily="2" charset="2"/>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hdr" sz="quarter"/>
          </p:nvPr>
        </p:nvSpPr>
        <p:spPr bwMode="auto">
          <a:xfrm>
            <a:off x="0" y="0"/>
            <a:ext cx="2889250" cy="496888"/>
          </a:xfrm>
          <a:prstGeom prst="rect">
            <a:avLst/>
          </a:prstGeom>
          <a:noFill/>
          <a:ln>
            <a:noFill/>
          </a:ln>
        </p:spPr>
        <p:txBody>
          <a:bodyPr vert="horz" wrap="square" lIns="94651" tIns="47326" rIns="94651" bIns="47326" numCol="1" anchor="t" anchorCtr="0" compatLnSpc="1"/>
          <a:lstStyle>
            <a:lvl1pPr algn="l" defTabSz="946150" eaLnBrk="1" latinLnBrk="1" hangingPunct="1">
              <a:lnSpc>
                <a:spcPct val="100000"/>
              </a:lnSpc>
              <a:spcBef>
                <a:spcPct val="50000"/>
              </a:spcBef>
              <a:buClrTx/>
              <a:buFontTx/>
              <a:buNone/>
              <a:defRPr sz="1300">
                <a:latin typeface="Tahoma" panose="020B0604030504040204" pitchFamily="34" charset="0"/>
                <a:ea typeface="Gulim" pitchFamily="34" charset="-127"/>
              </a:defRPr>
            </a:lvl1pPr>
          </a:lstStyle>
          <a:p>
            <a:pPr marL="0" marR="0" lvl="0" indent="0" algn="l" defTabSz="946150" rtl="0" eaLnBrk="1" fontAlgn="base" latinLnBrk="1" hangingPunct="1">
              <a:lnSpc>
                <a:spcPct val="100000"/>
              </a:lnSpc>
              <a:spcBef>
                <a:spcPct val="5000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Tahoma" panose="020B0604030504040204" pitchFamily="34" charset="0"/>
              <a:ea typeface="Gulim" pitchFamily="34" charset="-127"/>
              <a:cs typeface="+mn-cs"/>
            </a:endParaRPr>
          </a:p>
        </p:txBody>
      </p:sp>
      <p:sp>
        <p:nvSpPr>
          <p:cNvPr id="4099" name="Rectangle 3"/>
          <p:cNvSpPr>
            <a:spLocks noGrp="1" noChangeArrowheads="1"/>
          </p:cNvSpPr>
          <p:nvPr>
            <p:ph type="dt" idx="1"/>
          </p:nvPr>
        </p:nvSpPr>
        <p:spPr bwMode="auto">
          <a:xfrm>
            <a:off x="3778250" y="0"/>
            <a:ext cx="2890838" cy="496888"/>
          </a:xfrm>
          <a:prstGeom prst="rect">
            <a:avLst/>
          </a:prstGeom>
          <a:noFill/>
          <a:ln>
            <a:noFill/>
          </a:ln>
        </p:spPr>
        <p:txBody>
          <a:bodyPr vert="horz" wrap="square" lIns="94651" tIns="47326" rIns="94651" bIns="47326" numCol="1" anchor="t" anchorCtr="0" compatLnSpc="1"/>
          <a:lstStyle>
            <a:lvl1pPr algn="r" defTabSz="946150" eaLnBrk="1" latinLnBrk="1" hangingPunct="1">
              <a:lnSpc>
                <a:spcPct val="100000"/>
              </a:lnSpc>
              <a:spcBef>
                <a:spcPct val="50000"/>
              </a:spcBef>
              <a:buClrTx/>
              <a:buFontTx/>
              <a:buNone/>
              <a:defRPr sz="1300">
                <a:latin typeface="Tahoma" panose="020B0604030504040204" pitchFamily="34" charset="0"/>
                <a:ea typeface="Gulim" pitchFamily="34" charset="-127"/>
              </a:defRPr>
            </a:lvl1pPr>
          </a:lstStyle>
          <a:p>
            <a:pPr marL="0" marR="0" lvl="0" indent="0" algn="r" defTabSz="946150" rtl="0" eaLnBrk="1" fontAlgn="base" latinLnBrk="1" hangingPunct="1">
              <a:lnSpc>
                <a:spcPct val="100000"/>
              </a:lnSpc>
              <a:spcBef>
                <a:spcPct val="5000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Tahoma" panose="020B0604030504040204" pitchFamily="34" charset="0"/>
              <a:ea typeface="Gulim" pitchFamily="34" charset="-127"/>
              <a:cs typeface="+mn-cs"/>
            </a:endParaRPr>
          </a:p>
        </p:txBody>
      </p:sp>
      <p:sp>
        <p:nvSpPr>
          <p:cNvPr id="3076" name="Rectangle 4"/>
          <p:cNvSpPr>
            <a:spLocks noGrp="1"/>
          </p:cNvSpPr>
          <p:nvPr>
            <p:ph type="sldImg" idx="2"/>
          </p:nvPr>
        </p:nvSpPr>
        <p:spPr>
          <a:xfrm>
            <a:off x="33338" y="746125"/>
            <a:ext cx="6610350" cy="3719513"/>
          </a:xfrm>
          <a:prstGeom prst="rect">
            <a:avLst/>
          </a:prstGeom>
          <a:noFill/>
          <a:ln w="9525">
            <a:noFill/>
          </a:ln>
        </p:spPr>
      </p:sp>
      <p:sp>
        <p:nvSpPr>
          <p:cNvPr id="4101" name="Rectangle 5"/>
          <p:cNvSpPr>
            <a:spLocks noGrp="1" noChangeArrowheads="1"/>
          </p:cNvSpPr>
          <p:nvPr>
            <p:ph type="body" sz="quarter" idx="3"/>
          </p:nvPr>
        </p:nvSpPr>
        <p:spPr bwMode="auto">
          <a:xfrm>
            <a:off x="890588" y="4714875"/>
            <a:ext cx="4887913" cy="4467225"/>
          </a:xfrm>
          <a:prstGeom prst="rect">
            <a:avLst/>
          </a:prstGeom>
          <a:noFill/>
          <a:ln>
            <a:noFill/>
          </a:ln>
        </p:spPr>
        <p:txBody>
          <a:bodyPr vert="horz" wrap="square" lIns="94651" tIns="47326" rIns="94651" bIns="47326" numCol="1" anchor="ctr" anchorCtr="0" compatLnSpc="1"/>
          <a:lstStyle/>
          <a:p>
            <a:pPr marL="0" marR="0" lvl="0" indent="0" algn="l" defTabSz="914400" rtl="0" eaLnBrk="0" fontAlgn="base" latinLnBrk="1" hangingPunct="0">
              <a:lnSpc>
                <a:spcPct val="100000"/>
              </a:lnSpc>
              <a:spcBef>
                <a:spcPct val="30000"/>
              </a:spcBef>
              <a:spcAft>
                <a:spcPct val="0"/>
              </a:spcAft>
              <a:buClrTx/>
              <a:buSzTx/>
              <a:buFontTx/>
              <a:buNone/>
              <a:defRPr/>
            </a:pPr>
            <a:r>
              <a:rPr kumimoji="0" lang="ko-KR" altLang="en-US" sz="1200" b="0" i="0" u="none" strike="noStrike" kern="1200" cap="none" spc="0" normalizeH="0" baseline="0" noProof="0">
                <a:ln>
                  <a:noFill/>
                </a:ln>
                <a:solidFill>
                  <a:schemeClr val="tx1"/>
                </a:solidFill>
                <a:effectLst/>
                <a:uLnTx/>
                <a:uFillTx/>
                <a:latin typeface="Gulim" pitchFamily="34" charset="-127"/>
                <a:ea typeface="Gulim" pitchFamily="34" charset="-127"/>
                <a:cs typeface="+mn-cs"/>
              </a:rPr>
              <a:t>마스터 텍스트 스타일을 편집합니다</a:t>
            </a:r>
            <a:endParaRPr kumimoji="0" lang="ko-KR" altLang="en-US" sz="12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a:p>
            <a:pPr marL="457200" marR="0" lvl="1" indent="0" algn="l" defTabSz="914400" rtl="0" eaLnBrk="0" fontAlgn="base" latinLnBrk="1" hangingPunct="0">
              <a:lnSpc>
                <a:spcPct val="100000"/>
              </a:lnSpc>
              <a:spcBef>
                <a:spcPct val="30000"/>
              </a:spcBef>
              <a:spcAft>
                <a:spcPct val="0"/>
              </a:spcAft>
              <a:buClrTx/>
              <a:buSzTx/>
              <a:buFontTx/>
              <a:buNone/>
              <a:defRPr/>
            </a:pPr>
            <a:r>
              <a:rPr kumimoji="0" lang="ko-KR" altLang="en-US" sz="1200" b="0" i="0" u="none" strike="noStrike" kern="1200" cap="none" spc="0" normalizeH="0" baseline="0" noProof="0">
                <a:ln>
                  <a:noFill/>
                </a:ln>
                <a:solidFill>
                  <a:schemeClr val="tx1"/>
                </a:solidFill>
                <a:effectLst/>
                <a:uLnTx/>
                <a:uFillTx/>
                <a:latin typeface="Gulim" pitchFamily="34" charset="-127"/>
                <a:ea typeface="Gulim" pitchFamily="34" charset="-127"/>
                <a:cs typeface="+mn-cs"/>
              </a:rPr>
              <a:t>둘째 수준</a:t>
            </a:r>
            <a:endParaRPr kumimoji="0" lang="ko-KR" altLang="en-US" sz="12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a:p>
            <a:pPr marL="914400" marR="0" lvl="2" indent="0" algn="l" defTabSz="914400" rtl="0" eaLnBrk="0" fontAlgn="base" latinLnBrk="1" hangingPunct="0">
              <a:lnSpc>
                <a:spcPct val="100000"/>
              </a:lnSpc>
              <a:spcBef>
                <a:spcPct val="30000"/>
              </a:spcBef>
              <a:spcAft>
                <a:spcPct val="0"/>
              </a:spcAft>
              <a:buClrTx/>
              <a:buSzTx/>
              <a:buFontTx/>
              <a:buNone/>
              <a:defRPr/>
            </a:pPr>
            <a:r>
              <a:rPr kumimoji="0" lang="ko-KR" altLang="en-US" sz="1200" b="0" i="0" u="none" strike="noStrike" kern="1200" cap="none" spc="0" normalizeH="0" baseline="0" noProof="0">
                <a:ln>
                  <a:noFill/>
                </a:ln>
                <a:solidFill>
                  <a:schemeClr val="tx1"/>
                </a:solidFill>
                <a:effectLst/>
                <a:uLnTx/>
                <a:uFillTx/>
                <a:latin typeface="Gulim" pitchFamily="34" charset="-127"/>
                <a:ea typeface="Gulim" pitchFamily="34" charset="-127"/>
                <a:cs typeface="+mn-cs"/>
              </a:rPr>
              <a:t>셋째 수준</a:t>
            </a:r>
            <a:endParaRPr kumimoji="0" lang="ko-KR" altLang="en-US" sz="12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a:p>
            <a:pPr marL="1371600" marR="0" lvl="3" indent="0" algn="l" defTabSz="914400" rtl="0" eaLnBrk="0" fontAlgn="base" latinLnBrk="1" hangingPunct="0">
              <a:lnSpc>
                <a:spcPct val="100000"/>
              </a:lnSpc>
              <a:spcBef>
                <a:spcPct val="30000"/>
              </a:spcBef>
              <a:spcAft>
                <a:spcPct val="0"/>
              </a:spcAft>
              <a:buClrTx/>
              <a:buSzTx/>
              <a:buFontTx/>
              <a:buNone/>
              <a:defRPr/>
            </a:pPr>
            <a:r>
              <a:rPr kumimoji="0" lang="ko-KR" altLang="en-US" sz="1200" b="0" i="0" u="none" strike="noStrike" kern="1200" cap="none" spc="0" normalizeH="0" baseline="0" noProof="0">
                <a:ln>
                  <a:noFill/>
                </a:ln>
                <a:solidFill>
                  <a:schemeClr val="tx1"/>
                </a:solidFill>
                <a:effectLst/>
                <a:uLnTx/>
                <a:uFillTx/>
                <a:latin typeface="Gulim" pitchFamily="34" charset="-127"/>
                <a:ea typeface="Gulim" pitchFamily="34" charset="-127"/>
                <a:cs typeface="+mn-cs"/>
              </a:rPr>
              <a:t>넷째 수준</a:t>
            </a:r>
            <a:endParaRPr kumimoji="0" lang="ko-KR" altLang="en-US" sz="12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a:p>
            <a:pPr marL="1828800" marR="0" lvl="4" indent="0" algn="l" defTabSz="914400" rtl="0" eaLnBrk="0" fontAlgn="base" latinLnBrk="1" hangingPunct="0">
              <a:lnSpc>
                <a:spcPct val="100000"/>
              </a:lnSpc>
              <a:spcBef>
                <a:spcPct val="30000"/>
              </a:spcBef>
              <a:spcAft>
                <a:spcPct val="0"/>
              </a:spcAft>
              <a:buClrTx/>
              <a:buSzTx/>
              <a:buFontTx/>
              <a:buNone/>
              <a:defRPr/>
            </a:pPr>
            <a:r>
              <a:rPr kumimoji="0" lang="ko-KR" altLang="en-US" sz="1200" b="0" i="0" u="none" strike="noStrike" kern="1200" cap="none" spc="0" normalizeH="0" baseline="0" noProof="0">
                <a:ln>
                  <a:noFill/>
                </a:ln>
                <a:solidFill>
                  <a:schemeClr val="tx1"/>
                </a:solidFill>
                <a:effectLst/>
                <a:uLnTx/>
                <a:uFillTx/>
                <a:latin typeface="Gulim" pitchFamily="34" charset="-127"/>
                <a:ea typeface="Gulim" pitchFamily="34" charset="-127"/>
                <a:cs typeface="+mn-cs"/>
              </a:rPr>
              <a:t>다섯째 수준</a:t>
            </a:r>
            <a:endParaRPr kumimoji="0" lang="ko-KR" altLang="en-US" sz="1200"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4102" name="Rectangle 6"/>
          <p:cNvSpPr>
            <a:spLocks noGrp="1" noChangeArrowheads="1"/>
          </p:cNvSpPr>
          <p:nvPr>
            <p:ph type="ftr" sz="quarter" idx="4"/>
          </p:nvPr>
        </p:nvSpPr>
        <p:spPr bwMode="auto">
          <a:xfrm>
            <a:off x="0" y="9431338"/>
            <a:ext cx="2889250" cy="496888"/>
          </a:xfrm>
          <a:prstGeom prst="rect">
            <a:avLst/>
          </a:prstGeom>
          <a:noFill/>
          <a:ln>
            <a:noFill/>
          </a:ln>
        </p:spPr>
        <p:txBody>
          <a:bodyPr vert="horz" wrap="square" lIns="94651" tIns="47326" rIns="94651" bIns="47326" numCol="1" anchor="b" anchorCtr="0" compatLnSpc="1"/>
          <a:lstStyle>
            <a:lvl1pPr algn="l" defTabSz="946150" eaLnBrk="1" latinLnBrk="1" hangingPunct="1">
              <a:lnSpc>
                <a:spcPct val="100000"/>
              </a:lnSpc>
              <a:spcBef>
                <a:spcPct val="50000"/>
              </a:spcBef>
              <a:buClrTx/>
              <a:buFontTx/>
              <a:buNone/>
              <a:defRPr sz="1300">
                <a:latin typeface="Tahoma" panose="020B0604030504040204" pitchFamily="34" charset="0"/>
                <a:ea typeface="Gulim" pitchFamily="34" charset="-127"/>
              </a:defRPr>
            </a:lvl1pPr>
          </a:lstStyle>
          <a:p>
            <a:pPr marL="0" marR="0" lvl="0" indent="0" algn="l" defTabSz="946150" rtl="0" eaLnBrk="1" fontAlgn="base" latinLnBrk="1" hangingPunct="1">
              <a:lnSpc>
                <a:spcPct val="100000"/>
              </a:lnSpc>
              <a:spcBef>
                <a:spcPct val="5000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Tahoma" panose="020B0604030504040204" pitchFamily="34" charset="0"/>
              <a:ea typeface="Gulim" pitchFamily="34" charset="-127"/>
              <a:cs typeface="+mn-cs"/>
            </a:endParaRPr>
          </a:p>
        </p:txBody>
      </p:sp>
      <p:sp>
        <p:nvSpPr>
          <p:cNvPr id="4103" name="Rectangle 7"/>
          <p:cNvSpPr>
            <a:spLocks noGrp="1" noChangeArrowheads="1"/>
          </p:cNvSpPr>
          <p:nvPr>
            <p:ph type="sldNum" sz="quarter" idx="5"/>
          </p:nvPr>
        </p:nvSpPr>
        <p:spPr bwMode="auto">
          <a:xfrm>
            <a:off x="3778250" y="9431338"/>
            <a:ext cx="2890838" cy="496888"/>
          </a:xfrm>
          <a:prstGeom prst="rect">
            <a:avLst/>
          </a:prstGeom>
          <a:noFill/>
          <a:ln>
            <a:noFill/>
          </a:ln>
        </p:spPr>
        <p:txBody>
          <a:bodyPr vert="horz" wrap="square" lIns="94651" tIns="47326" rIns="94651" bIns="47326" numCol="1" anchor="b" anchorCtr="0" compatLnSpc="1"/>
          <a:p>
            <a:pPr lvl="0" algn="r" defTabSz="946150" eaLnBrk="1" latinLnBrk="1" hangingPunct="1">
              <a:spcBef>
                <a:spcPct val="50000"/>
              </a:spcBef>
              <a:buNone/>
            </a:pPr>
            <a:fld id="{9A0DB2DC-4C9A-4742-B13C-FB6460FD3503}" type="slidenum">
              <a:rPr lang="en-US" altLang="zh-CN" sz="1300" dirty="0">
                <a:latin typeface="Tahoma" panose="020B0604030504040204" pitchFamily="34" charset="0"/>
                <a:ea typeface="Gulim" pitchFamily="34" charset="-127"/>
              </a:rPr>
            </a:fld>
            <a:endParaRPr lang="en-US" altLang="zh-CN" sz="1300" dirty="0">
              <a:latin typeface="Tahoma" panose="020B0604030504040204" pitchFamily="34" charset="0"/>
              <a:ea typeface="Gulim" pitchFamily="34" charset="-127"/>
            </a:endParaRPr>
          </a:p>
        </p:txBody>
      </p:sp>
    </p:spTree>
  </p:cSld>
  <p:clrMap bg1="lt1" tx1="dk1" bg2="lt2" tx2="dk2" accent1="accent1" accent2="accent2" accent3="accent3" accent4="accent4" accent5="accent5" accent6="accent6" hlink="hlink" folHlink="folHlink"/>
  <p:hf sldNum="0" hdr="0" ftr="0" dt="0"/>
  <p:notesStyle>
    <a:lvl1pPr algn="l" rtl="0" eaLnBrk="0" fontAlgn="base" latinLnBrk="1" hangingPunct="0">
      <a:spcBef>
        <a:spcPct val="30000"/>
      </a:spcBef>
      <a:spcAft>
        <a:spcPct val="0"/>
      </a:spcAft>
      <a:defRPr sz="1200" kern="1200">
        <a:solidFill>
          <a:schemeClr val="tx1"/>
        </a:solidFill>
        <a:latin typeface="Gulim" pitchFamily="34" charset="-127"/>
        <a:ea typeface="Gulim" pitchFamily="34" charset="-127"/>
        <a:cs typeface="+mn-cs"/>
      </a:defRPr>
    </a:lvl1pPr>
    <a:lvl2pPr marL="457200" algn="l" rtl="0" eaLnBrk="0" fontAlgn="base" latinLnBrk="1" hangingPunct="0">
      <a:spcBef>
        <a:spcPct val="30000"/>
      </a:spcBef>
      <a:spcAft>
        <a:spcPct val="0"/>
      </a:spcAft>
      <a:defRPr sz="1200" kern="1200">
        <a:solidFill>
          <a:schemeClr val="tx1"/>
        </a:solidFill>
        <a:latin typeface="Gulim" pitchFamily="34" charset="-127"/>
        <a:ea typeface="Gulim" pitchFamily="34" charset="-127"/>
        <a:cs typeface="+mn-cs"/>
      </a:defRPr>
    </a:lvl2pPr>
    <a:lvl3pPr marL="914400" algn="l" rtl="0" eaLnBrk="0" fontAlgn="base" latinLnBrk="1" hangingPunct="0">
      <a:spcBef>
        <a:spcPct val="30000"/>
      </a:spcBef>
      <a:spcAft>
        <a:spcPct val="0"/>
      </a:spcAft>
      <a:defRPr sz="1200" kern="1200">
        <a:solidFill>
          <a:schemeClr val="tx1"/>
        </a:solidFill>
        <a:latin typeface="Gulim" pitchFamily="34" charset="-127"/>
        <a:ea typeface="Gulim" pitchFamily="34" charset="-127"/>
        <a:cs typeface="+mn-cs"/>
      </a:defRPr>
    </a:lvl3pPr>
    <a:lvl4pPr marL="1371600" algn="l" rtl="0" eaLnBrk="0" fontAlgn="base" latinLnBrk="1" hangingPunct="0">
      <a:spcBef>
        <a:spcPct val="30000"/>
      </a:spcBef>
      <a:spcAft>
        <a:spcPct val="0"/>
      </a:spcAft>
      <a:defRPr sz="1200" kern="1200">
        <a:solidFill>
          <a:schemeClr val="tx1"/>
        </a:solidFill>
        <a:latin typeface="Gulim" pitchFamily="34" charset="-127"/>
        <a:ea typeface="Gulim" pitchFamily="34" charset="-127"/>
        <a:cs typeface="+mn-cs"/>
      </a:defRPr>
    </a:lvl4pPr>
    <a:lvl5pPr marL="1828800" algn="l" rtl="0" eaLnBrk="0" fontAlgn="base" latinLnBrk="1" hangingPunct="0">
      <a:spcBef>
        <a:spcPct val="30000"/>
      </a:spcBef>
      <a:spcAft>
        <a:spcPct val="0"/>
      </a:spcAft>
      <a:defRPr sz="1200" kern="1200">
        <a:solidFill>
          <a:schemeClr val="tx1"/>
        </a:solidFill>
        <a:latin typeface="Gulim" pitchFamily="34" charset="-127"/>
        <a:ea typeface="Gulim" pitchFamily="34"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4578" name="Rectangle 2"/>
          <p:cNvSpPr>
            <a:spLocks noGrp="1" noTextEdit="1"/>
          </p:cNvSpPr>
          <p:nvPr>
            <p:ph type="sldImg"/>
          </p:nvPr>
        </p:nvSpPr>
        <p:spPr>
          <a:xfrm>
            <a:off x="28575" y="746125"/>
            <a:ext cx="6613525" cy="3721100"/>
          </a:xfrm>
          <a:ln/>
        </p:spPr>
      </p:sp>
      <p:sp>
        <p:nvSpPr>
          <p:cNvPr id="24579"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6626" name="Rectangle 2"/>
          <p:cNvSpPr>
            <a:spLocks noGrp="1" noTextEdit="1"/>
          </p:cNvSpPr>
          <p:nvPr>
            <p:ph type="sldImg"/>
          </p:nvPr>
        </p:nvSpPr>
        <p:spPr>
          <a:xfrm>
            <a:off x="28575" y="746125"/>
            <a:ext cx="6613525" cy="3721100"/>
          </a:xfrm>
          <a:ln/>
        </p:spPr>
      </p:sp>
      <p:sp>
        <p:nvSpPr>
          <p:cNvPr id="26627"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8674" name="Rectangle 2"/>
          <p:cNvSpPr>
            <a:spLocks noGrp="1" noTextEdit="1"/>
          </p:cNvSpPr>
          <p:nvPr>
            <p:ph type="sldImg"/>
          </p:nvPr>
        </p:nvSpPr>
        <p:spPr>
          <a:xfrm>
            <a:off x="28575" y="746125"/>
            <a:ext cx="6613525" cy="3721100"/>
          </a:xfrm>
          <a:ln/>
        </p:spPr>
      </p:sp>
      <p:sp>
        <p:nvSpPr>
          <p:cNvPr id="28675"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0722" name="Rectangle 2"/>
          <p:cNvSpPr>
            <a:spLocks noGrp="1" noTextEdit="1"/>
          </p:cNvSpPr>
          <p:nvPr>
            <p:ph type="sldImg"/>
          </p:nvPr>
        </p:nvSpPr>
        <p:spPr>
          <a:xfrm>
            <a:off x="28575" y="746125"/>
            <a:ext cx="6613525" cy="3721100"/>
          </a:xfrm>
          <a:ln/>
        </p:spPr>
      </p:sp>
      <p:sp>
        <p:nvSpPr>
          <p:cNvPr id="30723"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2770" name="Rectangle 2"/>
          <p:cNvSpPr>
            <a:spLocks noGrp="1" noTextEdit="1"/>
          </p:cNvSpPr>
          <p:nvPr>
            <p:ph type="sldImg"/>
          </p:nvPr>
        </p:nvSpPr>
        <p:spPr>
          <a:xfrm>
            <a:off x="28575" y="746125"/>
            <a:ext cx="6613525" cy="3721100"/>
          </a:xfrm>
          <a:ln/>
        </p:spPr>
      </p:sp>
      <p:sp>
        <p:nvSpPr>
          <p:cNvPr id="32771"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4818" name="Rectangle 2"/>
          <p:cNvSpPr>
            <a:spLocks noGrp="1" noTextEdit="1"/>
          </p:cNvSpPr>
          <p:nvPr>
            <p:ph type="sldImg"/>
          </p:nvPr>
        </p:nvSpPr>
        <p:spPr>
          <a:xfrm>
            <a:off x="28575" y="746125"/>
            <a:ext cx="6613525" cy="3721100"/>
          </a:xfrm>
          <a:ln/>
        </p:spPr>
      </p:sp>
      <p:sp>
        <p:nvSpPr>
          <p:cNvPr id="34819"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6866" name="Rectangle 2"/>
          <p:cNvSpPr>
            <a:spLocks noGrp="1" noTextEdit="1"/>
          </p:cNvSpPr>
          <p:nvPr>
            <p:ph type="sldImg"/>
          </p:nvPr>
        </p:nvSpPr>
        <p:spPr>
          <a:xfrm>
            <a:off x="28575" y="746125"/>
            <a:ext cx="6613525" cy="3721100"/>
          </a:xfrm>
          <a:ln/>
        </p:spPr>
      </p:sp>
      <p:sp>
        <p:nvSpPr>
          <p:cNvPr id="36867"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8914" name="Rectangle 2"/>
          <p:cNvSpPr>
            <a:spLocks noGrp="1" noTextEdit="1"/>
          </p:cNvSpPr>
          <p:nvPr>
            <p:ph type="sldImg"/>
          </p:nvPr>
        </p:nvSpPr>
        <p:spPr>
          <a:xfrm>
            <a:off x="28575" y="746125"/>
            <a:ext cx="6613525" cy="3721100"/>
          </a:xfrm>
          <a:ln/>
        </p:spPr>
      </p:sp>
      <p:sp>
        <p:nvSpPr>
          <p:cNvPr id="38915"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3010" name="Rectangle 2"/>
          <p:cNvSpPr>
            <a:spLocks noGrp="1" noTextEdit="1"/>
          </p:cNvSpPr>
          <p:nvPr>
            <p:ph type="sldImg"/>
          </p:nvPr>
        </p:nvSpPr>
        <p:spPr>
          <a:xfrm>
            <a:off x="28575" y="746125"/>
            <a:ext cx="6613525" cy="3721100"/>
          </a:xfrm>
          <a:ln/>
        </p:spPr>
      </p:sp>
      <p:sp>
        <p:nvSpPr>
          <p:cNvPr id="43011"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5058" name="Rectangle 2"/>
          <p:cNvSpPr>
            <a:spLocks noGrp="1" noTextEdit="1"/>
          </p:cNvSpPr>
          <p:nvPr>
            <p:ph type="sldImg"/>
          </p:nvPr>
        </p:nvSpPr>
        <p:spPr>
          <a:xfrm>
            <a:off x="28575" y="746125"/>
            <a:ext cx="6613525" cy="3721100"/>
          </a:xfrm>
          <a:ln/>
        </p:spPr>
      </p:sp>
      <p:sp>
        <p:nvSpPr>
          <p:cNvPr id="45059"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7106" name="Rectangle 2"/>
          <p:cNvSpPr>
            <a:spLocks noGrp="1" noTextEdit="1"/>
          </p:cNvSpPr>
          <p:nvPr>
            <p:ph type="sldImg"/>
          </p:nvPr>
        </p:nvSpPr>
        <p:spPr>
          <a:xfrm>
            <a:off x="28575" y="746125"/>
            <a:ext cx="6613525" cy="3721100"/>
          </a:xfrm>
          <a:ln/>
        </p:spPr>
      </p:sp>
      <p:sp>
        <p:nvSpPr>
          <p:cNvPr id="47107"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9154" name="Rectangle 2"/>
          <p:cNvSpPr>
            <a:spLocks noGrp="1" noRot="1" noChangeAspect="1" noTextEdit="1"/>
          </p:cNvSpPr>
          <p:nvPr>
            <p:ph type="sldImg"/>
          </p:nvPr>
        </p:nvSpPr>
        <p:spPr>
          <a:xfrm>
            <a:off x="28575" y="746125"/>
            <a:ext cx="6613525" cy="3721100"/>
          </a:xfrm>
          <a:ln/>
        </p:spPr>
      </p:sp>
      <p:sp>
        <p:nvSpPr>
          <p:cNvPr id="49155" name="Rectangle 3"/>
          <p:cNvSpPr>
            <a:spLocks noGrp="1"/>
          </p:cNvSpPr>
          <p:nvPr>
            <p:ph type="body"/>
          </p:nvPr>
        </p:nvSpPr>
        <p:spPr>
          <a:xfrm>
            <a:off x="889000" y="4714875"/>
            <a:ext cx="4891088" cy="4467225"/>
          </a:xfrm>
          <a:ln/>
        </p:spPr>
        <p:txBody>
          <a:bodyPr wrap="square" lIns="94651" tIns="47326" rIns="94651" bIns="47326" anchor="ctr" anchorCtr="0"/>
          <a:p>
            <a:pPr lvl="0"/>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1202" name="Rectangle 2"/>
          <p:cNvSpPr>
            <a:spLocks noGrp="1" noRot="1" noChangeAspect="1" noTextEdit="1"/>
          </p:cNvSpPr>
          <p:nvPr>
            <p:ph type="sldImg"/>
          </p:nvPr>
        </p:nvSpPr>
        <p:spPr>
          <a:xfrm>
            <a:off x="28575" y="746125"/>
            <a:ext cx="6613525" cy="3721100"/>
          </a:xfrm>
          <a:ln/>
        </p:spPr>
      </p:sp>
      <p:sp>
        <p:nvSpPr>
          <p:cNvPr id="51203"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3250" name="Rectangle 2"/>
          <p:cNvSpPr>
            <a:spLocks noGrp="1" noRot="1" noChangeAspect="1" noTextEdit="1"/>
          </p:cNvSpPr>
          <p:nvPr>
            <p:ph type="sldImg"/>
          </p:nvPr>
        </p:nvSpPr>
        <p:spPr>
          <a:xfrm>
            <a:off x="28575" y="746125"/>
            <a:ext cx="6613525" cy="3721100"/>
          </a:xfrm>
          <a:ln/>
        </p:spPr>
      </p:sp>
      <p:sp>
        <p:nvSpPr>
          <p:cNvPr id="53251"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5298" name="Rectangle 2"/>
          <p:cNvSpPr>
            <a:spLocks noGrp="1" noRot="1" noChangeAspect="1" noTextEdit="1"/>
          </p:cNvSpPr>
          <p:nvPr>
            <p:ph type="sldImg"/>
          </p:nvPr>
        </p:nvSpPr>
        <p:spPr>
          <a:xfrm>
            <a:off x="28575" y="746125"/>
            <a:ext cx="6613525" cy="3721100"/>
          </a:xfrm>
          <a:ln/>
        </p:spPr>
      </p:sp>
      <p:sp>
        <p:nvSpPr>
          <p:cNvPr id="55299"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7346" name="Rectangle 2"/>
          <p:cNvSpPr>
            <a:spLocks noGrp="1" noRot="1" noChangeAspect="1" noTextEdit="1"/>
          </p:cNvSpPr>
          <p:nvPr>
            <p:ph type="sldImg"/>
          </p:nvPr>
        </p:nvSpPr>
        <p:spPr>
          <a:xfrm>
            <a:off x="28575" y="746125"/>
            <a:ext cx="6613525" cy="3721100"/>
          </a:xfrm>
          <a:ln/>
        </p:spPr>
      </p:sp>
      <p:sp>
        <p:nvSpPr>
          <p:cNvPr id="57347"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9394" name="Rectangle 2"/>
          <p:cNvSpPr>
            <a:spLocks noGrp="1" noRot="1" noChangeAspect="1" noTextEdit="1"/>
          </p:cNvSpPr>
          <p:nvPr>
            <p:ph type="sldImg"/>
          </p:nvPr>
        </p:nvSpPr>
        <p:spPr>
          <a:xfrm>
            <a:off x="28575" y="746125"/>
            <a:ext cx="6613525" cy="3721100"/>
          </a:xfrm>
          <a:ln/>
        </p:spPr>
      </p:sp>
      <p:sp>
        <p:nvSpPr>
          <p:cNvPr id="59395" name="Rectangle 3"/>
          <p:cNvSpPr>
            <a:spLocks noGrp="1"/>
          </p:cNvSpPr>
          <p:nvPr>
            <p:ph type="body"/>
          </p:nvPr>
        </p:nvSpPr>
        <p:spPr>
          <a:xfrm>
            <a:off x="889000" y="4714875"/>
            <a:ext cx="4891088" cy="4467225"/>
          </a:xfrm>
          <a:ln/>
        </p:spPr>
        <p:txBody>
          <a:bodyPr wrap="square" lIns="94651" tIns="47326" rIns="94651" bIns="47326" anchor="ctr" anchorCtr="0"/>
          <a:p>
            <a:pPr lvl="0"/>
            <a:r>
              <a:rPr lang="zh-CN" altLang="en-US" dirty="0"/>
              <a:t>计算机又称电脑。任何计算机，不管它是什么类型，都是由程序指令控制机器操作，完成特定工作任务。</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3921" y="2130426"/>
            <a:ext cx="1036416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761" y="3886200"/>
            <a:ext cx="8534399" cy="1752600"/>
          </a:xfrm>
          <a:prstGeom prst="rect">
            <a:avLst/>
          </a:prstGeom>
        </p:spPr>
        <p:txBody>
          <a:bodyPr/>
          <a:lstStyle>
            <a:lvl1pPr marL="0" indent="0" algn="ctr">
              <a:buNone/>
              <a:defRPr/>
            </a:lvl1pPr>
            <a:lvl2pPr marL="553085" indent="0" algn="ctr">
              <a:buNone/>
              <a:defRPr/>
            </a:lvl2pPr>
            <a:lvl3pPr marL="1106170" indent="0" algn="ctr">
              <a:buNone/>
              <a:defRPr/>
            </a:lvl3pPr>
            <a:lvl4pPr marL="1658620" indent="0" algn="ctr">
              <a:buNone/>
              <a:defRPr/>
            </a:lvl4pPr>
            <a:lvl5pPr marL="2211705" indent="0" algn="ctr">
              <a:buNone/>
              <a:defRPr/>
            </a:lvl5pPr>
            <a:lvl6pPr marL="2764790" indent="0" algn="ctr">
              <a:buNone/>
              <a:defRPr/>
            </a:lvl6pPr>
            <a:lvl7pPr marL="3317875" indent="0" algn="ctr">
              <a:buNone/>
              <a:defRPr/>
            </a:lvl7pPr>
            <a:lvl8pPr marL="3870325" indent="0" algn="ctr">
              <a:buNone/>
              <a:defRPr/>
            </a:lvl8pPr>
            <a:lvl9pPr marL="442341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0560" y="274638"/>
            <a:ext cx="1097280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10560" y="1600201"/>
            <a:ext cx="1097280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840" y="4406901"/>
            <a:ext cx="10362241" cy="1362075"/>
          </a:xfrm>
          <a:prstGeom prst="rect">
            <a:avLst/>
          </a:prstGeom>
        </p:spPr>
        <p:txBody>
          <a:bodyPr anchor="t"/>
          <a:lstStyle>
            <a:lvl1pPr algn="l">
              <a:defRPr sz="484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840" y="2906713"/>
            <a:ext cx="10362241" cy="1500187"/>
          </a:xfrm>
          <a:prstGeom prst="rect">
            <a:avLst/>
          </a:prstGeom>
        </p:spPr>
        <p:txBody>
          <a:bodyPr anchor="b"/>
          <a:lstStyle>
            <a:lvl1pPr marL="0" indent="0">
              <a:buNone/>
              <a:defRPr sz="2420"/>
            </a:lvl1pPr>
            <a:lvl2pPr marL="553085" indent="0">
              <a:buNone/>
              <a:defRPr sz="2175"/>
            </a:lvl2pPr>
            <a:lvl3pPr marL="1106170" indent="0">
              <a:buNone/>
              <a:defRPr sz="1935"/>
            </a:lvl3pPr>
            <a:lvl4pPr marL="1658620" indent="0">
              <a:buNone/>
              <a:defRPr sz="1695"/>
            </a:lvl4pPr>
            <a:lvl5pPr marL="2211705" indent="0">
              <a:buNone/>
              <a:defRPr sz="1695"/>
            </a:lvl5pPr>
            <a:lvl6pPr marL="2764790" indent="0">
              <a:buNone/>
              <a:defRPr sz="1695"/>
            </a:lvl6pPr>
            <a:lvl7pPr marL="3317875" indent="0">
              <a:buNone/>
              <a:defRPr sz="1695"/>
            </a:lvl7pPr>
            <a:lvl8pPr marL="3870325" indent="0">
              <a:buNone/>
              <a:defRPr sz="1695"/>
            </a:lvl8pPr>
            <a:lvl9pPr marL="4423410" indent="0">
              <a:buNone/>
              <a:defRPr sz="1695"/>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10560" y="274638"/>
            <a:ext cx="1097280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10560" y="1600201"/>
            <a:ext cx="5393281" cy="4525963"/>
          </a:xfrm>
          <a:prstGeom prst="rect">
            <a:avLst/>
          </a:prstGeom>
        </p:spPr>
        <p:txBody>
          <a:bodyPr/>
          <a:lstStyle>
            <a:lvl1pPr>
              <a:defRPr sz="3385"/>
            </a:lvl1pPr>
            <a:lvl2pPr>
              <a:defRPr sz="2905"/>
            </a:lvl2pPr>
            <a:lvl3pPr>
              <a:defRPr sz="2420"/>
            </a:lvl3pPr>
            <a:lvl4pPr>
              <a:defRPr sz="2175"/>
            </a:lvl4pPr>
            <a:lvl5pPr>
              <a:defRPr sz="2175"/>
            </a:lvl5pPr>
            <a:lvl6pPr>
              <a:defRPr sz="2175"/>
            </a:lvl6pPr>
            <a:lvl7pPr>
              <a:defRPr sz="2175"/>
            </a:lvl7pPr>
            <a:lvl8pPr>
              <a:defRPr sz="2175"/>
            </a:lvl8pPr>
            <a:lvl9pPr>
              <a:defRPr sz="217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88161" y="1600201"/>
            <a:ext cx="5395200" cy="4525963"/>
          </a:xfrm>
          <a:prstGeom prst="rect">
            <a:avLst/>
          </a:prstGeom>
        </p:spPr>
        <p:txBody>
          <a:bodyPr/>
          <a:lstStyle>
            <a:lvl1pPr>
              <a:defRPr sz="3385"/>
            </a:lvl1pPr>
            <a:lvl2pPr>
              <a:defRPr sz="2905"/>
            </a:lvl2pPr>
            <a:lvl3pPr>
              <a:defRPr sz="2420"/>
            </a:lvl3pPr>
            <a:lvl4pPr>
              <a:defRPr sz="2175"/>
            </a:lvl4pPr>
            <a:lvl5pPr>
              <a:defRPr sz="2175"/>
            </a:lvl5pPr>
            <a:lvl6pPr>
              <a:defRPr sz="2175"/>
            </a:lvl6pPr>
            <a:lvl7pPr>
              <a:defRPr sz="2175"/>
            </a:lvl7pPr>
            <a:lvl8pPr>
              <a:defRPr sz="2175"/>
            </a:lvl8pPr>
            <a:lvl9pPr>
              <a:defRPr sz="217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10560" y="274638"/>
            <a:ext cx="1097280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10560" y="1535113"/>
            <a:ext cx="5385601" cy="639762"/>
          </a:xfrm>
          <a:prstGeom prst="rect">
            <a:avLst/>
          </a:prstGeom>
        </p:spPr>
        <p:txBody>
          <a:bodyPr anchor="b"/>
          <a:lstStyle>
            <a:lvl1pPr marL="0" indent="0">
              <a:buNone/>
              <a:defRPr sz="2905" b="1"/>
            </a:lvl1pPr>
            <a:lvl2pPr marL="553085" indent="0">
              <a:buNone/>
              <a:defRPr sz="2420" b="1"/>
            </a:lvl2pPr>
            <a:lvl3pPr marL="1106170" indent="0">
              <a:buNone/>
              <a:defRPr sz="2175" b="1"/>
            </a:lvl3pPr>
            <a:lvl4pPr marL="1658620" indent="0">
              <a:buNone/>
              <a:defRPr sz="1935" b="1"/>
            </a:lvl4pPr>
            <a:lvl5pPr marL="2211705" indent="0">
              <a:buNone/>
              <a:defRPr sz="1935" b="1"/>
            </a:lvl5pPr>
            <a:lvl6pPr marL="2764790" indent="0">
              <a:buNone/>
              <a:defRPr sz="1935" b="1"/>
            </a:lvl6pPr>
            <a:lvl7pPr marL="3317875" indent="0">
              <a:buNone/>
              <a:defRPr sz="1935" b="1"/>
            </a:lvl7pPr>
            <a:lvl8pPr marL="3870325" indent="0">
              <a:buNone/>
              <a:defRPr sz="1935" b="1"/>
            </a:lvl8pPr>
            <a:lvl9pPr marL="4423410" indent="0">
              <a:buNone/>
              <a:defRPr sz="19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10560" y="2174875"/>
            <a:ext cx="5385601" cy="3951288"/>
          </a:xfrm>
          <a:prstGeom prst="rect">
            <a:avLst/>
          </a:prstGeom>
        </p:spPr>
        <p:txBody>
          <a:bodyPr/>
          <a:lstStyle>
            <a:lvl1pPr>
              <a:defRPr sz="2905"/>
            </a:lvl1pPr>
            <a:lvl2pPr>
              <a:defRPr sz="2420"/>
            </a:lvl2pPr>
            <a:lvl3pPr>
              <a:defRPr sz="2175"/>
            </a:lvl3pPr>
            <a:lvl4pPr>
              <a:defRPr sz="1935"/>
            </a:lvl4pPr>
            <a:lvl5pPr>
              <a:defRPr sz="1935"/>
            </a:lvl5pPr>
            <a:lvl6pPr>
              <a:defRPr sz="1935"/>
            </a:lvl6pPr>
            <a:lvl7pPr>
              <a:defRPr sz="1935"/>
            </a:lvl7pPr>
            <a:lvl8pPr>
              <a:defRPr sz="1935"/>
            </a:lvl8pPr>
            <a:lvl9pPr>
              <a:defRPr sz="19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920" y="1535113"/>
            <a:ext cx="5389441" cy="639762"/>
          </a:xfrm>
          <a:prstGeom prst="rect">
            <a:avLst/>
          </a:prstGeom>
        </p:spPr>
        <p:txBody>
          <a:bodyPr anchor="b"/>
          <a:lstStyle>
            <a:lvl1pPr marL="0" indent="0">
              <a:buNone/>
              <a:defRPr sz="2905" b="1"/>
            </a:lvl1pPr>
            <a:lvl2pPr marL="553085" indent="0">
              <a:buNone/>
              <a:defRPr sz="2420" b="1"/>
            </a:lvl2pPr>
            <a:lvl3pPr marL="1106170" indent="0">
              <a:buNone/>
              <a:defRPr sz="2175" b="1"/>
            </a:lvl3pPr>
            <a:lvl4pPr marL="1658620" indent="0">
              <a:buNone/>
              <a:defRPr sz="1935" b="1"/>
            </a:lvl4pPr>
            <a:lvl5pPr marL="2211705" indent="0">
              <a:buNone/>
              <a:defRPr sz="1935" b="1"/>
            </a:lvl5pPr>
            <a:lvl6pPr marL="2764790" indent="0">
              <a:buNone/>
              <a:defRPr sz="1935" b="1"/>
            </a:lvl6pPr>
            <a:lvl7pPr marL="3317875" indent="0">
              <a:buNone/>
              <a:defRPr sz="1935" b="1"/>
            </a:lvl7pPr>
            <a:lvl8pPr marL="3870325" indent="0">
              <a:buNone/>
              <a:defRPr sz="1935" b="1"/>
            </a:lvl8pPr>
            <a:lvl9pPr marL="4423410" indent="0">
              <a:buNone/>
              <a:defRPr sz="19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920" y="2174875"/>
            <a:ext cx="5389441" cy="3951288"/>
          </a:xfrm>
          <a:prstGeom prst="rect">
            <a:avLst/>
          </a:prstGeom>
        </p:spPr>
        <p:txBody>
          <a:bodyPr/>
          <a:lstStyle>
            <a:lvl1pPr>
              <a:defRPr sz="2905"/>
            </a:lvl1pPr>
            <a:lvl2pPr>
              <a:defRPr sz="2420"/>
            </a:lvl2pPr>
            <a:lvl3pPr>
              <a:defRPr sz="2175"/>
            </a:lvl3pPr>
            <a:lvl4pPr>
              <a:defRPr sz="1935"/>
            </a:lvl4pPr>
            <a:lvl5pPr>
              <a:defRPr sz="1935"/>
            </a:lvl5pPr>
            <a:lvl6pPr>
              <a:defRPr sz="1935"/>
            </a:lvl6pPr>
            <a:lvl7pPr>
              <a:defRPr sz="1935"/>
            </a:lvl7pPr>
            <a:lvl8pPr>
              <a:defRPr sz="1935"/>
            </a:lvl8pPr>
            <a:lvl9pPr>
              <a:defRPr sz="19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10560" y="274638"/>
            <a:ext cx="10972801"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10560" y="273050"/>
            <a:ext cx="4010881" cy="1162050"/>
          </a:xfrm>
          <a:prstGeom prst="rect">
            <a:avLst/>
          </a:prstGeom>
        </p:spPr>
        <p:txBody>
          <a:bodyPr anchor="b"/>
          <a:lstStyle>
            <a:lvl1pPr algn="l">
              <a:defRPr sz="2420" b="1"/>
            </a:lvl1pPr>
          </a:lstStyle>
          <a:p>
            <a:r>
              <a:rPr lang="zh-CN" altLang="en-US"/>
              <a:t>单击此处编辑母版标题样式</a:t>
            </a:r>
            <a:endParaRPr lang="zh-CN" altLang="en-US"/>
          </a:p>
        </p:txBody>
      </p:sp>
      <p:sp>
        <p:nvSpPr>
          <p:cNvPr id="3" name="内容占位符 2"/>
          <p:cNvSpPr>
            <a:spLocks noGrp="1"/>
          </p:cNvSpPr>
          <p:nvPr>
            <p:ph idx="1"/>
          </p:nvPr>
        </p:nvSpPr>
        <p:spPr>
          <a:xfrm>
            <a:off x="4767361" y="273051"/>
            <a:ext cx="6816000" cy="5853113"/>
          </a:xfrm>
          <a:prstGeom prst="rect">
            <a:avLst/>
          </a:prstGeom>
        </p:spPr>
        <p:txBody>
          <a:bodyPr/>
          <a:lstStyle>
            <a:lvl1pPr>
              <a:defRPr sz="3870"/>
            </a:lvl1pPr>
            <a:lvl2pPr>
              <a:defRPr sz="3385"/>
            </a:lvl2pPr>
            <a:lvl3pPr>
              <a:defRPr sz="2905"/>
            </a:lvl3pPr>
            <a:lvl4pPr>
              <a:defRPr sz="2420"/>
            </a:lvl4pPr>
            <a:lvl5pPr>
              <a:defRPr sz="2420"/>
            </a:lvl5pPr>
            <a:lvl6pPr>
              <a:defRPr sz="2420"/>
            </a:lvl6pPr>
            <a:lvl7pPr>
              <a:defRPr sz="2420"/>
            </a:lvl7pPr>
            <a:lvl8pPr>
              <a:defRPr sz="2420"/>
            </a:lvl8pPr>
            <a:lvl9pPr>
              <a:defRPr sz="242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10560" y="1435101"/>
            <a:ext cx="4010881" cy="4691063"/>
          </a:xfrm>
          <a:prstGeom prst="rect">
            <a:avLst/>
          </a:prstGeom>
        </p:spPr>
        <p:txBody>
          <a:bodyPr/>
          <a:lstStyle>
            <a:lvl1pPr marL="0" indent="0">
              <a:buNone/>
              <a:defRPr sz="1695"/>
            </a:lvl1pPr>
            <a:lvl2pPr marL="553085" indent="0">
              <a:buNone/>
              <a:defRPr sz="1450"/>
            </a:lvl2pPr>
            <a:lvl3pPr marL="1106170" indent="0">
              <a:buNone/>
              <a:defRPr sz="1210"/>
            </a:lvl3pPr>
            <a:lvl4pPr marL="1658620" indent="0">
              <a:buNone/>
              <a:defRPr sz="1090"/>
            </a:lvl4pPr>
            <a:lvl5pPr marL="2211705" indent="0">
              <a:buNone/>
              <a:defRPr sz="1090"/>
            </a:lvl5pPr>
            <a:lvl6pPr marL="2764790" indent="0">
              <a:buNone/>
              <a:defRPr sz="1090"/>
            </a:lvl6pPr>
            <a:lvl7pPr marL="3317875" indent="0">
              <a:buNone/>
              <a:defRPr sz="1090"/>
            </a:lvl7pPr>
            <a:lvl8pPr marL="3870325" indent="0">
              <a:buNone/>
              <a:defRPr sz="1090"/>
            </a:lvl8pPr>
            <a:lvl9pPr marL="4423410" indent="0">
              <a:buNone/>
              <a:defRPr sz="109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401" y="4800600"/>
            <a:ext cx="7315200" cy="566738"/>
          </a:xfrm>
          <a:prstGeom prst="rect">
            <a:avLst/>
          </a:prstGeom>
        </p:spPr>
        <p:txBody>
          <a:bodyPr anchor="b"/>
          <a:lstStyle>
            <a:lvl1pPr algn="l">
              <a:defRPr sz="242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90401" y="612775"/>
            <a:ext cx="7315200" cy="4114800"/>
          </a:xfrm>
          <a:prstGeom prst="rect">
            <a:avLst/>
          </a:prstGeom>
        </p:spPr>
        <p:txBody>
          <a:bodyPr/>
          <a:lstStyle>
            <a:lvl1pPr marL="0" indent="0">
              <a:buNone/>
              <a:defRPr sz="3870"/>
            </a:lvl1pPr>
            <a:lvl2pPr marL="553085" indent="0">
              <a:buNone/>
              <a:defRPr sz="3385"/>
            </a:lvl2pPr>
            <a:lvl3pPr marL="1106170" indent="0">
              <a:buNone/>
              <a:defRPr sz="2905"/>
            </a:lvl3pPr>
            <a:lvl4pPr marL="1658620" indent="0">
              <a:buNone/>
              <a:defRPr sz="2420"/>
            </a:lvl4pPr>
            <a:lvl5pPr marL="2211705" indent="0">
              <a:buNone/>
              <a:defRPr sz="2420"/>
            </a:lvl5pPr>
            <a:lvl6pPr marL="2764790" indent="0">
              <a:buNone/>
              <a:defRPr sz="2420"/>
            </a:lvl6pPr>
            <a:lvl7pPr marL="3317875" indent="0">
              <a:buNone/>
              <a:defRPr sz="2420"/>
            </a:lvl7pPr>
            <a:lvl8pPr marL="3870325" indent="0">
              <a:buNone/>
              <a:defRPr sz="2420"/>
            </a:lvl8pPr>
            <a:lvl9pPr marL="4423410" indent="0">
              <a:buNone/>
              <a:defRPr sz="2420"/>
            </a:lvl9pPr>
          </a:lstStyle>
          <a:p>
            <a:pPr marL="0" marR="0" lvl="0" indent="0" algn="l" defTabSz="914400" rtl="0" eaLnBrk="0" fontAlgn="base" latinLnBrk="1" hangingPunct="0">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3870" b="0" i="0" u="none" strike="noStrike" kern="0" cap="none" spc="0" normalizeH="0" baseline="0" noProof="0">
              <a:ln>
                <a:noFill/>
              </a:ln>
              <a:solidFill>
                <a:schemeClr val="tx1"/>
              </a:solidFill>
              <a:effectLst/>
              <a:uLnTx/>
              <a:uFillTx/>
              <a:latin typeface="+mn-lt"/>
              <a:ea typeface="Malgun Gothic" panose="020B0503020000020004" pitchFamily="34" charset="-127"/>
              <a:cs typeface="+mn-cs"/>
            </a:endParaRPr>
          </a:p>
        </p:txBody>
      </p:sp>
      <p:sp>
        <p:nvSpPr>
          <p:cNvPr id="4" name="文本占位符 3"/>
          <p:cNvSpPr>
            <a:spLocks noGrp="1"/>
          </p:cNvSpPr>
          <p:nvPr>
            <p:ph type="body" sz="half" idx="2"/>
          </p:nvPr>
        </p:nvSpPr>
        <p:spPr>
          <a:xfrm>
            <a:off x="2390401" y="5367338"/>
            <a:ext cx="7315200" cy="804862"/>
          </a:xfrm>
          <a:prstGeom prst="rect">
            <a:avLst/>
          </a:prstGeom>
        </p:spPr>
        <p:txBody>
          <a:bodyPr/>
          <a:lstStyle>
            <a:lvl1pPr marL="0" indent="0">
              <a:buNone/>
              <a:defRPr sz="1695"/>
            </a:lvl1pPr>
            <a:lvl2pPr marL="553085" indent="0">
              <a:buNone/>
              <a:defRPr sz="1450"/>
            </a:lvl2pPr>
            <a:lvl3pPr marL="1106170" indent="0">
              <a:buNone/>
              <a:defRPr sz="1210"/>
            </a:lvl3pPr>
            <a:lvl4pPr marL="1658620" indent="0">
              <a:buNone/>
              <a:defRPr sz="1090"/>
            </a:lvl4pPr>
            <a:lvl5pPr marL="2211705" indent="0">
              <a:buNone/>
              <a:defRPr sz="1090"/>
            </a:lvl5pPr>
            <a:lvl6pPr marL="2764790" indent="0">
              <a:buNone/>
              <a:defRPr sz="1090"/>
            </a:lvl6pPr>
            <a:lvl7pPr marL="3317875" indent="0">
              <a:buNone/>
              <a:defRPr sz="1090"/>
            </a:lvl7pPr>
            <a:lvl8pPr marL="3870325" indent="0">
              <a:buNone/>
              <a:defRPr sz="1090"/>
            </a:lvl8pPr>
            <a:lvl9pPr marL="4423410" indent="0">
              <a:buNone/>
              <a:defRPr sz="109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10560" y="274638"/>
            <a:ext cx="1097280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10560" y="1600201"/>
            <a:ext cx="1097280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1601" y="274639"/>
            <a:ext cx="274176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10560" y="274639"/>
            <a:ext cx="8046721"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3921" y="2130426"/>
            <a:ext cx="1036416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761" y="3886200"/>
            <a:ext cx="8534399" cy="1752600"/>
          </a:xfrm>
          <a:prstGeom prst="rect">
            <a:avLst/>
          </a:prstGeom>
        </p:spPr>
        <p:txBody>
          <a:bodyPr/>
          <a:lstStyle>
            <a:lvl1pPr marL="0" indent="0" algn="ctr">
              <a:buNone/>
              <a:defRPr/>
            </a:lvl1pPr>
            <a:lvl2pPr marL="553085" indent="0" algn="ctr">
              <a:buNone/>
              <a:defRPr/>
            </a:lvl2pPr>
            <a:lvl3pPr marL="1106170" indent="0" algn="ctr">
              <a:buNone/>
              <a:defRPr/>
            </a:lvl3pPr>
            <a:lvl4pPr marL="1658620" indent="0" algn="ctr">
              <a:buNone/>
              <a:defRPr/>
            </a:lvl4pPr>
            <a:lvl5pPr marL="2211705" indent="0" algn="ctr">
              <a:buNone/>
              <a:defRPr/>
            </a:lvl5pPr>
            <a:lvl6pPr marL="2764790" indent="0" algn="ctr">
              <a:buNone/>
              <a:defRPr/>
            </a:lvl6pPr>
            <a:lvl7pPr marL="3317875" indent="0" algn="ctr">
              <a:buNone/>
              <a:defRPr/>
            </a:lvl7pPr>
            <a:lvl8pPr marL="3870325" indent="0" algn="ctr">
              <a:buNone/>
              <a:defRPr/>
            </a:lvl8pPr>
            <a:lvl9pPr marL="442341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0560" y="274638"/>
            <a:ext cx="1097280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10560" y="1600201"/>
            <a:ext cx="1097280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840" y="4406901"/>
            <a:ext cx="10362241" cy="1362075"/>
          </a:xfrm>
          <a:prstGeom prst="rect">
            <a:avLst/>
          </a:prstGeom>
        </p:spPr>
        <p:txBody>
          <a:bodyPr anchor="t"/>
          <a:lstStyle>
            <a:lvl1pPr algn="l">
              <a:defRPr sz="484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840" y="2906713"/>
            <a:ext cx="10362241" cy="1500187"/>
          </a:xfrm>
          <a:prstGeom prst="rect">
            <a:avLst/>
          </a:prstGeom>
        </p:spPr>
        <p:txBody>
          <a:bodyPr anchor="b"/>
          <a:lstStyle>
            <a:lvl1pPr marL="0" indent="0">
              <a:buNone/>
              <a:defRPr sz="2420"/>
            </a:lvl1pPr>
            <a:lvl2pPr marL="553085" indent="0">
              <a:buNone/>
              <a:defRPr sz="2175"/>
            </a:lvl2pPr>
            <a:lvl3pPr marL="1106170" indent="0">
              <a:buNone/>
              <a:defRPr sz="1935"/>
            </a:lvl3pPr>
            <a:lvl4pPr marL="1658620" indent="0">
              <a:buNone/>
              <a:defRPr sz="1695"/>
            </a:lvl4pPr>
            <a:lvl5pPr marL="2211705" indent="0">
              <a:buNone/>
              <a:defRPr sz="1695"/>
            </a:lvl5pPr>
            <a:lvl6pPr marL="2764790" indent="0">
              <a:buNone/>
              <a:defRPr sz="1695"/>
            </a:lvl6pPr>
            <a:lvl7pPr marL="3317875" indent="0">
              <a:buNone/>
              <a:defRPr sz="1695"/>
            </a:lvl7pPr>
            <a:lvl8pPr marL="3870325" indent="0">
              <a:buNone/>
              <a:defRPr sz="1695"/>
            </a:lvl8pPr>
            <a:lvl9pPr marL="4423410" indent="0">
              <a:buNone/>
              <a:defRPr sz="1695"/>
            </a:lvl9pPr>
          </a:lstStyle>
          <a:p>
            <a:pPr lvl="0"/>
            <a:r>
              <a:rPr lang="zh-CN" altLang="en-US"/>
              <a:t>单击此处编辑母版文本样式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10560" y="274638"/>
            <a:ext cx="10972801" cy="1143000"/>
          </a:xfrm>
          <a:prstGeom prst="rect">
            <a:avLst/>
          </a:prstGeom>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10560" y="1600201"/>
            <a:ext cx="5393281" cy="4525963"/>
          </a:xfrm>
          <a:prstGeom prst="rect">
            <a:avLst/>
          </a:prstGeom>
        </p:spPr>
        <p:txBody>
          <a:bodyPr/>
          <a:lstStyle>
            <a:lvl1pPr>
              <a:defRPr sz="3385"/>
            </a:lvl1pPr>
            <a:lvl2pPr>
              <a:defRPr sz="2905"/>
            </a:lvl2pPr>
            <a:lvl3pPr>
              <a:defRPr sz="2420"/>
            </a:lvl3pPr>
            <a:lvl4pPr>
              <a:defRPr sz="2175"/>
            </a:lvl4pPr>
            <a:lvl5pPr>
              <a:defRPr sz="2175"/>
            </a:lvl5pPr>
            <a:lvl6pPr>
              <a:defRPr sz="2175"/>
            </a:lvl6pPr>
            <a:lvl7pPr>
              <a:defRPr sz="2175"/>
            </a:lvl7pPr>
            <a:lvl8pPr>
              <a:defRPr sz="2175"/>
            </a:lvl8pPr>
            <a:lvl9pPr>
              <a:defRPr sz="217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88161" y="1600201"/>
            <a:ext cx="5395200" cy="4525963"/>
          </a:xfrm>
          <a:prstGeom prst="rect">
            <a:avLst/>
          </a:prstGeom>
        </p:spPr>
        <p:txBody>
          <a:bodyPr/>
          <a:lstStyle>
            <a:lvl1pPr>
              <a:defRPr sz="3385"/>
            </a:lvl1pPr>
            <a:lvl2pPr>
              <a:defRPr sz="2905"/>
            </a:lvl2pPr>
            <a:lvl3pPr>
              <a:defRPr sz="2420"/>
            </a:lvl3pPr>
            <a:lvl4pPr>
              <a:defRPr sz="2175"/>
            </a:lvl4pPr>
            <a:lvl5pPr>
              <a:defRPr sz="2175"/>
            </a:lvl5pPr>
            <a:lvl6pPr>
              <a:defRPr sz="2175"/>
            </a:lvl6pPr>
            <a:lvl7pPr>
              <a:defRPr sz="2175"/>
            </a:lvl7pPr>
            <a:lvl8pPr>
              <a:defRPr sz="2175"/>
            </a:lvl8pPr>
            <a:lvl9pPr>
              <a:defRPr sz="217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10560" y="274638"/>
            <a:ext cx="1097280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10560" y="1535113"/>
            <a:ext cx="5385601" cy="639762"/>
          </a:xfrm>
          <a:prstGeom prst="rect">
            <a:avLst/>
          </a:prstGeom>
        </p:spPr>
        <p:txBody>
          <a:bodyPr anchor="b"/>
          <a:lstStyle>
            <a:lvl1pPr marL="0" indent="0">
              <a:buNone/>
              <a:defRPr sz="2905" b="1"/>
            </a:lvl1pPr>
            <a:lvl2pPr marL="553085" indent="0">
              <a:buNone/>
              <a:defRPr sz="2420" b="1"/>
            </a:lvl2pPr>
            <a:lvl3pPr marL="1106170" indent="0">
              <a:buNone/>
              <a:defRPr sz="2175" b="1"/>
            </a:lvl3pPr>
            <a:lvl4pPr marL="1658620" indent="0">
              <a:buNone/>
              <a:defRPr sz="1935" b="1"/>
            </a:lvl4pPr>
            <a:lvl5pPr marL="2211705" indent="0">
              <a:buNone/>
              <a:defRPr sz="1935" b="1"/>
            </a:lvl5pPr>
            <a:lvl6pPr marL="2764790" indent="0">
              <a:buNone/>
              <a:defRPr sz="1935" b="1"/>
            </a:lvl6pPr>
            <a:lvl7pPr marL="3317875" indent="0">
              <a:buNone/>
              <a:defRPr sz="1935" b="1"/>
            </a:lvl7pPr>
            <a:lvl8pPr marL="3870325" indent="0">
              <a:buNone/>
              <a:defRPr sz="1935" b="1"/>
            </a:lvl8pPr>
            <a:lvl9pPr marL="4423410" indent="0">
              <a:buNone/>
              <a:defRPr sz="19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10560" y="2174875"/>
            <a:ext cx="5385601" cy="3951288"/>
          </a:xfrm>
          <a:prstGeom prst="rect">
            <a:avLst/>
          </a:prstGeom>
        </p:spPr>
        <p:txBody>
          <a:bodyPr/>
          <a:lstStyle>
            <a:lvl1pPr>
              <a:defRPr sz="2905"/>
            </a:lvl1pPr>
            <a:lvl2pPr>
              <a:defRPr sz="2420"/>
            </a:lvl2pPr>
            <a:lvl3pPr>
              <a:defRPr sz="2175"/>
            </a:lvl3pPr>
            <a:lvl4pPr>
              <a:defRPr sz="1935"/>
            </a:lvl4pPr>
            <a:lvl5pPr>
              <a:defRPr sz="1935"/>
            </a:lvl5pPr>
            <a:lvl6pPr>
              <a:defRPr sz="1935"/>
            </a:lvl6pPr>
            <a:lvl7pPr>
              <a:defRPr sz="1935"/>
            </a:lvl7pPr>
            <a:lvl8pPr>
              <a:defRPr sz="1935"/>
            </a:lvl8pPr>
            <a:lvl9pPr>
              <a:defRPr sz="19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920" y="1535113"/>
            <a:ext cx="5389441" cy="639762"/>
          </a:xfrm>
          <a:prstGeom prst="rect">
            <a:avLst/>
          </a:prstGeom>
        </p:spPr>
        <p:txBody>
          <a:bodyPr anchor="b"/>
          <a:lstStyle>
            <a:lvl1pPr marL="0" indent="0">
              <a:buNone/>
              <a:defRPr sz="2905" b="1"/>
            </a:lvl1pPr>
            <a:lvl2pPr marL="553085" indent="0">
              <a:buNone/>
              <a:defRPr sz="2420" b="1"/>
            </a:lvl2pPr>
            <a:lvl3pPr marL="1106170" indent="0">
              <a:buNone/>
              <a:defRPr sz="2175" b="1"/>
            </a:lvl3pPr>
            <a:lvl4pPr marL="1658620" indent="0">
              <a:buNone/>
              <a:defRPr sz="1935" b="1"/>
            </a:lvl4pPr>
            <a:lvl5pPr marL="2211705" indent="0">
              <a:buNone/>
              <a:defRPr sz="1935" b="1"/>
            </a:lvl5pPr>
            <a:lvl6pPr marL="2764790" indent="0">
              <a:buNone/>
              <a:defRPr sz="1935" b="1"/>
            </a:lvl6pPr>
            <a:lvl7pPr marL="3317875" indent="0">
              <a:buNone/>
              <a:defRPr sz="1935" b="1"/>
            </a:lvl7pPr>
            <a:lvl8pPr marL="3870325" indent="0">
              <a:buNone/>
              <a:defRPr sz="1935" b="1"/>
            </a:lvl8pPr>
            <a:lvl9pPr marL="4423410" indent="0">
              <a:buNone/>
              <a:defRPr sz="19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920" y="2174875"/>
            <a:ext cx="5389441" cy="3951288"/>
          </a:xfrm>
          <a:prstGeom prst="rect">
            <a:avLst/>
          </a:prstGeom>
        </p:spPr>
        <p:txBody>
          <a:bodyPr/>
          <a:lstStyle>
            <a:lvl1pPr>
              <a:defRPr sz="2905"/>
            </a:lvl1pPr>
            <a:lvl2pPr>
              <a:defRPr sz="2420"/>
            </a:lvl2pPr>
            <a:lvl3pPr>
              <a:defRPr sz="2175"/>
            </a:lvl3pPr>
            <a:lvl4pPr>
              <a:defRPr sz="1935"/>
            </a:lvl4pPr>
            <a:lvl5pPr>
              <a:defRPr sz="1935"/>
            </a:lvl5pPr>
            <a:lvl6pPr>
              <a:defRPr sz="1935"/>
            </a:lvl6pPr>
            <a:lvl7pPr>
              <a:defRPr sz="1935"/>
            </a:lvl7pPr>
            <a:lvl8pPr>
              <a:defRPr sz="1935"/>
            </a:lvl8pPr>
            <a:lvl9pPr>
              <a:defRPr sz="19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10560" y="274638"/>
            <a:ext cx="10972801" cy="114300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10560" y="273050"/>
            <a:ext cx="4010881" cy="1162050"/>
          </a:xfrm>
          <a:prstGeom prst="rect">
            <a:avLst/>
          </a:prstGeom>
        </p:spPr>
        <p:txBody>
          <a:bodyPr anchor="b"/>
          <a:lstStyle>
            <a:lvl1pPr algn="l">
              <a:defRPr sz="2420" b="1"/>
            </a:lvl1pPr>
          </a:lstStyle>
          <a:p>
            <a:r>
              <a:rPr lang="zh-CN" altLang="en-US"/>
              <a:t>单击此处编辑母版标题样式</a:t>
            </a:r>
            <a:endParaRPr lang="zh-CN" altLang="en-US"/>
          </a:p>
        </p:txBody>
      </p:sp>
      <p:sp>
        <p:nvSpPr>
          <p:cNvPr id="3" name="内容占位符 2"/>
          <p:cNvSpPr>
            <a:spLocks noGrp="1"/>
          </p:cNvSpPr>
          <p:nvPr>
            <p:ph idx="1"/>
          </p:nvPr>
        </p:nvSpPr>
        <p:spPr>
          <a:xfrm>
            <a:off x="4767361" y="273051"/>
            <a:ext cx="6816000" cy="5853113"/>
          </a:xfrm>
          <a:prstGeom prst="rect">
            <a:avLst/>
          </a:prstGeom>
        </p:spPr>
        <p:txBody>
          <a:bodyPr/>
          <a:lstStyle>
            <a:lvl1pPr>
              <a:defRPr sz="3870"/>
            </a:lvl1pPr>
            <a:lvl2pPr>
              <a:defRPr sz="3385"/>
            </a:lvl2pPr>
            <a:lvl3pPr>
              <a:defRPr sz="2905"/>
            </a:lvl3pPr>
            <a:lvl4pPr>
              <a:defRPr sz="2420"/>
            </a:lvl4pPr>
            <a:lvl5pPr>
              <a:defRPr sz="2420"/>
            </a:lvl5pPr>
            <a:lvl6pPr>
              <a:defRPr sz="2420"/>
            </a:lvl6pPr>
            <a:lvl7pPr>
              <a:defRPr sz="2420"/>
            </a:lvl7pPr>
            <a:lvl8pPr>
              <a:defRPr sz="2420"/>
            </a:lvl8pPr>
            <a:lvl9pPr>
              <a:defRPr sz="242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10560" y="1435101"/>
            <a:ext cx="4010881" cy="4691063"/>
          </a:xfrm>
          <a:prstGeom prst="rect">
            <a:avLst/>
          </a:prstGeom>
        </p:spPr>
        <p:txBody>
          <a:bodyPr/>
          <a:lstStyle>
            <a:lvl1pPr marL="0" indent="0">
              <a:buNone/>
              <a:defRPr sz="1695"/>
            </a:lvl1pPr>
            <a:lvl2pPr marL="553085" indent="0">
              <a:buNone/>
              <a:defRPr sz="1450"/>
            </a:lvl2pPr>
            <a:lvl3pPr marL="1106170" indent="0">
              <a:buNone/>
              <a:defRPr sz="1210"/>
            </a:lvl3pPr>
            <a:lvl4pPr marL="1658620" indent="0">
              <a:buNone/>
              <a:defRPr sz="1090"/>
            </a:lvl4pPr>
            <a:lvl5pPr marL="2211705" indent="0">
              <a:buNone/>
              <a:defRPr sz="1090"/>
            </a:lvl5pPr>
            <a:lvl6pPr marL="2764790" indent="0">
              <a:buNone/>
              <a:defRPr sz="1090"/>
            </a:lvl6pPr>
            <a:lvl7pPr marL="3317875" indent="0">
              <a:buNone/>
              <a:defRPr sz="1090"/>
            </a:lvl7pPr>
            <a:lvl8pPr marL="3870325" indent="0">
              <a:buNone/>
              <a:defRPr sz="1090"/>
            </a:lvl8pPr>
            <a:lvl9pPr marL="4423410" indent="0">
              <a:buNone/>
              <a:defRPr sz="1090"/>
            </a:lvl9pPr>
          </a:lstStyle>
          <a:p>
            <a:pPr lvl="0"/>
            <a:r>
              <a:rPr lang="zh-CN" altLang="en-US"/>
              <a:t>单击此处编辑母版文本样式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401" y="4800600"/>
            <a:ext cx="7315200" cy="566738"/>
          </a:xfrm>
          <a:prstGeom prst="rect">
            <a:avLst/>
          </a:prstGeom>
        </p:spPr>
        <p:txBody>
          <a:bodyPr anchor="b"/>
          <a:lstStyle>
            <a:lvl1pPr algn="l">
              <a:defRPr sz="242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90401" y="612775"/>
            <a:ext cx="7315200" cy="4114800"/>
          </a:xfrm>
          <a:prstGeom prst="rect">
            <a:avLst/>
          </a:prstGeom>
        </p:spPr>
        <p:txBody>
          <a:bodyPr/>
          <a:lstStyle>
            <a:lvl1pPr marL="0" indent="0">
              <a:buNone/>
              <a:defRPr sz="3870"/>
            </a:lvl1pPr>
            <a:lvl2pPr marL="553085" indent="0">
              <a:buNone/>
              <a:defRPr sz="3385"/>
            </a:lvl2pPr>
            <a:lvl3pPr marL="1106170" indent="0">
              <a:buNone/>
              <a:defRPr sz="2905"/>
            </a:lvl3pPr>
            <a:lvl4pPr marL="1658620" indent="0">
              <a:buNone/>
              <a:defRPr sz="2420"/>
            </a:lvl4pPr>
            <a:lvl5pPr marL="2211705" indent="0">
              <a:buNone/>
              <a:defRPr sz="2420"/>
            </a:lvl5pPr>
            <a:lvl6pPr marL="2764790" indent="0">
              <a:buNone/>
              <a:defRPr sz="2420"/>
            </a:lvl6pPr>
            <a:lvl7pPr marL="3317875" indent="0">
              <a:buNone/>
              <a:defRPr sz="2420"/>
            </a:lvl7pPr>
            <a:lvl8pPr marL="3870325" indent="0">
              <a:buNone/>
              <a:defRPr sz="2420"/>
            </a:lvl8pPr>
            <a:lvl9pPr marL="4423410" indent="0">
              <a:buNone/>
              <a:defRPr sz="2420"/>
            </a:lvl9pPr>
          </a:lstStyle>
          <a:p>
            <a:pPr marL="0" marR="0" lvl="0" indent="0" algn="l" defTabSz="914400" rtl="0" eaLnBrk="0" fontAlgn="base" latinLnBrk="1" hangingPunct="0">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387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90401" y="5367338"/>
            <a:ext cx="7315200" cy="804862"/>
          </a:xfrm>
          <a:prstGeom prst="rect">
            <a:avLst/>
          </a:prstGeom>
        </p:spPr>
        <p:txBody>
          <a:bodyPr/>
          <a:lstStyle>
            <a:lvl1pPr marL="0" indent="0">
              <a:buNone/>
              <a:defRPr sz="1695"/>
            </a:lvl1pPr>
            <a:lvl2pPr marL="553085" indent="0">
              <a:buNone/>
              <a:defRPr sz="1450"/>
            </a:lvl2pPr>
            <a:lvl3pPr marL="1106170" indent="0">
              <a:buNone/>
              <a:defRPr sz="1210"/>
            </a:lvl3pPr>
            <a:lvl4pPr marL="1658620" indent="0">
              <a:buNone/>
              <a:defRPr sz="1090"/>
            </a:lvl4pPr>
            <a:lvl5pPr marL="2211705" indent="0">
              <a:buNone/>
              <a:defRPr sz="1090"/>
            </a:lvl5pPr>
            <a:lvl6pPr marL="2764790" indent="0">
              <a:buNone/>
              <a:defRPr sz="1090"/>
            </a:lvl6pPr>
            <a:lvl7pPr marL="3317875" indent="0">
              <a:buNone/>
              <a:defRPr sz="1090"/>
            </a:lvl7pPr>
            <a:lvl8pPr marL="3870325" indent="0">
              <a:buNone/>
              <a:defRPr sz="1090"/>
            </a:lvl8pPr>
            <a:lvl9pPr marL="4423410" indent="0">
              <a:buNone/>
              <a:defRPr sz="1090"/>
            </a:lvl9pPr>
          </a:lstStyle>
          <a:p>
            <a:pPr lvl="0"/>
            <a:r>
              <a:rPr lang="zh-CN" altLang="en-US"/>
              <a:t>单击此处编辑母版文本样式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10560" y="274638"/>
            <a:ext cx="1097280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10560" y="1600201"/>
            <a:ext cx="1097280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1601" y="274639"/>
            <a:ext cx="274176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10560" y="274639"/>
            <a:ext cx="8046721"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3.jpeg"/><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1"/>
            </a:gs>
            <a:gs pos="100000">
              <a:srgbClr val="FFFFFF"/>
            </a:gs>
          </a:gsLst>
          <a:lin ang="5400000" scaled="1"/>
          <a:tileRect/>
        </a:gradFill>
        <a:effectLst/>
      </p:bgPr>
    </p:bg>
    <p:spTree>
      <p:nvGrpSpPr>
        <p:cNvPr id="1" name=""/>
        <p:cNvGrpSpPr/>
        <p:nvPr/>
      </p:nvGrpSpPr>
      <p:grpSpPr/>
      <p:sp>
        <p:nvSpPr>
          <p:cNvPr id="3075" name="Rectangle 5"/>
          <p:cNvSpPr>
            <a:spLocks noChangeArrowheads="1"/>
          </p:cNvSpPr>
          <p:nvPr/>
        </p:nvSpPr>
        <p:spPr bwMode="auto">
          <a:xfrm>
            <a:off x="11750675" y="6619875"/>
            <a:ext cx="347663" cy="238125"/>
          </a:xfrm>
          <a:prstGeom prst="rect">
            <a:avLst/>
          </a:prstGeom>
          <a:solidFill>
            <a:schemeClr val="bg1"/>
          </a:solidFill>
          <a:ln>
            <a:noFill/>
          </a:ln>
        </p:spPr>
        <p:txBody>
          <a:bodyPr wrap="none" lIns="0" tIns="55681" rIns="0" bIns="55681" anchor="ctr"/>
          <a:p>
            <a:pPr lvl="0" algn="ctr">
              <a:lnSpc>
                <a:spcPct val="130000"/>
              </a:lnSpc>
              <a:buNone/>
            </a:pPr>
            <a:fld id="{9A0DB2DC-4C9A-4742-B13C-FB6460FD3503}" type="slidenum">
              <a:rPr lang="en-GB" altLang="en-US" sz="1000" i="1" dirty="0">
                <a:solidFill>
                  <a:srgbClr val="000066"/>
                </a:solidFill>
                <a:latin typeface="Tahoma" panose="020B0604030504040204" pitchFamily="34" charset="0"/>
                <a:ea typeface="Gulim" pitchFamily="34" charset="-127"/>
              </a:rPr>
            </a:fld>
            <a:r>
              <a:rPr lang="en-GB" altLang="en-US" sz="1000" i="1" dirty="0">
                <a:solidFill>
                  <a:srgbClr val="000066"/>
                </a:solidFill>
                <a:latin typeface="Tahoma" panose="020B0604030504040204" pitchFamily="34" charset="0"/>
                <a:ea typeface="Gulim" pitchFamily="34" charset="-127"/>
              </a:rPr>
              <a:t> </a:t>
            </a:r>
            <a:endParaRPr lang="ko-KR" altLang="en-US" sz="1000" i="1" dirty="0">
              <a:solidFill>
                <a:srgbClr val="000066"/>
              </a:solidFill>
              <a:latin typeface="Tahoma" panose="020B0604030504040204" pitchFamily="34" charset="0"/>
              <a:ea typeface="Gulim" pitchFamily="34" charset="-127"/>
            </a:endParaRPr>
          </a:p>
        </p:txBody>
      </p:sp>
      <p:sp>
        <p:nvSpPr>
          <p:cNvPr id="3076" name="Text Box 4"/>
          <p:cNvSpPr txBox="1">
            <a:spLocks noChangeArrowheads="1"/>
          </p:cNvSpPr>
          <p:nvPr/>
        </p:nvSpPr>
        <p:spPr bwMode="auto">
          <a:xfrm>
            <a:off x="10099675" y="46038"/>
            <a:ext cx="2171700" cy="330200"/>
          </a:xfrm>
          <a:prstGeom prst="rect">
            <a:avLst/>
          </a:prstGeom>
          <a:noFill/>
          <a:ln>
            <a:noFill/>
          </a:ln>
          <a:effectLst>
            <a:prstShdw prst="shdw13" dist="53882" dir="13500000">
              <a:schemeClr val="bg2">
                <a:alpha val="50000"/>
              </a:schemeClr>
            </a:prstShdw>
          </a:effectLst>
        </p:spPr>
        <p:txBody>
          <a:bodyPr wrap="none">
            <a:spAutoFit/>
          </a:bodyP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r>
              <a:rPr kumimoji="0" lang="zh-CN" altLang="en-US" sz="1935" b="0" i="0" u="none" strike="noStrike" kern="1200" cap="none" spc="0" normalizeH="0" baseline="0" noProof="0" dirty="0">
                <a:ln>
                  <a:noFill/>
                </a:ln>
                <a:solidFill>
                  <a:schemeClr val="bg1"/>
                </a:solidFill>
                <a:effectLst/>
                <a:uLnTx/>
                <a:uFillTx/>
                <a:latin typeface="Gulim" pitchFamily="34" charset="-127"/>
                <a:ea typeface="宋体" panose="02010600030101010101" pitchFamily="2" charset="-122"/>
                <a:cs typeface="+mn-cs"/>
              </a:rPr>
              <a:t>数据库原理及应用</a:t>
            </a:r>
            <a:endParaRPr kumimoji="0" lang="zh-CN" altLang="en-US" sz="1935" b="0" i="0" u="none" strike="noStrike" kern="120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p:txBody>
      </p:sp>
      <p:pic>
        <p:nvPicPr>
          <p:cNvPr id="1028" name="Picture 2" descr="subbar"/>
          <p:cNvPicPr>
            <a:picLocks noChangeAspect="1"/>
          </p:cNvPicPr>
          <p:nvPr userDrawn="1"/>
        </p:nvPicPr>
        <p:blipFill>
          <a:blip r:embed="rId12"/>
          <a:srcRect l="189" r="267"/>
          <a:stretch>
            <a:fillRect/>
          </a:stretch>
        </p:blipFill>
        <p:spPr>
          <a:xfrm>
            <a:off x="0" y="-7937"/>
            <a:ext cx="12192000" cy="339725"/>
          </a:xfrm>
          <a:prstGeom prst="rect">
            <a:avLst/>
          </a:prstGeom>
          <a:noFill/>
          <a:ln w="9525">
            <a:noFill/>
          </a:ln>
        </p:spPr>
      </p:pic>
      <p:sp>
        <p:nvSpPr>
          <p:cNvPr id="9" name="Text Box 4"/>
          <p:cNvSpPr txBox="1">
            <a:spLocks noChangeArrowheads="1"/>
          </p:cNvSpPr>
          <p:nvPr/>
        </p:nvSpPr>
        <p:spPr bwMode="auto">
          <a:xfrm>
            <a:off x="10272713" y="11113"/>
            <a:ext cx="1916113" cy="300038"/>
          </a:xfrm>
          <a:prstGeom prst="rect">
            <a:avLst/>
          </a:prstGeom>
          <a:noFill/>
          <a:ln>
            <a:noFill/>
          </a:ln>
          <a:effectLst>
            <a:prstShdw prst="shdw13" dist="53882" dir="13500000">
              <a:schemeClr val="bg2">
                <a:alpha val="50000"/>
              </a:schemeClr>
            </a:prstShdw>
          </a:effectLst>
        </p:spPr>
        <p:txBody>
          <a:bodyPr wrap="none">
            <a:spAutoFit/>
          </a:bodyP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a:pPr>
            <a:r>
              <a:rPr kumimoji="0" lang="zh-CN" altLang="en-US" sz="1695" b="0" i="0" u="none" strike="noStrike" kern="1200" cap="none" spc="0" normalizeH="0" baseline="0" noProof="0" dirty="0">
                <a:ln>
                  <a:noFill/>
                </a:ln>
                <a:solidFill>
                  <a:schemeClr val="bg1"/>
                </a:solidFill>
                <a:effectLst/>
                <a:uLnTx/>
                <a:uFillTx/>
                <a:latin typeface="Gulim" pitchFamily="34" charset="-127"/>
                <a:ea typeface="宋体" panose="02010600030101010101" pitchFamily="2" charset="-122"/>
                <a:cs typeface="+mn-cs"/>
              </a:rPr>
              <a:t>数据库原理及应用</a:t>
            </a:r>
            <a:endParaRPr kumimoji="0" lang="zh-CN" altLang="en-US" sz="1695" b="0" i="0" u="none" strike="noStrike" kern="1200" cap="none" spc="0" normalizeH="0" baseline="0" noProof="0" dirty="0">
              <a:ln>
                <a:noFill/>
              </a:ln>
              <a:solidFill>
                <a:schemeClr val="bg1"/>
              </a:solidFill>
              <a:effectLst/>
              <a:uLnTx/>
              <a:uFillTx/>
              <a:latin typeface="Gulim" pitchFamily="34" charset="-127"/>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dt="0"/>
  <p:txStyles>
    <p:titleStyle>
      <a:lvl1pPr algn="ctr" rtl="0" eaLnBrk="0" fontAlgn="base" latinLnBrk="1" hangingPunct="0">
        <a:spcBef>
          <a:spcPct val="0"/>
        </a:spcBef>
        <a:spcAft>
          <a:spcPct val="0"/>
        </a:spcAft>
        <a:defRPr sz="4300" b="1">
          <a:solidFill>
            <a:schemeClr val="tx2"/>
          </a:solidFill>
          <a:latin typeface="+mj-lt"/>
          <a:ea typeface="Malgun Gothic" panose="020B0503020000020004" pitchFamily="34" charset="-127"/>
          <a:cs typeface="+mj-cs"/>
        </a:defRPr>
      </a:lvl1pPr>
      <a:lvl2pPr algn="ctr" rtl="0" eaLnBrk="0" fontAlgn="base" latinLnBrk="1" hangingPunct="0">
        <a:spcBef>
          <a:spcPct val="0"/>
        </a:spcBef>
        <a:spcAft>
          <a:spcPct val="0"/>
        </a:spcAft>
        <a:defRPr sz="4300" b="1">
          <a:solidFill>
            <a:schemeClr val="tx2"/>
          </a:solidFill>
          <a:latin typeface="Calibri" panose="020F0502020204030204" pitchFamily="34" charset="0"/>
          <a:ea typeface="Malgun Gothic" panose="020B0503020000020004" pitchFamily="34" charset="-127"/>
        </a:defRPr>
      </a:lvl2pPr>
      <a:lvl3pPr algn="ctr" rtl="0" eaLnBrk="0" fontAlgn="base" latinLnBrk="1" hangingPunct="0">
        <a:spcBef>
          <a:spcPct val="0"/>
        </a:spcBef>
        <a:spcAft>
          <a:spcPct val="0"/>
        </a:spcAft>
        <a:defRPr sz="4300" b="1">
          <a:solidFill>
            <a:schemeClr val="tx2"/>
          </a:solidFill>
          <a:latin typeface="Calibri" panose="020F0502020204030204" pitchFamily="34" charset="0"/>
          <a:ea typeface="Malgun Gothic" panose="020B0503020000020004" pitchFamily="34" charset="-127"/>
        </a:defRPr>
      </a:lvl3pPr>
      <a:lvl4pPr algn="ctr" rtl="0" eaLnBrk="0" fontAlgn="base" latinLnBrk="1" hangingPunct="0">
        <a:spcBef>
          <a:spcPct val="0"/>
        </a:spcBef>
        <a:spcAft>
          <a:spcPct val="0"/>
        </a:spcAft>
        <a:defRPr sz="4300" b="1">
          <a:solidFill>
            <a:schemeClr val="tx2"/>
          </a:solidFill>
          <a:latin typeface="Calibri" panose="020F0502020204030204" pitchFamily="34" charset="0"/>
          <a:ea typeface="Malgun Gothic" panose="020B0503020000020004" pitchFamily="34" charset="-127"/>
        </a:defRPr>
      </a:lvl4pPr>
      <a:lvl5pPr algn="ctr" rtl="0" eaLnBrk="0" fontAlgn="base" latinLnBrk="1" hangingPunct="0">
        <a:spcBef>
          <a:spcPct val="0"/>
        </a:spcBef>
        <a:spcAft>
          <a:spcPct val="0"/>
        </a:spcAft>
        <a:defRPr sz="4300" b="1">
          <a:solidFill>
            <a:schemeClr val="tx2"/>
          </a:solidFill>
          <a:latin typeface="Calibri" panose="020F0502020204030204" pitchFamily="34" charset="0"/>
          <a:ea typeface="Malgun Gothic" panose="020B0503020000020004" pitchFamily="34" charset="-127"/>
        </a:defRPr>
      </a:lvl5pPr>
      <a:lvl6pPr marL="553085" algn="ctr" rtl="0" eaLnBrk="0" fontAlgn="base" latinLnBrk="1" hangingPunct="0">
        <a:spcBef>
          <a:spcPct val="0"/>
        </a:spcBef>
        <a:spcAft>
          <a:spcPct val="0"/>
        </a:spcAft>
        <a:defRPr sz="4355" b="1">
          <a:solidFill>
            <a:schemeClr val="tx2"/>
          </a:solidFill>
          <a:latin typeface="Gulim" pitchFamily="34" charset="-127"/>
          <a:ea typeface="Gulim" pitchFamily="34" charset="-127"/>
        </a:defRPr>
      </a:lvl6pPr>
      <a:lvl7pPr marL="1106170" algn="ctr" rtl="0" eaLnBrk="0" fontAlgn="base" latinLnBrk="1" hangingPunct="0">
        <a:spcBef>
          <a:spcPct val="0"/>
        </a:spcBef>
        <a:spcAft>
          <a:spcPct val="0"/>
        </a:spcAft>
        <a:defRPr sz="4355" b="1">
          <a:solidFill>
            <a:schemeClr val="tx2"/>
          </a:solidFill>
          <a:latin typeface="Gulim" pitchFamily="34" charset="-127"/>
          <a:ea typeface="Gulim" pitchFamily="34" charset="-127"/>
        </a:defRPr>
      </a:lvl7pPr>
      <a:lvl8pPr marL="1658620" algn="ctr" rtl="0" eaLnBrk="0" fontAlgn="base" latinLnBrk="1" hangingPunct="0">
        <a:spcBef>
          <a:spcPct val="0"/>
        </a:spcBef>
        <a:spcAft>
          <a:spcPct val="0"/>
        </a:spcAft>
        <a:defRPr sz="4355" b="1">
          <a:solidFill>
            <a:schemeClr val="tx2"/>
          </a:solidFill>
          <a:latin typeface="Gulim" pitchFamily="34" charset="-127"/>
          <a:ea typeface="Gulim" pitchFamily="34" charset="-127"/>
        </a:defRPr>
      </a:lvl8pPr>
      <a:lvl9pPr marL="2211705" algn="ctr" rtl="0" eaLnBrk="0" fontAlgn="base" latinLnBrk="1" hangingPunct="0">
        <a:spcBef>
          <a:spcPct val="0"/>
        </a:spcBef>
        <a:spcAft>
          <a:spcPct val="0"/>
        </a:spcAft>
        <a:defRPr sz="4355" b="1">
          <a:solidFill>
            <a:schemeClr val="tx2"/>
          </a:solidFill>
          <a:latin typeface="Gulim" pitchFamily="34" charset="-127"/>
          <a:ea typeface="Gulim" pitchFamily="34" charset="-127"/>
        </a:defRPr>
      </a:lvl9pPr>
    </p:titleStyle>
    <p:bodyStyle>
      <a:lvl1pPr marL="541655" indent="-541655" algn="l" rtl="0" eaLnBrk="0" fontAlgn="base" latinLnBrk="1" hangingPunct="0">
        <a:spcBef>
          <a:spcPct val="20000"/>
        </a:spcBef>
        <a:spcAft>
          <a:spcPct val="0"/>
        </a:spcAft>
        <a:buClr>
          <a:schemeClr val="accent1"/>
        </a:buClr>
        <a:buFont typeface="Wingdings" panose="05000000000000000000" pitchFamily="2" charset="2"/>
        <a:buChar char="v"/>
        <a:defRPr sz="3600">
          <a:solidFill>
            <a:schemeClr val="tx1"/>
          </a:solidFill>
          <a:latin typeface="+mn-lt"/>
          <a:ea typeface="Malgun Gothic" panose="020B0503020000020004" pitchFamily="34" charset="-127"/>
          <a:cs typeface="+mn-cs"/>
        </a:defRPr>
      </a:lvl1pPr>
      <a:lvl2pPr marL="1075055" indent="-532130" algn="l" rtl="0" eaLnBrk="0" fontAlgn="base" latinLnBrk="1" hangingPunct="0">
        <a:spcBef>
          <a:spcPct val="20000"/>
        </a:spcBef>
        <a:spcAft>
          <a:spcPct val="0"/>
        </a:spcAft>
        <a:buClr>
          <a:schemeClr val="hlink"/>
        </a:buClr>
        <a:buSzPct val="80000"/>
        <a:buFont typeface="Wingdings" panose="05000000000000000000" pitchFamily="2" charset="2"/>
        <a:buChar char="v"/>
        <a:defRPr sz="3100">
          <a:solidFill>
            <a:schemeClr val="tx1"/>
          </a:solidFill>
          <a:latin typeface="+mn-lt"/>
          <a:ea typeface="Malgun Gothic" panose="020B0503020000020004" pitchFamily="34" charset="-127"/>
        </a:defRPr>
      </a:lvl2pPr>
      <a:lvl3pPr marL="1564005" indent="-487680" algn="l" rtl="0" eaLnBrk="0" fontAlgn="base" latinLnBrk="1" hangingPunct="0">
        <a:spcBef>
          <a:spcPct val="20000"/>
        </a:spcBef>
        <a:spcAft>
          <a:spcPct val="0"/>
        </a:spcAft>
        <a:buClr>
          <a:schemeClr val="accent1"/>
        </a:buClr>
        <a:buSzPct val="80000"/>
        <a:buFont typeface="Wingdings" panose="05000000000000000000" pitchFamily="2" charset="2"/>
        <a:buChar char="v"/>
        <a:defRPr sz="2600">
          <a:solidFill>
            <a:schemeClr val="tx1"/>
          </a:solidFill>
          <a:latin typeface="+mn-lt"/>
          <a:ea typeface="Malgun Gothic" panose="020B0503020000020004" pitchFamily="34" charset="-127"/>
        </a:defRPr>
      </a:lvl3pPr>
      <a:lvl4pPr marL="2032000" indent="-465455" algn="l" rtl="0" eaLnBrk="0" fontAlgn="base" latinLnBrk="1"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algun Gothic" panose="020B0503020000020004" pitchFamily="34" charset="-127"/>
        </a:defRPr>
      </a:lvl4pPr>
      <a:lvl5pPr marL="2503805" indent="-468630" algn="l" rtl="0" eaLnBrk="0" fontAlgn="base" latinLnBrk="1" hangingPunct="0">
        <a:spcBef>
          <a:spcPct val="20000"/>
        </a:spcBef>
        <a:spcAft>
          <a:spcPct val="0"/>
        </a:spcAft>
        <a:buClr>
          <a:schemeClr val="accent1"/>
        </a:buClr>
        <a:buSzPct val="80000"/>
        <a:buFont typeface="Wingdings" panose="05000000000000000000" pitchFamily="2" charset="2"/>
        <a:buChar char="v"/>
        <a:defRPr sz="2400">
          <a:solidFill>
            <a:schemeClr val="tx1"/>
          </a:solidFill>
          <a:latin typeface="+mn-lt"/>
          <a:ea typeface="Malgun Gothic" panose="020B0503020000020004" pitchFamily="34" charset="-127"/>
        </a:defRPr>
      </a:lvl5pPr>
      <a:lvl6pPr marL="3056255" indent="-468630" algn="l" rtl="0" eaLnBrk="0" fontAlgn="base" latinLnBrk="1" hangingPunct="0">
        <a:spcBef>
          <a:spcPct val="20000"/>
        </a:spcBef>
        <a:spcAft>
          <a:spcPct val="0"/>
        </a:spcAft>
        <a:buClr>
          <a:schemeClr val="accent1"/>
        </a:buClr>
        <a:buSzPct val="80000"/>
        <a:buFont typeface="Wingdings" panose="05000000000000000000" pitchFamily="2" charset="2"/>
        <a:buChar char="v"/>
        <a:defRPr sz="2420">
          <a:solidFill>
            <a:schemeClr val="tx1"/>
          </a:solidFill>
          <a:latin typeface="+mn-lt"/>
          <a:ea typeface="+mn-ea"/>
        </a:defRPr>
      </a:lvl6pPr>
      <a:lvl7pPr marL="3609340" indent="-468630" algn="l" rtl="0" eaLnBrk="0" fontAlgn="base" latinLnBrk="1" hangingPunct="0">
        <a:spcBef>
          <a:spcPct val="20000"/>
        </a:spcBef>
        <a:spcAft>
          <a:spcPct val="0"/>
        </a:spcAft>
        <a:buClr>
          <a:schemeClr val="accent1"/>
        </a:buClr>
        <a:buSzPct val="80000"/>
        <a:buFont typeface="Wingdings" panose="05000000000000000000" pitchFamily="2" charset="2"/>
        <a:buChar char="v"/>
        <a:defRPr sz="2420">
          <a:solidFill>
            <a:schemeClr val="tx1"/>
          </a:solidFill>
          <a:latin typeface="+mn-lt"/>
          <a:ea typeface="+mn-ea"/>
        </a:defRPr>
      </a:lvl7pPr>
      <a:lvl8pPr marL="4162425" indent="-468630" algn="l" rtl="0" eaLnBrk="0" fontAlgn="base" latinLnBrk="1" hangingPunct="0">
        <a:spcBef>
          <a:spcPct val="20000"/>
        </a:spcBef>
        <a:spcAft>
          <a:spcPct val="0"/>
        </a:spcAft>
        <a:buClr>
          <a:schemeClr val="accent1"/>
        </a:buClr>
        <a:buSzPct val="80000"/>
        <a:buFont typeface="Wingdings" panose="05000000000000000000" pitchFamily="2" charset="2"/>
        <a:buChar char="v"/>
        <a:defRPr sz="2420">
          <a:solidFill>
            <a:schemeClr val="tx1"/>
          </a:solidFill>
          <a:latin typeface="+mn-lt"/>
          <a:ea typeface="+mn-ea"/>
        </a:defRPr>
      </a:lvl8pPr>
      <a:lvl9pPr marL="4715510" indent="-468630" algn="l" rtl="0" eaLnBrk="0" fontAlgn="base" latinLnBrk="1" hangingPunct="0">
        <a:spcBef>
          <a:spcPct val="20000"/>
        </a:spcBef>
        <a:spcAft>
          <a:spcPct val="0"/>
        </a:spcAft>
        <a:buClr>
          <a:schemeClr val="accent1"/>
        </a:buClr>
        <a:buSzPct val="80000"/>
        <a:buFont typeface="Wingdings" panose="05000000000000000000" pitchFamily="2" charset="2"/>
        <a:buChar char="v"/>
        <a:defRPr sz="2420">
          <a:solidFill>
            <a:schemeClr val="tx1"/>
          </a:solidFill>
          <a:latin typeface="+mn-lt"/>
          <a:ea typeface="+mn-ea"/>
        </a:defRPr>
      </a:lvl9pPr>
    </p:bodyStyle>
    <p:otherStyle>
      <a:defPPr>
        <a:defRPr lang="zh-CN"/>
      </a:defPPr>
      <a:lvl1pPr marL="0" algn="l" defTabSz="1106170" rtl="0" eaLnBrk="1" latinLnBrk="0" hangingPunct="1">
        <a:defRPr sz="2175" kern="1200">
          <a:solidFill>
            <a:schemeClr val="tx1"/>
          </a:solidFill>
          <a:latin typeface="+mn-lt"/>
          <a:ea typeface="+mn-ea"/>
          <a:cs typeface="+mn-cs"/>
        </a:defRPr>
      </a:lvl1pPr>
      <a:lvl2pPr marL="553085" algn="l" defTabSz="1106170" rtl="0" eaLnBrk="1" latinLnBrk="0" hangingPunct="1">
        <a:defRPr sz="2175" kern="1200">
          <a:solidFill>
            <a:schemeClr val="tx1"/>
          </a:solidFill>
          <a:latin typeface="+mn-lt"/>
          <a:ea typeface="+mn-ea"/>
          <a:cs typeface="+mn-cs"/>
        </a:defRPr>
      </a:lvl2pPr>
      <a:lvl3pPr marL="1106170" algn="l" defTabSz="1106170" rtl="0" eaLnBrk="1" latinLnBrk="0" hangingPunct="1">
        <a:defRPr sz="2175" kern="1200">
          <a:solidFill>
            <a:schemeClr val="tx1"/>
          </a:solidFill>
          <a:latin typeface="+mn-lt"/>
          <a:ea typeface="+mn-ea"/>
          <a:cs typeface="+mn-cs"/>
        </a:defRPr>
      </a:lvl3pPr>
      <a:lvl4pPr marL="1658620" algn="l" defTabSz="1106170" rtl="0" eaLnBrk="1" latinLnBrk="0" hangingPunct="1">
        <a:defRPr sz="2175" kern="1200">
          <a:solidFill>
            <a:schemeClr val="tx1"/>
          </a:solidFill>
          <a:latin typeface="+mn-lt"/>
          <a:ea typeface="+mn-ea"/>
          <a:cs typeface="+mn-cs"/>
        </a:defRPr>
      </a:lvl4pPr>
      <a:lvl5pPr marL="2211705" algn="l" defTabSz="1106170" rtl="0" eaLnBrk="1" latinLnBrk="0" hangingPunct="1">
        <a:defRPr sz="2175" kern="1200">
          <a:solidFill>
            <a:schemeClr val="tx1"/>
          </a:solidFill>
          <a:latin typeface="+mn-lt"/>
          <a:ea typeface="+mn-ea"/>
          <a:cs typeface="+mn-cs"/>
        </a:defRPr>
      </a:lvl5pPr>
      <a:lvl6pPr marL="2764790" algn="l" defTabSz="1106170" rtl="0" eaLnBrk="1" latinLnBrk="0" hangingPunct="1">
        <a:defRPr sz="2175" kern="1200">
          <a:solidFill>
            <a:schemeClr val="tx1"/>
          </a:solidFill>
          <a:latin typeface="+mn-lt"/>
          <a:ea typeface="+mn-ea"/>
          <a:cs typeface="+mn-cs"/>
        </a:defRPr>
      </a:lvl6pPr>
      <a:lvl7pPr marL="3317875" algn="l" defTabSz="1106170" rtl="0" eaLnBrk="1" latinLnBrk="0" hangingPunct="1">
        <a:defRPr sz="2175" kern="1200">
          <a:solidFill>
            <a:schemeClr val="tx1"/>
          </a:solidFill>
          <a:latin typeface="+mn-lt"/>
          <a:ea typeface="+mn-ea"/>
          <a:cs typeface="+mn-cs"/>
        </a:defRPr>
      </a:lvl7pPr>
      <a:lvl8pPr marL="3870325" algn="l" defTabSz="1106170" rtl="0" eaLnBrk="1" latinLnBrk="0" hangingPunct="1">
        <a:defRPr sz="2175" kern="1200">
          <a:solidFill>
            <a:schemeClr val="tx1"/>
          </a:solidFill>
          <a:latin typeface="+mn-lt"/>
          <a:ea typeface="+mn-ea"/>
          <a:cs typeface="+mn-cs"/>
        </a:defRPr>
      </a:lvl8pPr>
      <a:lvl9pPr marL="4423410" algn="l" defTabSz="1106170" rtl="0" eaLnBrk="1" latinLnBrk="0" hangingPunct="1">
        <a:defRPr sz="217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Picture 122"/>
          <p:cNvPicPr>
            <a:picLocks noChangeAspect="1"/>
          </p:cNvPicPr>
          <p:nvPr userDrawn="1"/>
        </p:nvPicPr>
        <p:blipFill>
          <a:blip r:embed="rId12"/>
          <a:stretch>
            <a:fillRect/>
          </a:stretch>
        </p:blipFill>
        <p:spPr>
          <a:xfrm>
            <a:off x="0" y="4343400"/>
            <a:ext cx="12192000" cy="2528888"/>
          </a:xfrm>
          <a:prstGeom prst="rect">
            <a:avLst/>
          </a:prstGeom>
          <a:noFill/>
          <a:ln w="9525">
            <a:noFill/>
          </a:ln>
        </p:spPr>
      </p:pic>
      <p:pic>
        <p:nvPicPr>
          <p:cNvPr id="2051" name="Picture 121" descr="Untitled-5 copy"/>
          <p:cNvPicPr>
            <a:picLocks noChangeAspect="1"/>
          </p:cNvPicPr>
          <p:nvPr userDrawn="1"/>
        </p:nvPicPr>
        <p:blipFill>
          <a:blip r:embed="rId13"/>
          <a:stretch>
            <a:fillRect/>
          </a:stretch>
        </p:blipFill>
        <p:spPr>
          <a:xfrm>
            <a:off x="0" y="0"/>
            <a:ext cx="12192000" cy="2689225"/>
          </a:xfrm>
          <a:prstGeom prst="rect">
            <a:avLst/>
          </a:prstGeom>
          <a:noFill/>
          <a:ln w="9525">
            <a:noFill/>
          </a:ln>
        </p:spPr>
      </p:pic>
      <p:grpSp>
        <p:nvGrpSpPr>
          <p:cNvPr id="2052" name="Group 4"/>
          <p:cNvGrpSpPr/>
          <p:nvPr userDrawn="1"/>
        </p:nvGrpSpPr>
        <p:grpSpPr>
          <a:xfrm>
            <a:off x="4244975" y="1300163"/>
            <a:ext cx="6967538" cy="912812"/>
            <a:chOff x="0" y="0"/>
            <a:chExt cx="3629" cy="575"/>
          </a:xfrm>
        </p:grpSpPr>
        <p:sp>
          <p:nvSpPr>
            <p:cNvPr id="2054" name="Oval 10"/>
            <p:cNvSpPr>
              <a:spLocks noChangeArrowheads="1"/>
            </p:cNvSpPr>
            <p:nvPr/>
          </p:nvSpPr>
          <p:spPr bwMode="auto">
            <a:xfrm>
              <a:off x="0" y="6"/>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55" name="Oval 11"/>
            <p:cNvSpPr>
              <a:spLocks noChangeArrowheads="1"/>
            </p:cNvSpPr>
            <p:nvPr/>
          </p:nvSpPr>
          <p:spPr bwMode="auto">
            <a:xfrm>
              <a:off x="117" y="4"/>
              <a:ext cx="92"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56" name="Oval 12"/>
            <p:cNvSpPr>
              <a:spLocks noChangeArrowheads="1"/>
            </p:cNvSpPr>
            <p:nvPr/>
          </p:nvSpPr>
          <p:spPr bwMode="auto">
            <a:xfrm>
              <a:off x="234" y="5"/>
              <a:ext cx="92"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57" name="Oval 13"/>
            <p:cNvSpPr>
              <a:spLocks noChangeArrowheads="1"/>
            </p:cNvSpPr>
            <p:nvPr/>
          </p:nvSpPr>
          <p:spPr bwMode="auto">
            <a:xfrm>
              <a:off x="351" y="3"/>
              <a:ext cx="92"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58" name="Oval 14"/>
            <p:cNvSpPr>
              <a:spLocks noChangeArrowheads="1"/>
            </p:cNvSpPr>
            <p:nvPr/>
          </p:nvSpPr>
          <p:spPr bwMode="auto">
            <a:xfrm>
              <a:off x="467" y="4"/>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59" name="Oval 15"/>
            <p:cNvSpPr>
              <a:spLocks noChangeArrowheads="1"/>
            </p:cNvSpPr>
            <p:nvPr/>
          </p:nvSpPr>
          <p:spPr bwMode="auto">
            <a:xfrm>
              <a:off x="584" y="2"/>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0" name="Oval 16"/>
            <p:cNvSpPr>
              <a:spLocks noChangeArrowheads="1"/>
            </p:cNvSpPr>
            <p:nvPr/>
          </p:nvSpPr>
          <p:spPr bwMode="auto">
            <a:xfrm>
              <a:off x="709" y="4"/>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1" name="Oval 17"/>
            <p:cNvSpPr>
              <a:spLocks noChangeArrowheads="1"/>
            </p:cNvSpPr>
            <p:nvPr/>
          </p:nvSpPr>
          <p:spPr bwMode="auto">
            <a:xfrm>
              <a:off x="826" y="2"/>
              <a:ext cx="92"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2" name="Oval 18"/>
            <p:cNvSpPr>
              <a:spLocks noChangeArrowheads="1"/>
            </p:cNvSpPr>
            <p:nvPr/>
          </p:nvSpPr>
          <p:spPr bwMode="auto">
            <a:xfrm>
              <a:off x="943" y="3"/>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3" name="Oval 19"/>
            <p:cNvSpPr>
              <a:spLocks noChangeArrowheads="1"/>
            </p:cNvSpPr>
            <p:nvPr/>
          </p:nvSpPr>
          <p:spPr bwMode="auto">
            <a:xfrm>
              <a:off x="1059" y="1"/>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4" name="Oval 20"/>
            <p:cNvSpPr>
              <a:spLocks noChangeArrowheads="1"/>
            </p:cNvSpPr>
            <p:nvPr/>
          </p:nvSpPr>
          <p:spPr bwMode="auto">
            <a:xfrm>
              <a:off x="1176" y="2"/>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5" name="Oval 21"/>
            <p:cNvSpPr>
              <a:spLocks noChangeArrowheads="1"/>
            </p:cNvSpPr>
            <p:nvPr/>
          </p:nvSpPr>
          <p:spPr bwMode="auto">
            <a:xfrm>
              <a:off x="1293" y="0"/>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6" name="Oval 22"/>
            <p:cNvSpPr>
              <a:spLocks noChangeArrowheads="1"/>
            </p:cNvSpPr>
            <p:nvPr/>
          </p:nvSpPr>
          <p:spPr bwMode="auto">
            <a:xfrm>
              <a:off x="1418" y="5"/>
              <a:ext cx="92"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7" name="Oval 23"/>
            <p:cNvSpPr>
              <a:spLocks noChangeArrowheads="1"/>
            </p:cNvSpPr>
            <p:nvPr/>
          </p:nvSpPr>
          <p:spPr bwMode="auto">
            <a:xfrm>
              <a:off x="1534" y="3"/>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8" name="Oval 24"/>
            <p:cNvSpPr>
              <a:spLocks noChangeArrowheads="1"/>
            </p:cNvSpPr>
            <p:nvPr/>
          </p:nvSpPr>
          <p:spPr bwMode="auto">
            <a:xfrm>
              <a:off x="1651" y="4"/>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69" name="Oval 25"/>
            <p:cNvSpPr>
              <a:spLocks noChangeArrowheads="1"/>
            </p:cNvSpPr>
            <p:nvPr/>
          </p:nvSpPr>
          <p:spPr bwMode="auto">
            <a:xfrm>
              <a:off x="1768" y="2"/>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0" name="Oval 26"/>
            <p:cNvSpPr>
              <a:spLocks noChangeArrowheads="1"/>
            </p:cNvSpPr>
            <p:nvPr/>
          </p:nvSpPr>
          <p:spPr bwMode="auto">
            <a:xfrm>
              <a:off x="1885" y="3"/>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1" name="Oval 27"/>
            <p:cNvSpPr>
              <a:spLocks noChangeArrowheads="1"/>
            </p:cNvSpPr>
            <p:nvPr/>
          </p:nvSpPr>
          <p:spPr bwMode="auto">
            <a:xfrm>
              <a:off x="2002" y="1"/>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2" name="Oval 28"/>
            <p:cNvSpPr>
              <a:spLocks noChangeArrowheads="1"/>
            </p:cNvSpPr>
            <p:nvPr/>
          </p:nvSpPr>
          <p:spPr bwMode="auto">
            <a:xfrm>
              <a:off x="2126" y="6"/>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3" name="Oval 29"/>
            <p:cNvSpPr>
              <a:spLocks noChangeArrowheads="1"/>
            </p:cNvSpPr>
            <p:nvPr/>
          </p:nvSpPr>
          <p:spPr bwMode="auto">
            <a:xfrm>
              <a:off x="2243" y="4"/>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4" name="Oval 30"/>
            <p:cNvSpPr>
              <a:spLocks noChangeArrowheads="1"/>
            </p:cNvSpPr>
            <p:nvPr/>
          </p:nvSpPr>
          <p:spPr bwMode="auto">
            <a:xfrm>
              <a:off x="2360" y="5"/>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5" name="Oval 31"/>
            <p:cNvSpPr>
              <a:spLocks noChangeArrowheads="1"/>
            </p:cNvSpPr>
            <p:nvPr/>
          </p:nvSpPr>
          <p:spPr bwMode="auto">
            <a:xfrm>
              <a:off x="2477" y="3"/>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6" name="Oval 32"/>
            <p:cNvSpPr>
              <a:spLocks noChangeArrowheads="1"/>
            </p:cNvSpPr>
            <p:nvPr/>
          </p:nvSpPr>
          <p:spPr bwMode="auto">
            <a:xfrm>
              <a:off x="2594" y="4"/>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7" name="Oval 33"/>
            <p:cNvSpPr>
              <a:spLocks noChangeArrowheads="1"/>
            </p:cNvSpPr>
            <p:nvPr/>
          </p:nvSpPr>
          <p:spPr bwMode="auto">
            <a:xfrm>
              <a:off x="2711" y="2"/>
              <a:ext cx="92"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8" name="Oval 34"/>
            <p:cNvSpPr>
              <a:spLocks noChangeArrowheads="1"/>
            </p:cNvSpPr>
            <p:nvPr/>
          </p:nvSpPr>
          <p:spPr bwMode="auto">
            <a:xfrm>
              <a:off x="2835" y="7"/>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79" name="Oval 35"/>
            <p:cNvSpPr>
              <a:spLocks noChangeArrowheads="1"/>
            </p:cNvSpPr>
            <p:nvPr/>
          </p:nvSpPr>
          <p:spPr bwMode="auto">
            <a:xfrm>
              <a:off x="2952" y="5"/>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0" name="Oval 36"/>
            <p:cNvSpPr>
              <a:spLocks noChangeArrowheads="1"/>
            </p:cNvSpPr>
            <p:nvPr/>
          </p:nvSpPr>
          <p:spPr bwMode="auto">
            <a:xfrm>
              <a:off x="3069" y="6"/>
              <a:ext cx="93"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1" name="Oval 37"/>
            <p:cNvSpPr>
              <a:spLocks noChangeArrowheads="1"/>
            </p:cNvSpPr>
            <p:nvPr/>
          </p:nvSpPr>
          <p:spPr bwMode="auto">
            <a:xfrm>
              <a:off x="3186" y="4"/>
              <a:ext cx="92"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2" name="Oval 38"/>
            <p:cNvSpPr>
              <a:spLocks noChangeArrowheads="1"/>
            </p:cNvSpPr>
            <p:nvPr/>
          </p:nvSpPr>
          <p:spPr bwMode="auto">
            <a:xfrm>
              <a:off x="3303" y="5"/>
              <a:ext cx="92" cy="84"/>
            </a:xfrm>
            <a:prstGeom prst="ellipse">
              <a:avLst/>
            </a:prstGeom>
            <a:solidFill>
              <a:srgbClr val="3D76C1">
                <a:alpha val="79999"/>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3" name="Oval 39"/>
            <p:cNvSpPr>
              <a:spLocks noChangeArrowheads="1"/>
            </p:cNvSpPr>
            <p:nvPr/>
          </p:nvSpPr>
          <p:spPr bwMode="auto">
            <a:xfrm>
              <a:off x="0" y="126"/>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4" name="Oval 40"/>
            <p:cNvSpPr>
              <a:spLocks noChangeArrowheads="1"/>
            </p:cNvSpPr>
            <p:nvPr/>
          </p:nvSpPr>
          <p:spPr bwMode="auto">
            <a:xfrm>
              <a:off x="117" y="124"/>
              <a:ext cx="92"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5" name="Oval 41"/>
            <p:cNvSpPr>
              <a:spLocks noChangeArrowheads="1"/>
            </p:cNvSpPr>
            <p:nvPr/>
          </p:nvSpPr>
          <p:spPr bwMode="auto">
            <a:xfrm>
              <a:off x="234" y="125"/>
              <a:ext cx="92"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6" name="Oval 42"/>
            <p:cNvSpPr>
              <a:spLocks noChangeArrowheads="1"/>
            </p:cNvSpPr>
            <p:nvPr/>
          </p:nvSpPr>
          <p:spPr bwMode="auto">
            <a:xfrm>
              <a:off x="351" y="123"/>
              <a:ext cx="92"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7" name="Oval 43"/>
            <p:cNvSpPr>
              <a:spLocks noChangeArrowheads="1"/>
            </p:cNvSpPr>
            <p:nvPr/>
          </p:nvSpPr>
          <p:spPr bwMode="auto">
            <a:xfrm>
              <a:off x="467" y="124"/>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8" name="Oval 44"/>
            <p:cNvSpPr>
              <a:spLocks noChangeArrowheads="1"/>
            </p:cNvSpPr>
            <p:nvPr/>
          </p:nvSpPr>
          <p:spPr bwMode="auto">
            <a:xfrm>
              <a:off x="584" y="122"/>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89" name="Oval 45"/>
            <p:cNvSpPr>
              <a:spLocks noChangeArrowheads="1"/>
            </p:cNvSpPr>
            <p:nvPr/>
          </p:nvSpPr>
          <p:spPr bwMode="auto">
            <a:xfrm>
              <a:off x="709" y="124"/>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0" name="Oval 46"/>
            <p:cNvSpPr>
              <a:spLocks noChangeArrowheads="1"/>
            </p:cNvSpPr>
            <p:nvPr/>
          </p:nvSpPr>
          <p:spPr bwMode="auto">
            <a:xfrm>
              <a:off x="826" y="122"/>
              <a:ext cx="92"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1" name="Oval 47"/>
            <p:cNvSpPr>
              <a:spLocks noChangeArrowheads="1"/>
            </p:cNvSpPr>
            <p:nvPr/>
          </p:nvSpPr>
          <p:spPr bwMode="auto">
            <a:xfrm>
              <a:off x="943" y="123"/>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2" name="Oval 48"/>
            <p:cNvSpPr>
              <a:spLocks noChangeArrowheads="1"/>
            </p:cNvSpPr>
            <p:nvPr/>
          </p:nvSpPr>
          <p:spPr bwMode="auto">
            <a:xfrm>
              <a:off x="1059" y="121"/>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3" name="Oval 49"/>
            <p:cNvSpPr>
              <a:spLocks noChangeArrowheads="1"/>
            </p:cNvSpPr>
            <p:nvPr/>
          </p:nvSpPr>
          <p:spPr bwMode="auto">
            <a:xfrm>
              <a:off x="1176" y="122"/>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4" name="Oval 50"/>
            <p:cNvSpPr>
              <a:spLocks noChangeArrowheads="1"/>
            </p:cNvSpPr>
            <p:nvPr/>
          </p:nvSpPr>
          <p:spPr bwMode="auto">
            <a:xfrm>
              <a:off x="1293" y="120"/>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5" name="Oval 51"/>
            <p:cNvSpPr>
              <a:spLocks noChangeArrowheads="1"/>
            </p:cNvSpPr>
            <p:nvPr/>
          </p:nvSpPr>
          <p:spPr bwMode="auto">
            <a:xfrm>
              <a:off x="1418" y="125"/>
              <a:ext cx="92"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6" name="Oval 52"/>
            <p:cNvSpPr>
              <a:spLocks noChangeArrowheads="1"/>
            </p:cNvSpPr>
            <p:nvPr/>
          </p:nvSpPr>
          <p:spPr bwMode="auto">
            <a:xfrm>
              <a:off x="1534" y="123"/>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7" name="Oval 53"/>
            <p:cNvSpPr>
              <a:spLocks noChangeArrowheads="1"/>
            </p:cNvSpPr>
            <p:nvPr/>
          </p:nvSpPr>
          <p:spPr bwMode="auto">
            <a:xfrm>
              <a:off x="1651" y="124"/>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8" name="Oval 54"/>
            <p:cNvSpPr>
              <a:spLocks noChangeArrowheads="1"/>
            </p:cNvSpPr>
            <p:nvPr/>
          </p:nvSpPr>
          <p:spPr bwMode="auto">
            <a:xfrm>
              <a:off x="1768" y="122"/>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099" name="Oval 55"/>
            <p:cNvSpPr>
              <a:spLocks noChangeArrowheads="1"/>
            </p:cNvSpPr>
            <p:nvPr/>
          </p:nvSpPr>
          <p:spPr bwMode="auto">
            <a:xfrm>
              <a:off x="1885" y="123"/>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0" name="Oval 56"/>
            <p:cNvSpPr>
              <a:spLocks noChangeArrowheads="1"/>
            </p:cNvSpPr>
            <p:nvPr/>
          </p:nvSpPr>
          <p:spPr bwMode="auto">
            <a:xfrm>
              <a:off x="2002" y="121"/>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1" name="Oval 57"/>
            <p:cNvSpPr>
              <a:spLocks noChangeArrowheads="1"/>
            </p:cNvSpPr>
            <p:nvPr/>
          </p:nvSpPr>
          <p:spPr bwMode="auto">
            <a:xfrm>
              <a:off x="2126" y="126"/>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2" name="Oval 58"/>
            <p:cNvSpPr>
              <a:spLocks noChangeArrowheads="1"/>
            </p:cNvSpPr>
            <p:nvPr/>
          </p:nvSpPr>
          <p:spPr bwMode="auto">
            <a:xfrm>
              <a:off x="2243" y="124"/>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3" name="Oval 59"/>
            <p:cNvSpPr>
              <a:spLocks noChangeArrowheads="1"/>
            </p:cNvSpPr>
            <p:nvPr/>
          </p:nvSpPr>
          <p:spPr bwMode="auto">
            <a:xfrm>
              <a:off x="2360" y="125"/>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4" name="Oval 60"/>
            <p:cNvSpPr>
              <a:spLocks noChangeArrowheads="1"/>
            </p:cNvSpPr>
            <p:nvPr/>
          </p:nvSpPr>
          <p:spPr bwMode="auto">
            <a:xfrm>
              <a:off x="2477" y="123"/>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5" name="Oval 61"/>
            <p:cNvSpPr>
              <a:spLocks noChangeArrowheads="1"/>
            </p:cNvSpPr>
            <p:nvPr/>
          </p:nvSpPr>
          <p:spPr bwMode="auto">
            <a:xfrm>
              <a:off x="2594" y="124"/>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6" name="Oval 62"/>
            <p:cNvSpPr>
              <a:spLocks noChangeArrowheads="1"/>
            </p:cNvSpPr>
            <p:nvPr/>
          </p:nvSpPr>
          <p:spPr bwMode="auto">
            <a:xfrm>
              <a:off x="2711" y="122"/>
              <a:ext cx="92"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7" name="Oval 63"/>
            <p:cNvSpPr>
              <a:spLocks noChangeArrowheads="1"/>
            </p:cNvSpPr>
            <p:nvPr/>
          </p:nvSpPr>
          <p:spPr bwMode="auto">
            <a:xfrm>
              <a:off x="2835" y="127"/>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8" name="Oval 64"/>
            <p:cNvSpPr>
              <a:spLocks noChangeArrowheads="1"/>
            </p:cNvSpPr>
            <p:nvPr/>
          </p:nvSpPr>
          <p:spPr bwMode="auto">
            <a:xfrm>
              <a:off x="2952" y="125"/>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09" name="Oval 65"/>
            <p:cNvSpPr>
              <a:spLocks noChangeArrowheads="1"/>
            </p:cNvSpPr>
            <p:nvPr/>
          </p:nvSpPr>
          <p:spPr bwMode="auto">
            <a:xfrm>
              <a:off x="3069" y="126"/>
              <a:ext cx="93"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0" name="Oval 66"/>
            <p:cNvSpPr>
              <a:spLocks noChangeArrowheads="1"/>
            </p:cNvSpPr>
            <p:nvPr/>
          </p:nvSpPr>
          <p:spPr bwMode="auto">
            <a:xfrm>
              <a:off x="3186" y="124"/>
              <a:ext cx="92"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1" name="Oval 67"/>
            <p:cNvSpPr>
              <a:spLocks noChangeArrowheads="1"/>
            </p:cNvSpPr>
            <p:nvPr/>
          </p:nvSpPr>
          <p:spPr bwMode="auto">
            <a:xfrm>
              <a:off x="3303" y="125"/>
              <a:ext cx="92" cy="84"/>
            </a:xfrm>
            <a:prstGeom prst="ellipse">
              <a:avLst/>
            </a:prstGeom>
            <a:solidFill>
              <a:srgbClr val="3D76C1">
                <a:alpha val="50195"/>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2" name="Oval 68"/>
            <p:cNvSpPr>
              <a:spLocks noChangeArrowheads="1"/>
            </p:cNvSpPr>
            <p:nvPr/>
          </p:nvSpPr>
          <p:spPr bwMode="auto">
            <a:xfrm>
              <a:off x="234" y="255"/>
              <a:ext cx="92"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3" name="Oval 69"/>
            <p:cNvSpPr>
              <a:spLocks noChangeArrowheads="1"/>
            </p:cNvSpPr>
            <p:nvPr/>
          </p:nvSpPr>
          <p:spPr bwMode="auto">
            <a:xfrm>
              <a:off x="351" y="253"/>
              <a:ext cx="92"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4" name="Oval 70"/>
            <p:cNvSpPr>
              <a:spLocks noChangeArrowheads="1"/>
            </p:cNvSpPr>
            <p:nvPr/>
          </p:nvSpPr>
          <p:spPr bwMode="auto">
            <a:xfrm>
              <a:off x="467" y="254"/>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5" name="Oval 71"/>
            <p:cNvSpPr>
              <a:spLocks noChangeArrowheads="1"/>
            </p:cNvSpPr>
            <p:nvPr/>
          </p:nvSpPr>
          <p:spPr bwMode="auto">
            <a:xfrm>
              <a:off x="584" y="252"/>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6" name="Oval 72"/>
            <p:cNvSpPr>
              <a:spLocks noChangeArrowheads="1"/>
            </p:cNvSpPr>
            <p:nvPr/>
          </p:nvSpPr>
          <p:spPr bwMode="auto">
            <a:xfrm>
              <a:off x="701" y="253"/>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7" name="Oval 73"/>
            <p:cNvSpPr>
              <a:spLocks noChangeArrowheads="1"/>
            </p:cNvSpPr>
            <p:nvPr/>
          </p:nvSpPr>
          <p:spPr bwMode="auto">
            <a:xfrm>
              <a:off x="818" y="251"/>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8" name="Oval 74"/>
            <p:cNvSpPr>
              <a:spLocks noChangeArrowheads="1"/>
            </p:cNvSpPr>
            <p:nvPr/>
          </p:nvSpPr>
          <p:spPr bwMode="auto">
            <a:xfrm>
              <a:off x="943" y="253"/>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19" name="Oval 75"/>
            <p:cNvSpPr>
              <a:spLocks noChangeArrowheads="1"/>
            </p:cNvSpPr>
            <p:nvPr/>
          </p:nvSpPr>
          <p:spPr bwMode="auto">
            <a:xfrm>
              <a:off x="1059" y="251"/>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0" name="Oval 76"/>
            <p:cNvSpPr>
              <a:spLocks noChangeArrowheads="1"/>
            </p:cNvSpPr>
            <p:nvPr/>
          </p:nvSpPr>
          <p:spPr bwMode="auto">
            <a:xfrm>
              <a:off x="1176" y="252"/>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1" name="Oval 77"/>
            <p:cNvSpPr>
              <a:spLocks noChangeArrowheads="1"/>
            </p:cNvSpPr>
            <p:nvPr/>
          </p:nvSpPr>
          <p:spPr bwMode="auto">
            <a:xfrm>
              <a:off x="1293" y="250"/>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2" name="Oval 78"/>
            <p:cNvSpPr>
              <a:spLocks noChangeArrowheads="1"/>
            </p:cNvSpPr>
            <p:nvPr/>
          </p:nvSpPr>
          <p:spPr bwMode="auto">
            <a:xfrm>
              <a:off x="1410" y="251"/>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3" name="Oval 79"/>
            <p:cNvSpPr>
              <a:spLocks noChangeArrowheads="1"/>
            </p:cNvSpPr>
            <p:nvPr/>
          </p:nvSpPr>
          <p:spPr bwMode="auto">
            <a:xfrm>
              <a:off x="1527" y="249"/>
              <a:ext cx="92"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4" name="Oval 80"/>
            <p:cNvSpPr>
              <a:spLocks noChangeArrowheads="1"/>
            </p:cNvSpPr>
            <p:nvPr/>
          </p:nvSpPr>
          <p:spPr bwMode="auto">
            <a:xfrm>
              <a:off x="1651" y="254"/>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5" name="Oval 81"/>
            <p:cNvSpPr>
              <a:spLocks noChangeArrowheads="1"/>
            </p:cNvSpPr>
            <p:nvPr/>
          </p:nvSpPr>
          <p:spPr bwMode="auto">
            <a:xfrm>
              <a:off x="1768" y="252"/>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6" name="Oval 82"/>
            <p:cNvSpPr>
              <a:spLocks noChangeArrowheads="1"/>
            </p:cNvSpPr>
            <p:nvPr/>
          </p:nvSpPr>
          <p:spPr bwMode="auto">
            <a:xfrm>
              <a:off x="1885" y="253"/>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7" name="Oval 83"/>
            <p:cNvSpPr>
              <a:spLocks noChangeArrowheads="1"/>
            </p:cNvSpPr>
            <p:nvPr/>
          </p:nvSpPr>
          <p:spPr bwMode="auto">
            <a:xfrm>
              <a:off x="2002" y="251"/>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8" name="Oval 84"/>
            <p:cNvSpPr>
              <a:spLocks noChangeArrowheads="1"/>
            </p:cNvSpPr>
            <p:nvPr/>
          </p:nvSpPr>
          <p:spPr bwMode="auto">
            <a:xfrm>
              <a:off x="2119" y="252"/>
              <a:ext cx="92"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29" name="Oval 85"/>
            <p:cNvSpPr>
              <a:spLocks noChangeArrowheads="1"/>
            </p:cNvSpPr>
            <p:nvPr/>
          </p:nvSpPr>
          <p:spPr bwMode="auto">
            <a:xfrm>
              <a:off x="2236" y="250"/>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0" name="Oval 86"/>
            <p:cNvSpPr>
              <a:spLocks noChangeArrowheads="1"/>
            </p:cNvSpPr>
            <p:nvPr/>
          </p:nvSpPr>
          <p:spPr bwMode="auto">
            <a:xfrm>
              <a:off x="2360" y="255"/>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1" name="Oval 87"/>
            <p:cNvSpPr>
              <a:spLocks noChangeArrowheads="1"/>
            </p:cNvSpPr>
            <p:nvPr/>
          </p:nvSpPr>
          <p:spPr bwMode="auto">
            <a:xfrm>
              <a:off x="2477" y="253"/>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2" name="Oval 88"/>
            <p:cNvSpPr>
              <a:spLocks noChangeArrowheads="1"/>
            </p:cNvSpPr>
            <p:nvPr/>
          </p:nvSpPr>
          <p:spPr bwMode="auto">
            <a:xfrm>
              <a:off x="2594" y="254"/>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3" name="Oval 89"/>
            <p:cNvSpPr>
              <a:spLocks noChangeArrowheads="1"/>
            </p:cNvSpPr>
            <p:nvPr/>
          </p:nvSpPr>
          <p:spPr bwMode="auto">
            <a:xfrm>
              <a:off x="2711" y="252"/>
              <a:ext cx="92"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4" name="Oval 90"/>
            <p:cNvSpPr>
              <a:spLocks noChangeArrowheads="1"/>
            </p:cNvSpPr>
            <p:nvPr/>
          </p:nvSpPr>
          <p:spPr bwMode="auto">
            <a:xfrm>
              <a:off x="2828" y="253"/>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5" name="Oval 91"/>
            <p:cNvSpPr>
              <a:spLocks noChangeArrowheads="1"/>
            </p:cNvSpPr>
            <p:nvPr/>
          </p:nvSpPr>
          <p:spPr bwMode="auto">
            <a:xfrm>
              <a:off x="2944" y="251"/>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6" name="Oval 92"/>
            <p:cNvSpPr>
              <a:spLocks noChangeArrowheads="1"/>
            </p:cNvSpPr>
            <p:nvPr/>
          </p:nvSpPr>
          <p:spPr bwMode="auto">
            <a:xfrm>
              <a:off x="3069" y="256"/>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7" name="Oval 93"/>
            <p:cNvSpPr>
              <a:spLocks noChangeArrowheads="1"/>
            </p:cNvSpPr>
            <p:nvPr/>
          </p:nvSpPr>
          <p:spPr bwMode="auto">
            <a:xfrm>
              <a:off x="3186" y="254"/>
              <a:ext cx="92"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8" name="Oval 94"/>
            <p:cNvSpPr>
              <a:spLocks noChangeArrowheads="1"/>
            </p:cNvSpPr>
            <p:nvPr/>
          </p:nvSpPr>
          <p:spPr bwMode="auto">
            <a:xfrm>
              <a:off x="3303" y="255"/>
              <a:ext cx="92"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39" name="Oval 95"/>
            <p:cNvSpPr>
              <a:spLocks noChangeArrowheads="1"/>
            </p:cNvSpPr>
            <p:nvPr/>
          </p:nvSpPr>
          <p:spPr bwMode="auto">
            <a:xfrm>
              <a:off x="3420" y="253"/>
              <a:ext cx="92"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0" name="Oval 96"/>
            <p:cNvSpPr>
              <a:spLocks noChangeArrowheads="1"/>
            </p:cNvSpPr>
            <p:nvPr/>
          </p:nvSpPr>
          <p:spPr bwMode="auto">
            <a:xfrm>
              <a:off x="3536" y="254"/>
              <a:ext cx="93" cy="84"/>
            </a:xfrm>
            <a:prstGeom prst="ellipse">
              <a:avLst/>
            </a:prstGeom>
            <a:solidFill>
              <a:srgbClr val="3D76C1">
                <a:alpha val="29803"/>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1" name="Oval 97"/>
            <p:cNvSpPr>
              <a:spLocks noChangeArrowheads="1"/>
            </p:cNvSpPr>
            <p:nvPr/>
          </p:nvSpPr>
          <p:spPr bwMode="auto">
            <a:xfrm>
              <a:off x="476" y="371"/>
              <a:ext cx="93"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2" name="Oval 98"/>
            <p:cNvSpPr>
              <a:spLocks noChangeArrowheads="1"/>
            </p:cNvSpPr>
            <p:nvPr/>
          </p:nvSpPr>
          <p:spPr bwMode="auto">
            <a:xfrm>
              <a:off x="593" y="369"/>
              <a:ext cx="93"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3" name="Oval 99"/>
            <p:cNvSpPr>
              <a:spLocks noChangeArrowheads="1"/>
            </p:cNvSpPr>
            <p:nvPr/>
          </p:nvSpPr>
          <p:spPr bwMode="auto">
            <a:xfrm>
              <a:off x="710" y="370"/>
              <a:ext cx="93"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4" name="Oval 100"/>
            <p:cNvSpPr>
              <a:spLocks noChangeArrowheads="1"/>
            </p:cNvSpPr>
            <p:nvPr/>
          </p:nvSpPr>
          <p:spPr bwMode="auto">
            <a:xfrm>
              <a:off x="827" y="368"/>
              <a:ext cx="92"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5" name="Oval 101"/>
            <p:cNvSpPr>
              <a:spLocks noChangeArrowheads="1"/>
            </p:cNvSpPr>
            <p:nvPr/>
          </p:nvSpPr>
          <p:spPr bwMode="auto">
            <a:xfrm>
              <a:off x="944" y="369"/>
              <a:ext cx="92"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6" name="Oval 102"/>
            <p:cNvSpPr>
              <a:spLocks noChangeArrowheads="1"/>
            </p:cNvSpPr>
            <p:nvPr/>
          </p:nvSpPr>
          <p:spPr bwMode="auto">
            <a:xfrm>
              <a:off x="1060" y="367"/>
              <a:ext cx="93"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7" name="Oval 103"/>
            <p:cNvSpPr>
              <a:spLocks noChangeArrowheads="1"/>
            </p:cNvSpPr>
            <p:nvPr/>
          </p:nvSpPr>
          <p:spPr bwMode="auto">
            <a:xfrm>
              <a:off x="1185" y="369"/>
              <a:ext cx="93"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8" name="Oval 104"/>
            <p:cNvSpPr>
              <a:spLocks noChangeArrowheads="1"/>
            </p:cNvSpPr>
            <p:nvPr/>
          </p:nvSpPr>
          <p:spPr bwMode="auto">
            <a:xfrm>
              <a:off x="1302" y="367"/>
              <a:ext cx="92"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49" name="Oval 105"/>
            <p:cNvSpPr>
              <a:spLocks noChangeArrowheads="1"/>
            </p:cNvSpPr>
            <p:nvPr/>
          </p:nvSpPr>
          <p:spPr bwMode="auto">
            <a:xfrm>
              <a:off x="1419" y="368"/>
              <a:ext cx="92"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0" name="Oval 106"/>
            <p:cNvSpPr>
              <a:spLocks noChangeArrowheads="1"/>
            </p:cNvSpPr>
            <p:nvPr/>
          </p:nvSpPr>
          <p:spPr bwMode="auto">
            <a:xfrm>
              <a:off x="1536" y="366"/>
              <a:ext cx="92"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1" name="Oval 107"/>
            <p:cNvSpPr>
              <a:spLocks noChangeArrowheads="1"/>
            </p:cNvSpPr>
            <p:nvPr/>
          </p:nvSpPr>
          <p:spPr bwMode="auto">
            <a:xfrm>
              <a:off x="1652" y="367"/>
              <a:ext cx="93"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2" name="Oval 108"/>
            <p:cNvSpPr>
              <a:spLocks noChangeArrowheads="1"/>
            </p:cNvSpPr>
            <p:nvPr/>
          </p:nvSpPr>
          <p:spPr bwMode="auto">
            <a:xfrm>
              <a:off x="1769" y="365"/>
              <a:ext cx="93"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3" name="Oval 109"/>
            <p:cNvSpPr>
              <a:spLocks noChangeArrowheads="1"/>
            </p:cNvSpPr>
            <p:nvPr/>
          </p:nvSpPr>
          <p:spPr bwMode="auto">
            <a:xfrm>
              <a:off x="1894" y="370"/>
              <a:ext cx="92"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4" name="Oval 110"/>
            <p:cNvSpPr>
              <a:spLocks noChangeArrowheads="1"/>
            </p:cNvSpPr>
            <p:nvPr/>
          </p:nvSpPr>
          <p:spPr bwMode="auto">
            <a:xfrm>
              <a:off x="2011" y="368"/>
              <a:ext cx="92" cy="84"/>
            </a:xfrm>
            <a:prstGeom prst="ellipse">
              <a:avLst/>
            </a:prstGeom>
            <a:solidFill>
              <a:srgbClr val="3D76C1">
                <a:alpha val="20000"/>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5" name="Oval 111"/>
            <p:cNvSpPr>
              <a:spLocks noChangeArrowheads="1"/>
            </p:cNvSpPr>
            <p:nvPr/>
          </p:nvSpPr>
          <p:spPr bwMode="auto">
            <a:xfrm>
              <a:off x="485" y="491"/>
              <a:ext cx="93" cy="84"/>
            </a:xfrm>
            <a:prstGeom prst="ellipse">
              <a:avLst/>
            </a:prstGeom>
            <a:solidFill>
              <a:srgbClr val="3D9CCD">
                <a:alpha val="9804"/>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6" name="Oval 112"/>
            <p:cNvSpPr>
              <a:spLocks noChangeArrowheads="1"/>
            </p:cNvSpPr>
            <p:nvPr/>
          </p:nvSpPr>
          <p:spPr bwMode="auto">
            <a:xfrm>
              <a:off x="602" y="489"/>
              <a:ext cx="92" cy="84"/>
            </a:xfrm>
            <a:prstGeom prst="ellipse">
              <a:avLst/>
            </a:prstGeom>
            <a:solidFill>
              <a:srgbClr val="3D9CCD">
                <a:alpha val="9804"/>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7" name="Oval 113"/>
            <p:cNvSpPr>
              <a:spLocks noChangeArrowheads="1"/>
            </p:cNvSpPr>
            <p:nvPr/>
          </p:nvSpPr>
          <p:spPr bwMode="auto">
            <a:xfrm>
              <a:off x="1060" y="486"/>
              <a:ext cx="93" cy="84"/>
            </a:xfrm>
            <a:prstGeom prst="ellipse">
              <a:avLst/>
            </a:prstGeom>
            <a:solidFill>
              <a:srgbClr val="3D9CCD">
                <a:alpha val="9804"/>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sp>
          <p:nvSpPr>
            <p:cNvPr id="2158" name="Oval 114"/>
            <p:cNvSpPr>
              <a:spLocks noChangeArrowheads="1"/>
            </p:cNvSpPr>
            <p:nvPr/>
          </p:nvSpPr>
          <p:spPr bwMode="auto">
            <a:xfrm>
              <a:off x="1200" y="485"/>
              <a:ext cx="93" cy="84"/>
            </a:xfrm>
            <a:prstGeom prst="ellipse">
              <a:avLst/>
            </a:prstGeom>
            <a:solidFill>
              <a:srgbClr val="3D9CCD">
                <a:alpha val="9804"/>
              </a:srgbClr>
            </a:solidFill>
            <a:ln>
              <a:noFill/>
            </a:ln>
          </p:spPr>
          <p:txBody>
            <a:bodyPr wrap="none" anchor="ctr"/>
            <a:lstStyle>
              <a:lvl1pPr eaLnBrk="0" hangingPunct="0">
                <a:defRPr sz="2400">
                  <a:solidFill>
                    <a:schemeClr val="tx1"/>
                  </a:solidFill>
                  <a:latin typeface="黑体" panose="02010609060101010101" pitchFamily="49" charset="-122"/>
                  <a:ea typeface="黑体" panose="02010609060101010101" pitchFamily="49" charset="-122"/>
                </a:defRPr>
              </a:lvl1pPr>
              <a:lvl2pPr marL="742950" indent="-285750" eaLnBrk="0" hangingPunct="0">
                <a:defRPr sz="2400">
                  <a:solidFill>
                    <a:schemeClr val="tx1"/>
                  </a:solidFill>
                  <a:latin typeface="黑体" panose="02010609060101010101" pitchFamily="49" charset="-122"/>
                  <a:ea typeface="黑体" panose="02010609060101010101" pitchFamily="49" charset="-122"/>
                </a:defRPr>
              </a:lvl2pPr>
              <a:lvl3pPr marL="1143000" indent="-228600" eaLnBrk="0" hangingPunct="0">
                <a:defRPr sz="2400">
                  <a:solidFill>
                    <a:schemeClr val="tx1"/>
                  </a:solidFill>
                  <a:latin typeface="黑体" panose="02010609060101010101" pitchFamily="49" charset="-122"/>
                  <a:ea typeface="黑体" panose="02010609060101010101" pitchFamily="49" charset="-122"/>
                </a:defRPr>
              </a:lvl3pPr>
              <a:lvl4pPr marL="1600200" indent="-228600" eaLnBrk="0" hangingPunct="0">
                <a:defRPr sz="2400">
                  <a:solidFill>
                    <a:schemeClr val="tx1"/>
                  </a:solidFill>
                  <a:latin typeface="黑体" panose="02010609060101010101" pitchFamily="49" charset="-122"/>
                  <a:ea typeface="黑体" panose="02010609060101010101" pitchFamily="49" charset="-122"/>
                </a:defRPr>
              </a:lvl4pPr>
              <a:lvl5pPr marL="2057400" indent="-228600" eaLnBrk="0" hangingPunct="0">
                <a:defRPr sz="2400">
                  <a:solidFill>
                    <a:schemeClr val="tx1"/>
                  </a:solidFill>
                  <a:latin typeface="黑体" panose="02010609060101010101" pitchFamily="49" charset="-122"/>
                  <a:ea typeface="黑体" panose="02010609060101010101" pitchFamily="49" charset="-122"/>
                </a:defRPr>
              </a:lvl5pPr>
              <a:lvl6pPr marL="25146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6pPr>
              <a:lvl7pPr marL="29718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7pPr>
              <a:lvl8pPr marL="34290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8pPr>
              <a:lvl9pPr marL="3886200" indent="-228600" algn="ctr" eaLnBrk="0" fontAlgn="base" latinLnBrk="1" hangingPunct="0">
                <a:lnSpc>
                  <a:spcPct val="80000"/>
                </a:lnSpc>
                <a:spcBef>
                  <a:spcPct val="50000"/>
                </a:spcBef>
                <a:spcAft>
                  <a:spcPct val="0"/>
                </a:spcAft>
                <a:buClr>
                  <a:srgbClr val="FF0000"/>
                </a:buClr>
                <a:buFont typeface="Wingdings" panose="05000000000000000000" pitchFamily="2" charset="2"/>
                <a:defRPr sz="2400">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1" hangingPunct="1">
                <a:lnSpc>
                  <a:spcPct val="100000"/>
                </a:lnSpc>
                <a:spcBef>
                  <a:spcPct val="0"/>
                </a:spcBef>
                <a:spcAft>
                  <a:spcPct val="0"/>
                </a:spcAft>
                <a:buClrTx/>
                <a:buSzTx/>
                <a:buFontTx/>
                <a:buNone/>
                <a:defRPr/>
              </a:pPr>
              <a:endParaRPr kumimoji="0" lang="zh-TW" altLang="en-US" sz="2175" b="0" i="0" u="none" strike="noStrike" kern="1200" cap="none" spc="0" normalizeH="0" baseline="0" noProof="0">
                <a:ln>
                  <a:noFill/>
                </a:ln>
                <a:solidFill>
                  <a:schemeClr val="tx1"/>
                </a:solidFill>
                <a:effectLst/>
                <a:uLnTx/>
                <a:uFillTx/>
                <a:latin typeface="Gulim" pitchFamily="34" charset="-127"/>
                <a:ea typeface="Gulim" pitchFamily="34" charset="-127"/>
                <a:cs typeface="+mn-cs"/>
              </a:endParaRPr>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sldNum="0" hdr="0" ftr="0" dt="0"/>
  <p:txStyles>
    <p:titleStyle>
      <a:lvl1pPr algn="ctr" rtl="0" eaLnBrk="0" fontAlgn="base" latinLnBrk="1" hangingPunct="0">
        <a:spcBef>
          <a:spcPct val="0"/>
        </a:spcBef>
        <a:spcAft>
          <a:spcPct val="0"/>
        </a:spcAft>
        <a:defRPr sz="4300" b="1">
          <a:solidFill>
            <a:schemeClr val="tx2"/>
          </a:solidFill>
          <a:latin typeface="+mj-lt"/>
          <a:ea typeface="+mj-ea"/>
          <a:cs typeface="+mj-cs"/>
        </a:defRPr>
      </a:lvl1pPr>
      <a:lvl2pPr algn="ctr" rtl="0" eaLnBrk="0" fontAlgn="base" latinLnBrk="1" hangingPunct="0">
        <a:spcBef>
          <a:spcPct val="0"/>
        </a:spcBef>
        <a:spcAft>
          <a:spcPct val="0"/>
        </a:spcAft>
        <a:defRPr sz="4300" b="1">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sz="4300" b="1">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sz="4300" b="1">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sz="4300" b="1">
          <a:solidFill>
            <a:schemeClr val="tx2"/>
          </a:solidFill>
          <a:latin typeface="Gulim" pitchFamily="34" charset="-127"/>
          <a:ea typeface="Gulim" pitchFamily="34" charset="-127"/>
        </a:defRPr>
      </a:lvl5pPr>
      <a:lvl6pPr marL="553085" algn="ctr" rtl="0" eaLnBrk="0" fontAlgn="base" latinLnBrk="1" hangingPunct="0">
        <a:spcBef>
          <a:spcPct val="0"/>
        </a:spcBef>
        <a:spcAft>
          <a:spcPct val="0"/>
        </a:spcAft>
        <a:defRPr sz="4355" b="1">
          <a:solidFill>
            <a:schemeClr val="tx2"/>
          </a:solidFill>
          <a:latin typeface="Gulim" pitchFamily="34" charset="-127"/>
          <a:ea typeface="Gulim" pitchFamily="34" charset="-127"/>
        </a:defRPr>
      </a:lvl6pPr>
      <a:lvl7pPr marL="1106170" algn="ctr" rtl="0" eaLnBrk="0" fontAlgn="base" latinLnBrk="1" hangingPunct="0">
        <a:spcBef>
          <a:spcPct val="0"/>
        </a:spcBef>
        <a:spcAft>
          <a:spcPct val="0"/>
        </a:spcAft>
        <a:defRPr sz="4355" b="1">
          <a:solidFill>
            <a:schemeClr val="tx2"/>
          </a:solidFill>
          <a:latin typeface="Gulim" pitchFamily="34" charset="-127"/>
          <a:ea typeface="Gulim" pitchFamily="34" charset="-127"/>
        </a:defRPr>
      </a:lvl7pPr>
      <a:lvl8pPr marL="1658620" algn="ctr" rtl="0" eaLnBrk="0" fontAlgn="base" latinLnBrk="1" hangingPunct="0">
        <a:spcBef>
          <a:spcPct val="0"/>
        </a:spcBef>
        <a:spcAft>
          <a:spcPct val="0"/>
        </a:spcAft>
        <a:defRPr sz="4355" b="1">
          <a:solidFill>
            <a:schemeClr val="tx2"/>
          </a:solidFill>
          <a:latin typeface="Gulim" pitchFamily="34" charset="-127"/>
          <a:ea typeface="Gulim" pitchFamily="34" charset="-127"/>
        </a:defRPr>
      </a:lvl8pPr>
      <a:lvl9pPr marL="2211705" algn="ctr" rtl="0" eaLnBrk="0" fontAlgn="base" latinLnBrk="1" hangingPunct="0">
        <a:spcBef>
          <a:spcPct val="0"/>
        </a:spcBef>
        <a:spcAft>
          <a:spcPct val="0"/>
        </a:spcAft>
        <a:defRPr sz="4355" b="1">
          <a:solidFill>
            <a:schemeClr val="tx2"/>
          </a:solidFill>
          <a:latin typeface="Gulim" pitchFamily="34" charset="-127"/>
          <a:ea typeface="Gulim" pitchFamily="34" charset="-127"/>
        </a:defRPr>
      </a:lvl9pPr>
    </p:titleStyle>
    <p:bodyStyle>
      <a:lvl1pPr marL="541655" indent="-541655" algn="l" rtl="0" eaLnBrk="0" fontAlgn="base" latinLnBrk="1" hangingPunct="0">
        <a:spcBef>
          <a:spcPct val="20000"/>
        </a:spcBef>
        <a:spcAft>
          <a:spcPct val="0"/>
        </a:spcAft>
        <a:buClr>
          <a:schemeClr val="accent1"/>
        </a:buClr>
        <a:buFont typeface="Wingdings" panose="05000000000000000000" pitchFamily="2" charset="2"/>
        <a:buChar char="v"/>
        <a:defRPr sz="3600">
          <a:solidFill>
            <a:schemeClr val="tx1"/>
          </a:solidFill>
          <a:latin typeface="+mn-lt"/>
          <a:ea typeface="+mn-ea"/>
          <a:cs typeface="+mn-cs"/>
        </a:defRPr>
      </a:lvl1pPr>
      <a:lvl2pPr marL="1075055" indent="-532130" algn="l" rtl="0" eaLnBrk="0" fontAlgn="base" latinLnBrk="1" hangingPunct="0">
        <a:spcBef>
          <a:spcPct val="20000"/>
        </a:spcBef>
        <a:spcAft>
          <a:spcPct val="0"/>
        </a:spcAft>
        <a:buClr>
          <a:schemeClr val="hlink"/>
        </a:buClr>
        <a:buSzPct val="80000"/>
        <a:buFont typeface="Wingdings" panose="05000000000000000000" pitchFamily="2" charset="2"/>
        <a:buChar char="v"/>
        <a:defRPr sz="3100">
          <a:solidFill>
            <a:schemeClr val="tx1"/>
          </a:solidFill>
          <a:latin typeface="+mn-lt"/>
          <a:ea typeface="+mn-ea"/>
        </a:defRPr>
      </a:lvl2pPr>
      <a:lvl3pPr marL="1564005" indent="-487680" algn="l" rtl="0" eaLnBrk="0" fontAlgn="base" latinLnBrk="1" hangingPunct="0">
        <a:spcBef>
          <a:spcPct val="20000"/>
        </a:spcBef>
        <a:spcAft>
          <a:spcPct val="0"/>
        </a:spcAft>
        <a:buClr>
          <a:schemeClr val="accent1"/>
        </a:buClr>
        <a:buSzPct val="80000"/>
        <a:buFont typeface="Wingdings" panose="05000000000000000000" pitchFamily="2" charset="2"/>
        <a:buChar char="v"/>
        <a:defRPr sz="2600">
          <a:solidFill>
            <a:schemeClr val="tx1"/>
          </a:solidFill>
          <a:latin typeface="+mn-lt"/>
          <a:ea typeface="+mn-ea"/>
        </a:defRPr>
      </a:lvl3pPr>
      <a:lvl4pPr marL="2032000" indent="-465455" algn="l" rtl="0" eaLnBrk="0" fontAlgn="base" latinLnBrk="1"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4pPr>
      <a:lvl5pPr marL="2503805" indent="-468630" algn="l" rtl="0" eaLnBrk="0" fontAlgn="base" latinLnBrk="1" hangingPunct="0">
        <a:spcBef>
          <a:spcPct val="20000"/>
        </a:spcBef>
        <a:spcAft>
          <a:spcPct val="0"/>
        </a:spcAft>
        <a:buClr>
          <a:schemeClr val="accent1"/>
        </a:buClr>
        <a:buSzPct val="80000"/>
        <a:buFont typeface="Wingdings" panose="05000000000000000000" pitchFamily="2" charset="2"/>
        <a:buChar char="v"/>
        <a:defRPr sz="2400">
          <a:solidFill>
            <a:schemeClr val="tx1"/>
          </a:solidFill>
          <a:latin typeface="+mn-lt"/>
          <a:ea typeface="+mn-ea"/>
        </a:defRPr>
      </a:lvl5pPr>
      <a:lvl6pPr marL="3056255" indent="-468630" algn="l" rtl="0" eaLnBrk="0" fontAlgn="base" latinLnBrk="1" hangingPunct="0">
        <a:spcBef>
          <a:spcPct val="20000"/>
        </a:spcBef>
        <a:spcAft>
          <a:spcPct val="0"/>
        </a:spcAft>
        <a:buClr>
          <a:schemeClr val="accent1"/>
        </a:buClr>
        <a:buSzPct val="80000"/>
        <a:buFont typeface="Wingdings" panose="05000000000000000000" pitchFamily="2" charset="2"/>
        <a:buChar char="v"/>
        <a:defRPr sz="2420">
          <a:solidFill>
            <a:schemeClr val="tx1"/>
          </a:solidFill>
          <a:latin typeface="+mn-lt"/>
          <a:ea typeface="+mn-ea"/>
        </a:defRPr>
      </a:lvl6pPr>
      <a:lvl7pPr marL="3609340" indent="-468630" algn="l" rtl="0" eaLnBrk="0" fontAlgn="base" latinLnBrk="1" hangingPunct="0">
        <a:spcBef>
          <a:spcPct val="20000"/>
        </a:spcBef>
        <a:spcAft>
          <a:spcPct val="0"/>
        </a:spcAft>
        <a:buClr>
          <a:schemeClr val="accent1"/>
        </a:buClr>
        <a:buSzPct val="80000"/>
        <a:buFont typeface="Wingdings" panose="05000000000000000000" pitchFamily="2" charset="2"/>
        <a:buChar char="v"/>
        <a:defRPr sz="2420">
          <a:solidFill>
            <a:schemeClr val="tx1"/>
          </a:solidFill>
          <a:latin typeface="+mn-lt"/>
          <a:ea typeface="+mn-ea"/>
        </a:defRPr>
      </a:lvl7pPr>
      <a:lvl8pPr marL="4162425" indent="-468630" algn="l" rtl="0" eaLnBrk="0" fontAlgn="base" latinLnBrk="1" hangingPunct="0">
        <a:spcBef>
          <a:spcPct val="20000"/>
        </a:spcBef>
        <a:spcAft>
          <a:spcPct val="0"/>
        </a:spcAft>
        <a:buClr>
          <a:schemeClr val="accent1"/>
        </a:buClr>
        <a:buSzPct val="80000"/>
        <a:buFont typeface="Wingdings" panose="05000000000000000000" pitchFamily="2" charset="2"/>
        <a:buChar char="v"/>
        <a:defRPr sz="2420">
          <a:solidFill>
            <a:schemeClr val="tx1"/>
          </a:solidFill>
          <a:latin typeface="+mn-lt"/>
          <a:ea typeface="+mn-ea"/>
        </a:defRPr>
      </a:lvl8pPr>
      <a:lvl9pPr marL="4715510" indent="-468630" algn="l" rtl="0" eaLnBrk="0" fontAlgn="base" latinLnBrk="1" hangingPunct="0">
        <a:spcBef>
          <a:spcPct val="20000"/>
        </a:spcBef>
        <a:spcAft>
          <a:spcPct val="0"/>
        </a:spcAft>
        <a:buClr>
          <a:schemeClr val="accent1"/>
        </a:buClr>
        <a:buSzPct val="80000"/>
        <a:buFont typeface="Wingdings" panose="05000000000000000000" pitchFamily="2" charset="2"/>
        <a:buChar char="v"/>
        <a:defRPr sz="2420">
          <a:solidFill>
            <a:schemeClr val="tx1"/>
          </a:solidFill>
          <a:latin typeface="+mn-lt"/>
          <a:ea typeface="+mn-ea"/>
        </a:defRPr>
      </a:lvl9pPr>
    </p:bodyStyle>
    <p:otherStyle>
      <a:defPPr>
        <a:defRPr lang="zh-CN"/>
      </a:defPPr>
      <a:lvl1pPr marL="0" algn="l" defTabSz="1106170" rtl="0" eaLnBrk="1" latinLnBrk="0" hangingPunct="1">
        <a:defRPr sz="2175" kern="1200">
          <a:solidFill>
            <a:schemeClr val="tx1"/>
          </a:solidFill>
          <a:latin typeface="+mn-lt"/>
          <a:ea typeface="+mn-ea"/>
          <a:cs typeface="+mn-cs"/>
        </a:defRPr>
      </a:lvl1pPr>
      <a:lvl2pPr marL="553085" algn="l" defTabSz="1106170" rtl="0" eaLnBrk="1" latinLnBrk="0" hangingPunct="1">
        <a:defRPr sz="2175" kern="1200">
          <a:solidFill>
            <a:schemeClr val="tx1"/>
          </a:solidFill>
          <a:latin typeface="+mn-lt"/>
          <a:ea typeface="+mn-ea"/>
          <a:cs typeface="+mn-cs"/>
        </a:defRPr>
      </a:lvl2pPr>
      <a:lvl3pPr marL="1106170" algn="l" defTabSz="1106170" rtl="0" eaLnBrk="1" latinLnBrk="0" hangingPunct="1">
        <a:defRPr sz="2175" kern="1200">
          <a:solidFill>
            <a:schemeClr val="tx1"/>
          </a:solidFill>
          <a:latin typeface="+mn-lt"/>
          <a:ea typeface="+mn-ea"/>
          <a:cs typeface="+mn-cs"/>
        </a:defRPr>
      </a:lvl3pPr>
      <a:lvl4pPr marL="1658620" algn="l" defTabSz="1106170" rtl="0" eaLnBrk="1" latinLnBrk="0" hangingPunct="1">
        <a:defRPr sz="2175" kern="1200">
          <a:solidFill>
            <a:schemeClr val="tx1"/>
          </a:solidFill>
          <a:latin typeface="+mn-lt"/>
          <a:ea typeface="+mn-ea"/>
          <a:cs typeface="+mn-cs"/>
        </a:defRPr>
      </a:lvl4pPr>
      <a:lvl5pPr marL="2211705" algn="l" defTabSz="1106170" rtl="0" eaLnBrk="1" latinLnBrk="0" hangingPunct="1">
        <a:defRPr sz="2175" kern="1200">
          <a:solidFill>
            <a:schemeClr val="tx1"/>
          </a:solidFill>
          <a:latin typeface="+mn-lt"/>
          <a:ea typeface="+mn-ea"/>
          <a:cs typeface="+mn-cs"/>
        </a:defRPr>
      </a:lvl5pPr>
      <a:lvl6pPr marL="2764790" algn="l" defTabSz="1106170" rtl="0" eaLnBrk="1" latinLnBrk="0" hangingPunct="1">
        <a:defRPr sz="2175" kern="1200">
          <a:solidFill>
            <a:schemeClr val="tx1"/>
          </a:solidFill>
          <a:latin typeface="+mn-lt"/>
          <a:ea typeface="+mn-ea"/>
          <a:cs typeface="+mn-cs"/>
        </a:defRPr>
      </a:lvl6pPr>
      <a:lvl7pPr marL="3317875" algn="l" defTabSz="1106170" rtl="0" eaLnBrk="1" latinLnBrk="0" hangingPunct="1">
        <a:defRPr sz="2175" kern="1200">
          <a:solidFill>
            <a:schemeClr val="tx1"/>
          </a:solidFill>
          <a:latin typeface="+mn-lt"/>
          <a:ea typeface="+mn-ea"/>
          <a:cs typeface="+mn-cs"/>
        </a:defRPr>
      </a:lvl7pPr>
      <a:lvl8pPr marL="3870325" algn="l" defTabSz="1106170" rtl="0" eaLnBrk="1" latinLnBrk="0" hangingPunct="1">
        <a:defRPr sz="2175" kern="1200">
          <a:solidFill>
            <a:schemeClr val="tx1"/>
          </a:solidFill>
          <a:latin typeface="+mn-lt"/>
          <a:ea typeface="+mn-ea"/>
          <a:cs typeface="+mn-cs"/>
        </a:defRPr>
      </a:lvl8pPr>
      <a:lvl9pPr marL="4423410" algn="l" defTabSz="1106170" rtl="0" eaLnBrk="1" latinLnBrk="0" hangingPunct="1">
        <a:defRPr sz="21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oleObject" Target="../embeddings/oleObject1.bin"/><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tags" Target="../tags/tag5.xml"/><Relationship Id="rId5" Type="http://schemas.openxmlformats.org/officeDocument/2006/relationships/image" Target="../media/image7.emf"/><Relationship Id="rId4" Type="http://schemas.openxmlformats.org/officeDocument/2006/relationships/oleObject" Target="../embeddings/oleObject2.bin"/><Relationship Id="rId3" Type="http://schemas.openxmlformats.org/officeDocument/2006/relationships/tags" Target="../tags/tag4.xml"/><Relationship Id="rId2" Type="http://schemas.openxmlformats.org/officeDocument/2006/relationships/image" Target="../media/image6.png"/><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tags" Target="../tags/tag9.xml"/><Relationship Id="rId4" Type="http://schemas.openxmlformats.org/officeDocument/2006/relationships/image" Target="../media/image8.png"/><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vmlDrawing" Target="../drawings/vmlDrawing3.vml"/><Relationship Id="rId4" Type="http://schemas.openxmlformats.org/officeDocument/2006/relationships/slideLayout" Target="../slideLayouts/slideLayout7.xml"/><Relationship Id="rId3" Type="http://schemas.openxmlformats.org/officeDocument/2006/relationships/image" Target="../media/image12.emf"/><Relationship Id="rId2" Type="http://schemas.openxmlformats.org/officeDocument/2006/relationships/oleObject" Target="../embeddings/oleObject3.bin"/><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vmlDrawing" Target="../drawings/vmlDrawing4.vml"/><Relationship Id="rId4" Type="http://schemas.openxmlformats.org/officeDocument/2006/relationships/slideLayout" Target="../slideLayouts/slideLayout7.xml"/><Relationship Id="rId3" Type="http://schemas.openxmlformats.org/officeDocument/2006/relationships/image" Target="../media/image12.emf"/><Relationship Id="rId2" Type="http://schemas.openxmlformats.org/officeDocument/2006/relationships/oleObject" Target="../embeddings/oleObject4.bin"/><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tags" Target="../tags/tag14.xml"/><Relationship Id="rId3" Type="http://schemas.openxmlformats.org/officeDocument/2006/relationships/image" Target="../media/image12.emf"/><Relationship Id="rId2" Type="http://schemas.openxmlformats.org/officeDocument/2006/relationships/oleObject" Target="../embeddings/oleObject5.bin"/><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vmlDrawing" Target="../drawings/vmlDrawing6.vml"/><Relationship Id="rId6" Type="http://schemas.openxmlformats.org/officeDocument/2006/relationships/slideLayout" Target="../slideLayouts/slideLayout7.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image" Target="../media/image13.emf"/><Relationship Id="rId2" Type="http://schemas.openxmlformats.org/officeDocument/2006/relationships/oleObject" Target="../embeddings/oleObject6.bin"/><Relationship Id="rId1" Type="http://schemas.openxmlformats.org/officeDocument/2006/relationships/tags" Target="../tags/tag15.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vmlDrawing" Target="../drawings/vmlDrawing7.vml"/><Relationship Id="rId6" Type="http://schemas.openxmlformats.org/officeDocument/2006/relationships/slideLayout" Target="../slideLayouts/slideLayout7.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image" Target="../media/image12.emf"/><Relationship Id="rId2" Type="http://schemas.openxmlformats.org/officeDocument/2006/relationships/oleObject" Target="../embeddings/oleObject7.bin"/><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vmlDrawing" Target="../drawings/vmlDrawing8.vml"/><Relationship Id="rId5" Type="http://schemas.openxmlformats.org/officeDocument/2006/relationships/slideLayout" Target="../slideLayouts/slideLayout7.xml"/><Relationship Id="rId4" Type="http://schemas.openxmlformats.org/officeDocument/2006/relationships/tags" Target="../tags/tag22.xml"/><Relationship Id="rId3" Type="http://schemas.openxmlformats.org/officeDocument/2006/relationships/image" Target="../media/image14.emf"/><Relationship Id="rId2" Type="http://schemas.openxmlformats.org/officeDocument/2006/relationships/oleObject" Target="../embeddings/oleObject8.bin"/><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tags" Target="../tags/tag29.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0.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ChangeArrowheads="1"/>
          </p:cNvSpPr>
          <p:nvPr/>
        </p:nvSpPr>
        <p:spPr bwMode="auto">
          <a:xfrm>
            <a:off x="1827213" y="2614613"/>
            <a:ext cx="8882063" cy="835025"/>
          </a:xfrm>
          <a:prstGeom prst="rect">
            <a:avLst/>
          </a:prstGeom>
          <a:noFill/>
          <a:ln>
            <a:noFill/>
          </a:ln>
          <a:effectLst/>
        </p:spPr>
        <p:txBody>
          <a:bodyPr lIns="64802" tIns="32401" rIns="64802" bIns="32401">
            <a:spAutoFit/>
          </a:bodyPr>
          <a:lstStyle/>
          <a:p>
            <a:pPr marL="0" marR="0" lvl="0" indent="0" algn="ctr" defTabSz="914400" rtl="0" eaLnBrk="0" fontAlgn="base" latinLnBrk="1" hangingPunct="0">
              <a:lnSpc>
                <a:spcPct val="100000"/>
              </a:lnSpc>
              <a:spcBef>
                <a:spcPct val="0"/>
              </a:spcBef>
              <a:spcAft>
                <a:spcPct val="0"/>
              </a:spcAft>
              <a:buClrTx/>
              <a:buSzTx/>
              <a:buFontTx/>
              <a:buNone/>
              <a:defRPr/>
            </a:pPr>
            <a:r>
              <a:rPr kumimoji="0" lang="en-US" altLang="zh-CN" sz="50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5.2 </a:t>
            </a:r>
            <a:r>
              <a:rPr kumimoji="0" lang="zh-CN" altLang="en-US" sz="50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存储</a:t>
            </a:r>
            <a:r>
              <a:rPr kumimoji="0" lang="zh-CN" altLang="zh-CN" sz="50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管理</a:t>
            </a:r>
            <a:endParaRPr kumimoji="0" lang="zh-CN" altLang="en-US" sz="50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2"/>
          <p:cNvSpPr txBox="1"/>
          <p:nvPr/>
        </p:nvSpPr>
        <p:spPr>
          <a:xfrm>
            <a:off x="788988" y="1484313"/>
            <a:ext cx="10779125" cy="2363787"/>
          </a:xfrm>
          <a:prstGeom prst="rect">
            <a:avLst/>
          </a:prstGeom>
          <a:noFill/>
          <a:ln w="9525">
            <a:noFill/>
          </a:ln>
        </p:spPr>
        <p:txBody>
          <a:bodyPr lIns="104499" tIns="52249" rIns="104499" bIns="52249">
            <a:spAutoFit/>
          </a:bodyPr>
          <a:p>
            <a:pPr marL="457200" indent="-457200" algn="just" defTabSz="863600" eaLnBrk="1" hangingPunct="1">
              <a:lnSpc>
                <a:spcPts val="4350"/>
              </a:lnSpc>
              <a:buClr>
                <a:srgbClr val="FF0000"/>
              </a:buClr>
              <a:buChar char="•"/>
            </a:pPr>
            <a:r>
              <a:rPr lang="zh-CN" altLang="en-US" sz="3600" dirty="0">
                <a:latin typeface="隶书" panose="02010509060101010101" pitchFamily="49" charset="-122"/>
                <a:ea typeface="隶书" panose="02010509060101010101" pitchFamily="49" charset="-122"/>
              </a:rPr>
              <a:t>理解数据库存储结构</a:t>
            </a:r>
            <a:endParaRPr lang="en-US" altLang="zh-CN" sz="3600" dirty="0">
              <a:latin typeface="隶书" panose="02010509060101010101" pitchFamily="49" charset="-122"/>
              <a:ea typeface="隶书" panose="02010509060101010101" pitchFamily="49" charset="-122"/>
            </a:endParaRPr>
          </a:p>
          <a:p>
            <a:pPr marL="457200" indent="-457200" algn="just" defTabSz="863600" eaLnBrk="1" hangingPunct="1">
              <a:lnSpc>
                <a:spcPts val="4350"/>
              </a:lnSpc>
              <a:buClr>
                <a:srgbClr val="FF0000"/>
              </a:buClr>
              <a:buChar char="•"/>
            </a:pPr>
            <a:r>
              <a:rPr lang="zh-CN" altLang="en-US" sz="3600" dirty="0">
                <a:latin typeface="隶书" panose="02010509060101010101" pitchFamily="49" charset="-122"/>
                <a:ea typeface="隶书" panose="02010509060101010101" pitchFamily="49" charset="-122"/>
              </a:rPr>
              <a:t>理解数据文件组织</a:t>
            </a:r>
            <a:endParaRPr lang="en-US" altLang="zh-CN" sz="3600" dirty="0">
              <a:latin typeface="隶书" panose="02010509060101010101" pitchFamily="49" charset="-122"/>
              <a:ea typeface="隶书" panose="02010509060101010101" pitchFamily="49" charset="-122"/>
            </a:endParaRPr>
          </a:p>
          <a:p>
            <a:pPr marL="457200" indent="-457200" algn="just" defTabSz="863600" eaLnBrk="1" hangingPunct="1">
              <a:lnSpc>
                <a:spcPts val="4350"/>
              </a:lnSpc>
              <a:buClr>
                <a:srgbClr val="FF0000"/>
              </a:buClr>
              <a:buChar char="•"/>
            </a:pPr>
            <a:r>
              <a:rPr lang="zh-CN" altLang="en-US" sz="3600" dirty="0">
                <a:latin typeface="隶书" panose="02010509060101010101" pitchFamily="49" charset="-122"/>
                <a:ea typeface="隶书" panose="02010509060101010101" pitchFamily="49" charset="-122"/>
              </a:rPr>
              <a:t>了解数据字典存储</a:t>
            </a:r>
            <a:endParaRPr lang="en-US" altLang="zh-CN" sz="3600" dirty="0">
              <a:latin typeface="隶书" panose="02010509060101010101" pitchFamily="49" charset="-122"/>
              <a:ea typeface="隶书" panose="02010509060101010101" pitchFamily="49" charset="-122"/>
            </a:endParaRPr>
          </a:p>
          <a:p>
            <a:pPr marL="457200" indent="-457200" algn="just" defTabSz="863600" eaLnBrk="1" hangingPunct="1">
              <a:lnSpc>
                <a:spcPts val="4350"/>
              </a:lnSpc>
              <a:buClr>
                <a:srgbClr val="FF0000"/>
              </a:buClr>
              <a:buChar char="•"/>
            </a:pPr>
            <a:r>
              <a:rPr lang="zh-CN" altLang="en-US" sz="3600" dirty="0">
                <a:latin typeface="隶书" panose="02010509060101010101" pitchFamily="49" charset="-122"/>
                <a:ea typeface="隶书" panose="02010509060101010101" pitchFamily="49" charset="-122"/>
              </a:rPr>
              <a:t>了解存储引擎</a:t>
            </a:r>
            <a:endParaRPr lang="zh-CN" altLang="zh-CN" sz="3600" dirty="0">
              <a:latin typeface="隶书" panose="02010509060101010101" pitchFamily="49" charset="-122"/>
              <a:ea typeface="隶书" panose="02010509060101010101" pitchFamily="49" charset="-122"/>
            </a:endParaRPr>
          </a:p>
        </p:txBody>
      </p:sp>
      <p:sp>
        <p:nvSpPr>
          <p:cNvPr id="6147" name="Rectangle 3"/>
          <p:cNvSpPr>
            <a:spLocks noChangeArrowheads="1"/>
          </p:cNvSpPr>
          <p:nvPr/>
        </p:nvSpPr>
        <p:spPr bwMode="auto">
          <a:xfrm>
            <a:off x="334963" y="549275"/>
            <a:ext cx="7559675" cy="681038"/>
          </a:xfrm>
          <a:prstGeom prst="rect">
            <a:avLst/>
          </a:prstGeom>
          <a:noFill/>
          <a:ln>
            <a:noFill/>
          </a:ln>
          <a:effectLst/>
        </p:spPr>
        <p:txBody>
          <a:bodyPr lIns="64802" tIns="32401" rIns="64802" bIns="32401">
            <a:spAutoFit/>
          </a:bodyPr>
          <a:lstStyle/>
          <a:p>
            <a:pPr marL="0" marR="0" lvl="0" indent="0" algn="l" defTabSz="647700" rtl="0" eaLnBrk="0" fontAlgn="base" latinLnBrk="0" hangingPunct="0">
              <a:lnSpc>
                <a:spcPct val="100000"/>
              </a:lnSpc>
              <a:spcBef>
                <a:spcPct val="0"/>
              </a:spcBef>
              <a:spcAft>
                <a:spcPct val="0"/>
              </a:spcAft>
              <a:buClrTx/>
              <a:buSzTx/>
              <a:buFontTx/>
              <a:buNone/>
              <a:defRPr/>
            </a:pPr>
            <a:r>
              <a:rPr kumimoji="0" lang="en-US" sz="40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a:t>
            </a:r>
            <a:r>
              <a:rPr kumimoji="0" lang="zh-CN" altLang="en-US" sz="40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本节学习目标</a:t>
            </a:r>
            <a:r>
              <a:rPr kumimoji="0" lang="en-US" sz="40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a:t>
            </a:r>
            <a:endParaRPr kumimoji="0" lang="en-US" sz="40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 Box 2"/>
          <p:cNvSpPr txBox="1"/>
          <p:nvPr/>
        </p:nvSpPr>
        <p:spPr>
          <a:xfrm>
            <a:off x="192088" y="404813"/>
            <a:ext cx="6661150" cy="611187"/>
          </a:xfrm>
          <a:prstGeom prst="rect">
            <a:avLst/>
          </a:prstGeom>
          <a:noFill/>
          <a:ln w="9525">
            <a:noFill/>
          </a:ln>
        </p:spPr>
        <p:txBody>
          <a:bodyPr lIns="117060" tIns="58530" rIns="117060" bIns="58530">
            <a:spAutoFit/>
          </a:bodyPr>
          <a:p>
            <a:pPr defTabSz="967105" eaLnBrk="1" hangingPunct="1"/>
            <a:r>
              <a:rPr lang="zh-CN" altLang="en-US" sz="3200" dirty="0">
                <a:solidFill>
                  <a:srgbClr val="0033CC"/>
                </a:solidFill>
                <a:latin typeface="黑体" panose="02010609060101010101" pitchFamily="49" charset="-122"/>
              </a:rPr>
              <a:t>一、数据库存储结构</a:t>
            </a:r>
            <a:endParaRPr lang="zh-CN" altLang="en-US" sz="3200" dirty="0">
              <a:solidFill>
                <a:srgbClr val="0033CC"/>
              </a:solidFill>
              <a:latin typeface="黑体" panose="02010609060101010101" pitchFamily="49" charset="-122"/>
            </a:endParaRPr>
          </a:p>
        </p:txBody>
      </p:sp>
      <p:sp>
        <p:nvSpPr>
          <p:cNvPr id="2" name="矩形 1"/>
          <p:cNvSpPr/>
          <p:nvPr/>
        </p:nvSpPr>
        <p:spPr>
          <a:xfrm>
            <a:off x="741363" y="981075"/>
            <a:ext cx="10710863" cy="1633538"/>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在数据库系统中，</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数据库存储结构可以分为</a:t>
            </a:r>
            <a:r>
              <a:rPr kumimoji="0" lang="zh-CN" altLang="en-US" sz="28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逻辑存储结构</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和</a:t>
            </a:r>
            <a:r>
              <a:rPr kumimoji="0" lang="zh-CN" altLang="en-US" sz="28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物理存储结构</a:t>
            </a:r>
            <a:r>
              <a:rPr kumimoji="0" lang="zh-CN"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逻辑存储结构是面向数据库编程用户的，物理存储结构是面向</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DBA</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用户的。下图是关系数据库的逻辑存储结构。</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graphicFrame>
        <p:nvGraphicFramePr>
          <p:cNvPr id="3" name="对象 2"/>
          <p:cNvGraphicFramePr>
            <a:graphicFrameLocks noChangeAspect="1"/>
          </p:cNvGraphicFramePr>
          <p:nvPr>
            <p:custDataLst>
              <p:tags r:id="rId1"/>
            </p:custDataLst>
          </p:nvPr>
        </p:nvGraphicFramePr>
        <p:xfrm>
          <a:off x="2262188" y="2614613"/>
          <a:ext cx="7667625" cy="4243387"/>
        </p:xfrm>
        <a:graphic>
          <a:graphicData uri="http://schemas.openxmlformats.org/presentationml/2006/ole">
            <mc:AlternateContent xmlns:mc="http://schemas.openxmlformats.org/markup-compatibility/2006">
              <mc:Choice xmlns:v="urn:schemas-microsoft-com:vml" Requires="v">
                <p:oleObj spid="_x0000_s3076" name="" r:id="rId2" imgW="5346700" imgH="3155950" progId="Paint.Picture">
                  <p:embed/>
                </p:oleObj>
              </mc:Choice>
              <mc:Fallback>
                <p:oleObj name="" r:id="rId2" imgW="5346700" imgH="3155950" progId="Paint.Picture">
                  <p:embed/>
                  <p:pic>
                    <p:nvPicPr>
                      <p:cNvPr id="0" name="图片 3075"/>
                      <p:cNvPicPr/>
                      <p:nvPr/>
                    </p:nvPicPr>
                    <p:blipFill>
                      <a:blip r:embed="rId3"/>
                      <a:stretch>
                        <a:fillRect/>
                      </a:stretch>
                    </p:blipFill>
                    <p:spPr>
                      <a:xfrm>
                        <a:off x="2262188" y="2614613"/>
                        <a:ext cx="7667625" cy="4243387"/>
                      </a:xfrm>
                      <a:prstGeom prst="rect">
                        <a:avLst/>
                      </a:prstGeom>
                      <a:noFill/>
                      <a:ln w="38100">
                        <a:noFill/>
                        <a:miter/>
                      </a:ln>
                    </p:spPr>
                  </p:pic>
                </p:oleObj>
              </mc:Fallback>
            </mc:AlternateContent>
          </a:graphicData>
        </a:graphic>
      </p:graphicFrame>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741363" y="476250"/>
            <a:ext cx="10710863" cy="1635125"/>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一个数据库在物理上是将数据存储在若干数据文件中的，这些数据文件在操作系统的文件目录中组织与存储数据。下图是典型关系数据库的物理存储结构。</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pic>
        <p:nvPicPr>
          <p:cNvPr id="25603" name="图片 3"/>
          <p:cNvPicPr>
            <a:picLocks noChangeAspect="1"/>
          </p:cNvPicPr>
          <p:nvPr>
            <p:custDataLst>
              <p:tags r:id="rId1"/>
            </p:custDataLst>
          </p:nvPr>
        </p:nvPicPr>
        <p:blipFill>
          <a:blip r:embed="rId2"/>
          <a:stretch>
            <a:fillRect/>
          </a:stretch>
        </p:blipFill>
        <p:spPr>
          <a:xfrm>
            <a:off x="2146300" y="2565400"/>
            <a:ext cx="7899400" cy="3405188"/>
          </a:xfrm>
          <a:prstGeom prst="rect">
            <a:avLst/>
          </a:prstGeom>
          <a:noFill/>
          <a:ln w="9525">
            <a:noFill/>
          </a:ln>
        </p:spPr>
      </p:pic>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2"/>
          <p:cNvSpPr txBox="1"/>
          <p:nvPr/>
        </p:nvSpPr>
        <p:spPr>
          <a:xfrm>
            <a:off x="192088" y="404813"/>
            <a:ext cx="6661150" cy="611187"/>
          </a:xfrm>
          <a:prstGeom prst="rect">
            <a:avLst/>
          </a:prstGeom>
          <a:noFill/>
          <a:ln w="9525">
            <a:noFill/>
          </a:ln>
        </p:spPr>
        <p:txBody>
          <a:bodyPr lIns="117060" tIns="58530" rIns="117060" bIns="58530">
            <a:spAutoFit/>
          </a:bodyPr>
          <a:p>
            <a:pPr defTabSz="967105" eaLnBrk="1" hangingPunct="1"/>
            <a:r>
              <a:rPr lang="zh-CN" altLang="en-US" sz="3200" dirty="0">
                <a:solidFill>
                  <a:srgbClr val="0033CC"/>
                </a:solidFill>
                <a:latin typeface="黑体" panose="02010609060101010101" pitchFamily="49" charset="-122"/>
              </a:rPr>
              <a:t>二、数据文件组织</a:t>
            </a:r>
            <a:endParaRPr lang="zh-CN" altLang="en-US" sz="3200" dirty="0">
              <a:solidFill>
                <a:srgbClr val="0033CC"/>
              </a:solidFill>
              <a:latin typeface="黑体" panose="02010609060101010101" pitchFamily="49" charset="-122"/>
            </a:endParaRPr>
          </a:p>
        </p:txBody>
      </p:sp>
      <p:sp>
        <p:nvSpPr>
          <p:cNvPr id="2" name="矩形 1"/>
          <p:cNvSpPr/>
          <p:nvPr/>
        </p:nvSpPr>
        <p:spPr>
          <a:xfrm>
            <a:off x="741363" y="981075"/>
            <a:ext cx="10710863" cy="1633538"/>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从数据库逻辑存储结构来看，存取访问数据库的基本单位是内存页。从数据库物理存储结构来看，存取数据文件的基本单位是操作系统文件块（</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OS</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块）。它们都由若干数据记录组成。</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4" name="Rectangle 3"/>
          <p:cNvSpPr/>
          <p:nvPr/>
        </p:nvSpPr>
        <p:spPr>
          <a:xfrm>
            <a:off x="741363" y="2979738"/>
            <a:ext cx="6854825" cy="461962"/>
          </a:xfrm>
          <a:prstGeom prst="rect">
            <a:avLst/>
          </a:prstGeom>
          <a:noFill/>
          <a:ln w="9525">
            <a:noFill/>
          </a:ln>
        </p:spPr>
        <p:txBody>
          <a:bodyPr lIns="117060" tIns="58530" rIns="117060" bIns="58530">
            <a:spAutoFit/>
          </a:bodyPr>
          <a:p>
            <a:pPr defTabSz="967105" eaLnBrk="1" latinLnBrk="1" hangingPunct="1">
              <a:lnSpc>
                <a:spcPct val="80000"/>
              </a:lnSpc>
              <a:spcBef>
                <a:spcPct val="50000"/>
              </a:spcBef>
              <a:buClr>
                <a:srgbClr val="FF0000"/>
              </a:buClr>
              <a:buFont typeface="Wingdings" panose="05000000000000000000" pitchFamily="2" charset="2"/>
            </a:pPr>
            <a:r>
              <a:rPr lang="en-US" altLang="zh-CN" sz="2800" dirty="0">
                <a:solidFill>
                  <a:srgbClr val="0033CC"/>
                </a:solidFill>
                <a:latin typeface="黑体" panose="02010609060101010101" pitchFamily="49" charset="-122"/>
              </a:rPr>
              <a:t>1.</a:t>
            </a:r>
            <a:r>
              <a:rPr lang="zh-CN" altLang="en-US" sz="2800" dirty="0">
                <a:solidFill>
                  <a:srgbClr val="0033CC"/>
                </a:solidFill>
                <a:latin typeface="黑体" panose="02010609060101010101" pitchFamily="49" charset="-122"/>
              </a:rPr>
              <a:t>数据文件记录结构</a:t>
            </a:r>
            <a:r>
              <a:rPr lang="en-US" altLang="zh-CN" sz="2800" dirty="0">
                <a:solidFill>
                  <a:srgbClr val="0033CC"/>
                </a:solidFill>
                <a:latin typeface="黑体" panose="02010609060101010101" pitchFamily="49" charset="-122"/>
              </a:rPr>
              <a:t>——</a:t>
            </a:r>
            <a:r>
              <a:rPr lang="zh-CN" altLang="en-US" sz="2800" dirty="0">
                <a:solidFill>
                  <a:srgbClr val="0033CC"/>
                </a:solidFill>
                <a:latin typeface="黑体" panose="02010609060101010101" pitchFamily="49" charset="-122"/>
              </a:rPr>
              <a:t>定长记录</a:t>
            </a:r>
            <a:endParaRPr lang="zh-CN" altLang="en-US" sz="2800" dirty="0">
              <a:solidFill>
                <a:srgbClr val="0033CC"/>
              </a:solidFill>
              <a:latin typeface="黑体" panose="02010609060101010101" pitchFamily="49" charset="-122"/>
            </a:endParaRPr>
          </a:p>
        </p:txBody>
      </p:sp>
      <p:grpSp>
        <p:nvGrpSpPr>
          <p:cNvPr id="10" name="组合 9"/>
          <p:cNvGrpSpPr/>
          <p:nvPr/>
        </p:nvGrpSpPr>
        <p:grpSpPr>
          <a:xfrm>
            <a:off x="3071813" y="3648075"/>
            <a:ext cx="5768975" cy="2967038"/>
            <a:chOff x="3071664" y="3647420"/>
            <a:chExt cx="5768975" cy="2968010"/>
          </a:xfrm>
        </p:grpSpPr>
        <p:pic>
          <p:nvPicPr>
            <p:cNvPr id="27654" name="图片 4"/>
            <p:cNvPicPr>
              <a:picLocks noChangeAspect="1"/>
            </p:cNvPicPr>
            <p:nvPr>
              <p:custDataLst>
                <p:tags r:id="rId1"/>
              </p:custDataLst>
            </p:nvPr>
          </p:nvPicPr>
          <p:blipFill>
            <a:blip r:embed="rId2"/>
            <a:stretch>
              <a:fillRect/>
            </a:stretch>
          </p:blipFill>
          <p:spPr>
            <a:xfrm>
              <a:off x="3071664" y="5301208"/>
              <a:ext cx="5768975" cy="661670"/>
            </a:xfrm>
            <a:prstGeom prst="rect">
              <a:avLst/>
            </a:prstGeom>
            <a:noFill/>
            <a:ln w="9525">
              <a:noFill/>
            </a:ln>
          </p:spPr>
        </p:pic>
        <p:sp>
          <p:nvSpPr>
            <p:cNvPr id="27655" name="文本框 5"/>
            <p:cNvSpPr txBox="1"/>
            <p:nvPr/>
          </p:nvSpPr>
          <p:spPr>
            <a:xfrm>
              <a:off x="4079776" y="4408785"/>
              <a:ext cx="3260725" cy="460375"/>
            </a:xfrm>
            <a:prstGeom prst="rect">
              <a:avLst/>
            </a:prstGeom>
            <a:noFill/>
            <a:ln w="9525">
              <a:noFill/>
            </a:ln>
          </p:spPr>
          <p:txBody>
            <a:bodyPr>
              <a:spAutoFit/>
            </a:bodyPr>
            <a:p>
              <a:pPr algn="ctr"/>
              <a:r>
                <a:rPr lang="zh-CN" altLang="en-US" dirty="0">
                  <a:solidFill>
                    <a:srgbClr val="FF0000"/>
                  </a:solidFill>
                  <a:latin typeface="黑体" panose="02010609060101010101" pitchFamily="49" charset="-122"/>
                </a:rPr>
                <a:t>定长记录的格式</a:t>
              </a:r>
              <a:endParaRPr lang="zh-CN" altLang="en-US" dirty="0">
                <a:solidFill>
                  <a:srgbClr val="FF0000"/>
                </a:solidFill>
                <a:latin typeface="黑体" panose="02010609060101010101" pitchFamily="49" charset="-122"/>
              </a:endParaRPr>
            </a:p>
          </p:txBody>
        </p:sp>
        <p:graphicFrame>
          <p:nvGraphicFramePr>
            <p:cNvPr id="27656" name="Object 372"/>
            <p:cNvGraphicFramePr>
              <a:graphicFrameLocks noChangeAspect="1"/>
            </p:cNvGraphicFramePr>
            <p:nvPr>
              <p:custDataLst>
                <p:tags r:id="rId3"/>
              </p:custDataLst>
            </p:nvPr>
          </p:nvGraphicFramePr>
          <p:xfrm>
            <a:off x="3359954" y="3647420"/>
            <a:ext cx="5097780" cy="702310"/>
          </p:xfrm>
          <a:graphic>
            <a:graphicData uri="http://schemas.openxmlformats.org/presentationml/2006/ole">
              <mc:AlternateContent xmlns:mc="http://schemas.openxmlformats.org/markup-compatibility/2006">
                <mc:Choice xmlns:v="urn:schemas-microsoft-com:vml" Requires="v">
                  <p:oleObj spid="_x0000_s3077" name="" r:id="rId4" imgW="2494280" imgH="306705" progId="Visio.Drawing.15">
                    <p:embed/>
                  </p:oleObj>
                </mc:Choice>
                <mc:Fallback>
                  <p:oleObj name="" r:id="rId4" imgW="2494280" imgH="306705" progId="Visio.Drawing.15">
                    <p:embed/>
                    <p:pic>
                      <p:nvPicPr>
                        <p:cNvPr id="0" name="图片 3076"/>
                        <p:cNvPicPr/>
                        <p:nvPr/>
                      </p:nvPicPr>
                      <p:blipFill>
                        <a:blip r:embed="rId5"/>
                        <a:stretch>
                          <a:fillRect/>
                        </a:stretch>
                      </p:blipFill>
                      <p:spPr>
                        <a:xfrm>
                          <a:off x="3359954" y="3647420"/>
                          <a:ext cx="5097780" cy="702310"/>
                        </a:xfrm>
                        <a:prstGeom prst="rect">
                          <a:avLst/>
                        </a:prstGeom>
                        <a:noFill/>
                        <a:ln w="38100">
                          <a:noFill/>
                          <a:miter/>
                        </a:ln>
                      </p:spPr>
                    </p:pic>
                  </p:oleObj>
                </mc:Fallback>
              </mc:AlternateContent>
            </a:graphicData>
          </a:graphic>
        </p:graphicFrame>
        <p:sp>
          <p:nvSpPr>
            <p:cNvPr id="27657" name="文本框 7"/>
            <p:cNvSpPr txBox="1"/>
            <p:nvPr>
              <p:custDataLst>
                <p:tags r:id="rId6"/>
              </p:custDataLst>
            </p:nvPr>
          </p:nvSpPr>
          <p:spPr>
            <a:xfrm>
              <a:off x="3304709" y="6155055"/>
              <a:ext cx="5260340" cy="460375"/>
            </a:xfrm>
            <a:prstGeom prst="rect">
              <a:avLst/>
            </a:prstGeom>
            <a:noFill/>
            <a:ln w="9525">
              <a:noFill/>
            </a:ln>
          </p:spPr>
          <p:txBody>
            <a:bodyPr>
              <a:spAutoFit/>
            </a:bodyPr>
            <a:p>
              <a:pPr algn="ctr"/>
              <a:r>
                <a:rPr lang="zh-CN" altLang="en-US" dirty="0">
                  <a:solidFill>
                    <a:srgbClr val="FF0000"/>
                  </a:solidFill>
                  <a:latin typeface="黑体" panose="02010609060101010101" pitchFamily="49" charset="-122"/>
                </a:rPr>
                <a:t>定长记录在文件块中的存储结构</a:t>
              </a:r>
              <a:endParaRPr lang="zh-CN" altLang="en-US" dirty="0">
                <a:solidFill>
                  <a:srgbClr val="FF0000"/>
                </a:solidFill>
                <a:latin typeface="黑体" panose="02010609060101010101" pitchFamily="49" charset="-122"/>
              </a:endParaRPr>
            </a:p>
          </p:txBody>
        </p:sp>
      </p:gr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741363" y="549275"/>
            <a:ext cx="10710863" cy="1633538"/>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）当数据文件块的数据区大小不是定长记录大小的整数倍时，会出现一个定长记录在数据文件块中因空闲空间不够而存放不下的情况。</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3" name="矩形 2"/>
          <p:cNvSpPr/>
          <p:nvPr/>
        </p:nvSpPr>
        <p:spPr>
          <a:xfrm>
            <a:off x="741363" y="2181225"/>
            <a:ext cx="10710863" cy="1095375"/>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解决方案</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：只有在文件块中有足够空间时，才能存储到当前文件块内。若没有足够的空间，则需将该记录存储到另一空闲的文件块内。</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9" name="矩形 8"/>
          <p:cNvSpPr/>
          <p:nvPr/>
        </p:nvSpPr>
        <p:spPr>
          <a:xfrm>
            <a:off x="739775" y="3937000"/>
            <a:ext cx="10710863" cy="1095375"/>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）当数据文件中删除记录后，文件块中空闲出来的记录空间应允许后续插入的其他记录使用，其实现记录删除和插入的算法应</a:t>
            </a:r>
            <a:r>
              <a:rPr kumimoji="0" lang="zh-CN" altLang="en-US" sz="2800" b="0" i="0" u="none" strike="noStrike" kern="1000" cap="none" spc="0" normalizeH="0" baseline="0" noProof="0" dirty="0">
                <a:ln>
                  <a:noFill/>
                </a:ln>
                <a:solidFill>
                  <a:srgbClr val="0070C0"/>
                </a:solidFill>
                <a:effectLst/>
                <a:uLnTx/>
                <a:uFillTx/>
                <a:latin typeface="黑体" panose="02010609060101010101" pitchFamily="49" charset="-122"/>
                <a:ea typeface="黑体" panose="02010609060101010101" pitchFamily="49" charset="-122"/>
                <a:cs typeface="Times New Roman" panose="02020603050405020304" pitchFamily="18" charset="0"/>
              </a:rPr>
              <a:t>高效</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1" name="矩形 10"/>
          <p:cNvSpPr/>
          <p:nvPr/>
        </p:nvSpPr>
        <p:spPr>
          <a:xfrm>
            <a:off x="739775" y="5176838"/>
            <a:ext cx="10710863" cy="555625"/>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解决方案</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：在数据文件中，形成一个被删除记录的自由链表。</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706438" y="663575"/>
            <a:ext cx="6854825" cy="463550"/>
          </a:xfrm>
          <a:prstGeom prst="rect">
            <a:avLst/>
          </a:prstGeom>
          <a:noFill/>
          <a:ln w="9525">
            <a:noFill/>
          </a:ln>
        </p:spPr>
        <p:txBody>
          <a:bodyPr lIns="117060" tIns="58530" rIns="117060" bIns="58530">
            <a:spAutoFit/>
          </a:bodyPr>
          <a:p>
            <a:pPr defTabSz="967105" eaLnBrk="1" latinLnBrk="1" hangingPunct="1">
              <a:lnSpc>
                <a:spcPct val="80000"/>
              </a:lnSpc>
              <a:spcBef>
                <a:spcPct val="50000"/>
              </a:spcBef>
              <a:buClr>
                <a:srgbClr val="FF0000"/>
              </a:buClr>
              <a:buFont typeface="Wingdings" panose="05000000000000000000" pitchFamily="2" charset="2"/>
            </a:pPr>
            <a:r>
              <a:rPr lang="en-US" altLang="zh-CN" sz="2800" dirty="0">
                <a:solidFill>
                  <a:srgbClr val="0033CC"/>
                </a:solidFill>
                <a:latin typeface="黑体" panose="02010609060101010101" pitchFamily="49" charset="-122"/>
              </a:rPr>
              <a:t>1.</a:t>
            </a:r>
            <a:r>
              <a:rPr lang="zh-CN" altLang="en-US" sz="2800" dirty="0">
                <a:solidFill>
                  <a:srgbClr val="0033CC"/>
                </a:solidFill>
                <a:latin typeface="黑体" panose="02010609060101010101" pitchFamily="49" charset="-122"/>
              </a:rPr>
              <a:t>数据文件记录结构</a:t>
            </a:r>
            <a:r>
              <a:rPr lang="en-US" altLang="zh-CN" sz="2800" dirty="0">
                <a:solidFill>
                  <a:srgbClr val="0033CC"/>
                </a:solidFill>
                <a:latin typeface="黑体" panose="02010609060101010101" pitchFamily="49" charset="-122"/>
              </a:rPr>
              <a:t>——</a:t>
            </a:r>
            <a:r>
              <a:rPr lang="zh-CN" altLang="en-US" sz="2800" dirty="0">
                <a:solidFill>
                  <a:srgbClr val="0033CC"/>
                </a:solidFill>
                <a:latin typeface="黑体" panose="02010609060101010101" pitchFamily="49" charset="-122"/>
              </a:rPr>
              <a:t>变长记录</a:t>
            </a:r>
            <a:endParaRPr lang="zh-CN" altLang="en-US" sz="2800" dirty="0">
              <a:solidFill>
                <a:srgbClr val="0033CC"/>
              </a:solidFill>
              <a:latin typeface="黑体" panose="02010609060101010101" pitchFamily="49" charset="-122"/>
            </a:endParaRPr>
          </a:p>
        </p:txBody>
      </p:sp>
      <p:grpSp>
        <p:nvGrpSpPr>
          <p:cNvPr id="13" name="组合 12"/>
          <p:cNvGrpSpPr/>
          <p:nvPr/>
        </p:nvGrpSpPr>
        <p:grpSpPr>
          <a:xfrm>
            <a:off x="620713" y="1738313"/>
            <a:ext cx="10950575" cy="4786312"/>
            <a:chOff x="620395" y="1737995"/>
            <a:chExt cx="10950575" cy="4787349"/>
          </a:xfrm>
        </p:grpSpPr>
        <p:sp>
          <p:nvSpPr>
            <p:cNvPr id="31748" name="文本框 2"/>
            <p:cNvSpPr txBox="1"/>
            <p:nvPr>
              <p:custDataLst>
                <p:tags r:id="rId1"/>
              </p:custDataLst>
            </p:nvPr>
          </p:nvSpPr>
          <p:spPr>
            <a:xfrm>
              <a:off x="4086542" y="3005455"/>
              <a:ext cx="3260725" cy="460375"/>
            </a:xfrm>
            <a:prstGeom prst="rect">
              <a:avLst/>
            </a:prstGeom>
            <a:noFill/>
            <a:ln w="9525">
              <a:noFill/>
            </a:ln>
          </p:spPr>
          <p:txBody>
            <a:bodyPr>
              <a:spAutoFit/>
            </a:bodyPr>
            <a:p>
              <a:pPr algn="ctr"/>
              <a:r>
                <a:rPr lang="zh-CN" altLang="en-US" dirty="0">
                  <a:solidFill>
                    <a:srgbClr val="FF0000"/>
                  </a:solidFill>
                  <a:latin typeface="黑体" panose="02010609060101010101" pitchFamily="49" charset="-122"/>
                </a:rPr>
                <a:t>变长记录格式</a:t>
              </a:r>
              <a:endParaRPr lang="zh-CN" altLang="en-US" dirty="0">
                <a:solidFill>
                  <a:srgbClr val="FF0000"/>
                </a:solidFill>
                <a:latin typeface="黑体" panose="02010609060101010101" pitchFamily="49" charset="-122"/>
              </a:endParaRPr>
            </a:p>
          </p:txBody>
        </p:sp>
        <p:sp>
          <p:nvSpPr>
            <p:cNvPr id="31749" name="文本框 8"/>
            <p:cNvSpPr txBox="1"/>
            <p:nvPr>
              <p:custDataLst>
                <p:tags r:id="rId2"/>
              </p:custDataLst>
            </p:nvPr>
          </p:nvSpPr>
          <p:spPr>
            <a:xfrm>
              <a:off x="3465512" y="6064969"/>
              <a:ext cx="5260340" cy="460375"/>
            </a:xfrm>
            <a:prstGeom prst="rect">
              <a:avLst/>
            </a:prstGeom>
            <a:noFill/>
            <a:ln w="9525">
              <a:noFill/>
            </a:ln>
          </p:spPr>
          <p:txBody>
            <a:bodyPr>
              <a:spAutoFit/>
            </a:bodyPr>
            <a:p>
              <a:pPr algn="ctr"/>
              <a:r>
                <a:rPr lang="zh-CN" altLang="en-US" dirty="0">
                  <a:solidFill>
                    <a:srgbClr val="FF0000"/>
                  </a:solidFill>
                  <a:latin typeface="黑体" panose="02010609060101010101" pitchFamily="49" charset="-122"/>
                </a:rPr>
                <a:t>文件块的分槽结构存储变长记录</a:t>
              </a:r>
              <a:endParaRPr lang="zh-CN" altLang="en-US" dirty="0">
                <a:solidFill>
                  <a:srgbClr val="FF0000"/>
                </a:solidFill>
                <a:latin typeface="黑体" panose="02010609060101010101" pitchFamily="49" charset="-122"/>
              </a:endParaRPr>
            </a:p>
          </p:txBody>
        </p:sp>
        <p:pic>
          <p:nvPicPr>
            <p:cNvPr id="31750" name="图片 10"/>
            <p:cNvPicPr>
              <a:picLocks noChangeAspect="1"/>
            </p:cNvPicPr>
            <p:nvPr>
              <p:custDataLst>
                <p:tags r:id="rId3"/>
              </p:custDataLst>
            </p:nvPr>
          </p:nvPicPr>
          <p:blipFill>
            <a:blip r:embed="rId4"/>
            <a:stretch>
              <a:fillRect/>
            </a:stretch>
          </p:blipFill>
          <p:spPr>
            <a:xfrm>
              <a:off x="1220470" y="1737995"/>
              <a:ext cx="9750425" cy="1085850"/>
            </a:xfrm>
            <a:prstGeom prst="rect">
              <a:avLst/>
            </a:prstGeom>
            <a:noFill/>
            <a:ln w="9525">
              <a:noFill/>
            </a:ln>
          </p:spPr>
        </p:pic>
        <p:pic>
          <p:nvPicPr>
            <p:cNvPr id="31751" name="图片 11"/>
            <p:cNvPicPr>
              <a:picLocks noChangeAspect="1"/>
            </p:cNvPicPr>
            <p:nvPr>
              <p:custDataLst>
                <p:tags r:id="rId5"/>
              </p:custDataLst>
            </p:nvPr>
          </p:nvPicPr>
          <p:blipFill>
            <a:blip r:embed="rId6"/>
            <a:stretch>
              <a:fillRect/>
            </a:stretch>
          </p:blipFill>
          <p:spPr>
            <a:xfrm>
              <a:off x="620395" y="4030980"/>
              <a:ext cx="10950575" cy="1809750"/>
            </a:xfrm>
            <a:prstGeom prst="rect">
              <a:avLst/>
            </a:prstGeom>
            <a:noFill/>
            <a:ln w="9525">
              <a:noFill/>
            </a:ln>
          </p:spPr>
        </p:pic>
      </p:gr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706438" y="663575"/>
            <a:ext cx="6854825" cy="463550"/>
          </a:xfrm>
          <a:prstGeom prst="rect">
            <a:avLst/>
          </a:prstGeom>
          <a:noFill/>
          <a:ln w="9525">
            <a:noFill/>
          </a:ln>
        </p:spPr>
        <p:txBody>
          <a:bodyPr lIns="117060" tIns="58530" rIns="117060" bIns="58530">
            <a:spAutoFit/>
          </a:bodyPr>
          <a:p>
            <a:pPr defTabSz="967105" eaLnBrk="1" latinLnBrk="1" hangingPunct="1">
              <a:lnSpc>
                <a:spcPct val="80000"/>
              </a:lnSpc>
              <a:spcBef>
                <a:spcPct val="50000"/>
              </a:spcBef>
              <a:buClr>
                <a:srgbClr val="FF0000"/>
              </a:buClr>
              <a:buFont typeface="Wingdings" panose="05000000000000000000" pitchFamily="2" charset="2"/>
            </a:pPr>
            <a:r>
              <a:rPr lang="en-US" altLang="zh-CN" sz="2800" dirty="0">
                <a:solidFill>
                  <a:srgbClr val="0033CC"/>
                </a:solidFill>
                <a:latin typeface="黑体" panose="02010609060101010101" pitchFamily="49" charset="-122"/>
              </a:rPr>
              <a:t>2.</a:t>
            </a:r>
            <a:r>
              <a:rPr lang="zh-CN" altLang="en-US" sz="2800" dirty="0">
                <a:solidFill>
                  <a:srgbClr val="0033CC"/>
                </a:solidFill>
                <a:latin typeface="黑体" panose="02010609060101010101" pitchFamily="49" charset="-122"/>
              </a:rPr>
              <a:t>数据文件的记录组织</a:t>
            </a:r>
            <a:endParaRPr lang="zh-CN" altLang="en-US" sz="2800" dirty="0">
              <a:solidFill>
                <a:srgbClr val="0033CC"/>
              </a:solidFill>
              <a:latin typeface="黑体" panose="02010609060101010101" pitchFamily="49" charset="-122"/>
            </a:endParaRPr>
          </a:p>
        </p:txBody>
      </p:sp>
      <p:sp>
        <p:nvSpPr>
          <p:cNvPr id="2" name="矩形 1"/>
          <p:cNvSpPr/>
          <p:nvPr/>
        </p:nvSpPr>
        <p:spPr>
          <a:xfrm>
            <a:off x="741363" y="1146175"/>
            <a:ext cx="10710863" cy="1095375"/>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数据文件的记录组织方式，即如何将大量记录组织为数据文件，以便</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DBMS</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对数据文件进行数据记录访问。</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5" name="矩形 4"/>
          <p:cNvSpPr/>
          <p:nvPr/>
        </p:nvSpPr>
        <p:spPr>
          <a:xfrm>
            <a:off x="741363" y="2365375"/>
            <a:ext cx="10710863" cy="557213"/>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）堆文件组织</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6" name="矩形 5"/>
          <p:cNvSpPr/>
          <p:nvPr/>
        </p:nvSpPr>
        <p:spPr>
          <a:xfrm>
            <a:off x="741363" y="3074988"/>
            <a:ext cx="10710863" cy="557213"/>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）顺序文件组织</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7" name="矩形 6"/>
          <p:cNvSpPr/>
          <p:nvPr/>
        </p:nvSpPr>
        <p:spPr>
          <a:xfrm>
            <a:off x="741363" y="3784600"/>
            <a:ext cx="10710863" cy="557213"/>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）多表聚簇文件组织</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8" name="矩形 7"/>
          <p:cNvSpPr/>
          <p:nvPr/>
        </p:nvSpPr>
        <p:spPr>
          <a:xfrm>
            <a:off x="741363" y="4494213"/>
            <a:ext cx="10710863" cy="557213"/>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4</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Hash</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文件组织</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2" grpId="0"/>
      <p:bldP spid="5" grpId="0"/>
      <p:bldP spid="6"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 Box 2"/>
          <p:cNvSpPr txBox="1"/>
          <p:nvPr/>
        </p:nvSpPr>
        <p:spPr>
          <a:xfrm>
            <a:off x="192088" y="404813"/>
            <a:ext cx="6661150" cy="611187"/>
          </a:xfrm>
          <a:prstGeom prst="rect">
            <a:avLst/>
          </a:prstGeom>
          <a:noFill/>
          <a:ln w="9525">
            <a:noFill/>
          </a:ln>
        </p:spPr>
        <p:txBody>
          <a:bodyPr lIns="117060" tIns="58530" rIns="117060" bIns="58530">
            <a:spAutoFit/>
          </a:bodyPr>
          <a:p>
            <a:pPr defTabSz="967105" eaLnBrk="1" hangingPunct="1"/>
            <a:r>
              <a:rPr lang="zh-CN" altLang="en-US" sz="3200" dirty="0">
                <a:solidFill>
                  <a:srgbClr val="0033CC"/>
                </a:solidFill>
                <a:latin typeface="黑体" panose="02010609060101010101" pitchFamily="49" charset="-122"/>
              </a:rPr>
              <a:t>三、数据字典存储</a:t>
            </a:r>
            <a:endParaRPr lang="zh-CN" altLang="en-US" sz="3200" dirty="0">
              <a:solidFill>
                <a:srgbClr val="0033CC"/>
              </a:solidFill>
              <a:latin typeface="黑体" panose="02010609060101010101" pitchFamily="49" charset="-122"/>
            </a:endParaRPr>
          </a:p>
        </p:txBody>
      </p:sp>
      <p:sp>
        <p:nvSpPr>
          <p:cNvPr id="2" name="矩形 1"/>
          <p:cNvSpPr/>
          <p:nvPr/>
        </p:nvSpPr>
        <p:spPr>
          <a:xfrm>
            <a:off x="741363" y="1016000"/>
            <a:ext cx="11042650" cy="1095375"/>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在数据库系统中，存放数据库元数据的系统数据库表及其视图称为数据字典（</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Data Dictionary</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），也称为系统目录（</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System Catalog</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3" name="矩形 2"/>
          <p:cNvSpPr/>
          <p:nvPr/>
        </p:nvSpPr>
        <p:spPr>
          <a:xfrm>
            <a:off x="741363" y="2365375"/>
            <a:ext cx="10710863" cy="557213"/>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）数据库表、视图的结构数据</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9" name="矩形 8"/>
          <p:cNvSpPr/>
          <p:nvPr/>
        </p:nvSpPr>
        <p:spPr>
          <a:xfrm>
            <a:off x="741363" y="3074988"/>
            <a:ext cx="10710863" cy="557213"/>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）系统角色、用户数据</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1" name="矩形 10"/>
          <p:cNvSpPr/>
          <p:nvPr/>
        </p:nvSpPr>
        <p:spPr>
          <a:xfrm>
            <a:off x="741363" y="3784600"/>
            <a:ext cx="10710863" cy="557213"/>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）索引数据</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3" name="矩形 12"/>
          <p:cNvSpPr/>
          <p:nvPr/>
        </p:nvSpPr>
        <p:spPr>
          <a:xfrm>
            <a:off x="741363" y="4941888"/>
            <a:ext cx="11042650" cy="555625"/>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用户可通过系统视图对元数据进行查询处理。</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P spid="11"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ext Box 2"/>
          <p:cNvSpPr txBox="1"/>
          <p:nvPr/>
        </p:nvSpPr>
        <p:spPr>
          <a:xfrm>
            <a:off x="192088" y="404813"/>
            <a:ext cx="6661150" cy="611187"/>
          </a:xfrm>
          <a:prstGeom prst="rect">
            <a:avLst/>
          </a:prstGeom>
          <a:noFill/>
          <a:ln w="9525">
            <a:noFill/>
          </a:ln>
        </p:spPr>
        <p:txBody>
          <a:bodyPr lIns="117060" tIns="58530" rIns="117060" bIns="58530">
            <a:spAutoFit/>
          </a:bodyPr>
          <a:p>
            <a:pPr defTabSz="967105" eaLnBrk="1" hangingPunct="1"/>
            <a:r>
              <a:rPr lang="zh-CN" altLang="en-US" sz="3200" dirty="0">
                <a:solidFill>
                  <a:srgbClr val="0033CC"/>
                </a:solidFill>
                <a:latin typeface="黑体" panose="02010609060101010101" pitchFamily="49" charset="-122"/>
              </a:rPr>
              <a:t>四、存储引擎</a:t>
            </a:r>
            <a:endParaRPr lang="zh-CN" altLang="en-US" sz="3200" dirty="0">
              <a:solidFill>
                <a:srgbClr val="0033CC"/>
              </a:solidFill>
              <a:latin typeface="黑体" panose="02010609060101010101" pitchFamily="49" charset="-122"/>
            </a:endParaRPr>
          </a:p>
        </p:txBody>
      </p:sp>
      <p:sp>
        <p:nvSpPr>
          <p:cNvPr id="2" name="矩形 1"/>
          <p:cNvSpPr/>
          <p:nvPr/>
        </p:nvSpPr>
        <p:spPr>
          <a:xfrm>
            <a:off x="741363" y="1022350"/>
            <a:ext cx="11042650" cy="1633538"/>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在数据库系统中，数据库存储管理功能是由</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DBMS</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软件的存储引擎来实现的。数据库存储引擎也称存储管理器，它负责数据库中数据存储、数据检索和数据更新等处理。</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pic>
        <p:nvPicPr>
          <p:cNvPr id="4" name="图片 3"/>
          <p:cNvPicPr>
            <a:picLocks noChangeAspect="1"/>
          </p:cNvPicPr>
          <p:nvPr/>
        </p:nvPicPr>
        <p:blipFill>
          <a:blip r:embed="rId1"/>
          <a:stretch>
            <a:fillRect/>
          </a:stretch>
        </p:blipFill>
        <p:spPr>
          <a:xfrm>
            <a:off x="4259263" y="2708275"/>
            <a:ext cx="3673475" cy="4075113"/>
          </a:xfrm>
          <a:prstGeom prst="rect">
            <a:avLst/>
          </a:prstGeom>
          <a:noFill/>
          <a:ln w="9525">
            <a:noFill/>
          </a:ln>
        </p:spPr>
      </p:pic>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ChangeArrowheads="1"/>
          </p:cNvSpPr>
          <p:nvPr/>
        </p:nvSpPr>
        <p:spPr bwMode="auto">
          <a:xfrm>
            <a:off x="1827213" y="2614613"/>
            <a:ext cx="8882063" cy="835025"/>
          </a:xfrm>
          <a:prstGeom prst="rect">
            <a:avLst/>
          </a:prstGeom>
          <a:noFill/>
          <a:ln>
            <a:noFill/>
          </a:ln>
          <a:effectLst/>
        </p:spPr>
        <p:txBody>
          <a:bodyPr lIns="64802" tIns="32401" rIns="64802" bIns="32401">
            <a:spAutoFit/>
          </a:bodyPr>
          <a:lstStyle/>
          <a:p>
            <a:pPr marL="0" marR="0" lvl="0" indent="0" algn="ctr" defTabSz="914400" rtl="0" eaLnBrk="0" fontAlgn="base" latinLnBrk="1" hangingPunct="0">
              <a:lnSpc>
                <a:spcPct val="100000"/>
              </a:lnSpc>
              <a:spcBef>
                <a:spcPct val="0"/>
              </a:spcBef>
              <a:spcAft>
                <a:spcPct val="0"/>
              </a:spcAft>
              <a:buClrTx/>
              <a:buSzTx/>
              <a:buFontTx/>
              <a:buNone/>
              <a:defRPr/>
            </a:pPr>
            <a:r>
              <a:rPr kumimoji="0" lang="en-US" altLang="zh-CN" sz="50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5.3 </a:t>
            </a:r>
            <a:r>
              <a:rPr kumimoji="0" lang="zh-CN" altLang="en-US" sz="50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索引结构</a:t>
            </a:r>
            <a:endParaRPr kumimoji="0" lang="zh-CN" altLang="en-US" sz="50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2"/>
          <p:cNvSpPr txBox="1"/>
          <p:nvPr/>
        </p:nvSpPr>
        <p:spPr>
          <a:xfrm>
            <a:off x="788988" y="1484313"/>
            <a:ext cx="11398250" cy="1735137"/>
          </a:xfrm>
          <a:prstGeom prst="rect">
            <a:avLst/>
          </a:prstGeom>
          <a:noFill/>
          <a:ln w="9525">
            <a:noFill/>
          </a:ln>
        </p:spPr>
        <p:txBody>
          <a:bodyPr lIns="104499" tIns="52249" rIns="104499" bIns="52249">
            <a:spAutoFit/>
          </a:bodyPr>
          <a:p>
            <a:pPr marL="457200" indent="-457200" algn="just" defTabSz="863600" eaLnBrk="1" hangingPunct="1">
              <a:lnSpc>
                <a:spcPts val="4350"/>
              </a:lnSpc>
              <a:buClr>
                <a:srgbClr val="FF0000"/>
              </a:buClr>
              <a:buChar char="•"/>
            </a:pPr>
            <a:r>
              <a:rPr lang="zh-CN" altLang="en-US" sz="3600" dirty="0">
                <a:latin typeface="隶书" panose="02010509060101010101" pitchFamily="49" charset="-122"/>
                <a:ea typeface="隶书" panose="02010509060101010101" pitchFamily="49" charset="-122"/>
              </a:rPr>
              <a:t>了解索引结构原理</a:t>
            </a:r>
            <a:endParaRPr lang="en-US" altLang="zh-CN" sz="3600" dirty="0">
              <a:latin typeface="隶书" panose="02010509060101010101" pitchFamily="49" charset="-122"/>
              <a:ea typeface="隶书" panose="02010509060101010101" pitchFamily="49" charset="-122"/>
            </a:endParaRPr>
          </a:p>
          <a:p>
            <a:pPr marL="457200" indent="-457200" algn="just" defTabSz="863600" eaLnBrk="1" hangingPunct="1">
              <a:lnSpc>
                <a:spcPts val="4350"/>
              </a:lnSpc>
              <a:buClr>
                <a:srgbClr val="FF0000"/>
              </a:buClr>
              <a:buChar char="•"/>
            </a:pPr>
            <a:r>
              <a:rPr lang="zh-CN" altLang="en-US" sz="3600" dirty="0">
                <a:latin typeface="隶书" panose="02010509060101010101" pitchFamily="49" charset="-122"/>
                <a:ea typeface="隶书" panose="02010509060101010101" pitchFamily="49" charset="-122"/>
              </a:rPr>
              <a:t>理解</a:t>
            </a:r>
            <a:r>
              <a:rPr lang="en-US" altLang="zh-CN" sz="3600" dirty="0">
                <a:latin typeface="隶书" panose="02010509060101010101" pitchFamily="49" charset="-122"/>
                <a:ea typeface="隶书" panose="02010509060101010101" pitchFamily="49" charset="-122"/>
              </a:rPr>
              <a:t>B+</a:t>
            </a:r>
            <a:r>
              <a:rPr lang="zh-CN" altLang="en-US" sz="3600" dirty="0">
                <a:latin typeface="隶书" panose="02010509060101010101" pitchFamily="49" charset="-122"/>
                <a:ea typeface="隶书" panose="02010509060101010101" pitchFamily="49" charset="-122"/>
              </a:rPr>
              <a:t>树索引</a:t>
            </a:r>
            <a:endParaRPr lang="en-US" altLang="zh-CN" sz="3600" dirty="0">
              <a:latin typeface="隶书" panose="02010509060101010101" pitchFamily="49" charset="-122"/>
              <a:ea typeface="隶书" panose="02010509060101010101" pitchFamily="49" charset="-122"/>
            </a:endParaRPr>
          </a:p>
          <a:p>
            <a:pPr marL="457200" indent="-457200" algn="just" defTabSz="863600" eaLnBrk="1" hangingPunct="1">
              <a:lnSpc>
                <a:spcPts val="4350"/>
              </a:lnSpc>
              <a:buClr>
                <a:srgbClr val="FF0000"/>
              </a:buClr>
              <a:buChar char="•"/>
            </a:pPr>
            <a:r>
              <a:rPr lang="zh-CN" altLang="en-US" sz="3600" dirty="0">
                <a:latin typeface="隶书" panose="02010509060101010101" pitchFamily="49" charset="-122"/>
                <a:ea typeface="隶书" panose="02010509060101010101" pitchFamily="49" charset="-122"/>
              </a:rPr>
              <a:t>理解散列表索引</a:t>
            </a:r>
            <a:endParaRPr lang="en-US" altLang="zh-CN" sz="3600" dirty="0">
              <a:latin typeface="隶书" panose="02010509060101010101" pitchFamily="49" charset="-122"/>
              <a:ea typeface="隶书" panose="02010509060101010101" pitchFamily="49" charset="-122"/>
            </a:endParaRPr>
          </a:p>
        </p:txBody>
      </p:sp>
      <p:sp>
        <p:nvSpPr>
          <p:cNvPr id="6147" name="Rectangle 3"/>
          <p:cNvSpPr>
            <a:spLocks noChangeArrowheads="1"/>
          </p:cNvSpPr>
          <p:nvPr/>
        </p:nvSpPr>
        <p:spPr bwMode="auto">
          <a:xfrm>
            <a:off x="334963" y="549275"/>
            <a:ext cx="7559675" cy="681038"/>
          </a:xfrm>
          <a:prstGeom prst="rect">
            <a:avLst/>
          </a:prstGeom>
          <a:noFill/>
          <a:ln>
            <a:noFill/>
          </a:ln>
          <a:effectLst/>
        </p:spPr>
        <p:txBody>
          <a:bodyPr lIns="64802" tIns="32401" rIns="64802" bIns="32401">
            <a:spAutoFit/>
          </a:bodyPr>
          <a:lstStyle/>
          <a:p>
            <a:pPr marL="0" marR="0" lvl="0" indent="0" algn="l" defTabSz="647700" rtl="0" eaLnBrk="0" fontAlgn="base" latinLnBrk="0" hangingPunct="0">
              <a:lnSpc>
                <a:spcPct val="100000"/>
              </a:lnSpc>
              <a:spcBef>
                <a:spcPct val="0"/>
              </a:spcBef>
              <a:spcAft>
                <a:spcPct val="0"/>
              </a:spcAft>
              <a:buClrTx/>
              <a:buSzTx/>
              <a:buFontTx/>
              <a:buNone/>
              <a:defRPr/>
            </a:pPr>
            <a:r>
              <a:rPr kumimoji="0" lang="en-US" sz="40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a:t>
            </a:r>
            <a:r>
              <a:rPr kumimoji="0" lang="zh-CN" altLang="en-US" sz="40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本节学习目标</a:t>
            </a:r>
            <a:r>
              <a:rPr kumimoji="0" lang="en-US" sz="40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rPr>
              <a:t>】</a:t>
            </a:r>
            <a:endParaRPr kumimoji="0" lang="en-US" sz="4000" b="0" i="0" u="none" strike="noStrike" kern="1200" cap="none" spc="0" normalizeH="0" baseline="0" noProof="0" dirty="0">
              <a:ln>
                <a:noFill/>
              </a:ln>
              <a:solidFill>
                <a:srgbClr val="FF3300"/>
              </a:solidFill>
              <a:effectLst>
                <a:outerShdw blurRad="38100" dist="38100" dir="2700000" algn="tl">
                  <a:srgbClr val="C0C0C0"/>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Text Box 2"/>
          <p:cNvSpPr txBox="1"/>
          <p:nvPr/>
        </p:nvSpPr>
        <p:spPr>
          <a:xfrm>
            <a:off x="192088" y="404813"/>
            <a:ext cx="6661150" cy="611187"/>
          </a:xfrm>
          <a:prstGeom prst="rect">
            <a:avLst/>
          </a:prstGeom>
          <a:noFill/>
          <a:ln w="9525">
            <a:noFill/>
          </a:ln>
        </p:spPr>
        <p:txBody>
          <a:bodyPr lIns="117060" tIns="58530" rIns="117060" bIns="58530">
            <a:spAutoFit/>
          </a:bodyPr>
          <a:p>
            <a:pPr defTabSz="967105" eaLnBrk="1" hangingPunct="1"/>
            <a:r>
              <a:rPr lang="zh-CN" altLang="en-US" sz="3200" dirty="0">
                <a:solidFill>
                  <a:srgbClr val="0033CC"/>
                </a:solidFill>
                <a:latin typeface="黑体" panose="02010609060101010101" pitchFamily="49" charset="-122"/>
              </a:rPr>
              <a:t>一、索引结构原理</a:t>
            </a:r>
            <a:endParaRPr lang="zh-CN" altLang="en-US" sz="3200" dirty="0">
              <a:solidFill>
                <a:srgbClr val="0033CC"/>
              </a:solidFill>
              <a:latin typeface="黑体" panose="02010609060101010101" pitchFamily="49" charset="-122"/>
            </a:endParaRPr>
          </a:p>
        </p:txBody>
      </p:sp>
      <p:sp>
        <p:nvSpPr>
          <p:cNvPr id="2" name="矩形 1"/>
          <p:cNvSpPr/>
          <p:nvPr/>
        </p:nvSpPr>
        <p:spPr>
          <a:xfrm>
            <a:off x="741363" y="981075"/>
            <a:ext cx="10710863" cy="1633538"/>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在</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关系</a:t>
            </a:r>
            <a:r>
              <a:rPr kumimoji="0" lang="zh-CN"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数据库中，</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索引是一种数据记录定位结构，它将查询条件键值作为输入，能快速从索引结构（如索引表）获取该条件键值对应数据记录的位置指针，通过位置指针从关系表中找出结果集记录。</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pic>
        <p:nvPicPr>
          <p:cNvPr id="4" name="图片 3"/>
          <p:cNvPicPr>
            <a:picLocks noChangeAspect="1"/>
          </p:cNvPicPr>
          <p:nvPr>
            <p:custDataLst>
              <p:tags r:id="rId1"/>
            </p:custDataLst>
          </p:nvPr>
        </p:nvPicPr>
        <p:blipFill>
          <a:blip r:embed="rId2"/>
          <a:stretch>
            <a:fillRect/>
          </a:stretch>
        </p:blipFill>
        <p:spPr>
          <a:xfrm>
            <a:off x="2389188" y="3573463"/>
            <a:ext cx="7413625" cy="2006600"/>
          </a:xfrm>
          <a:prstGeom prst="rect">
            <a:avLst/>
          </a:prstGeom>
          <a:noFill/>
          <a:ln w="9525">
            <a:noFill/>
          </a:ln>
        </p:spPr>
      </p:pic>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6"/>
          <p:cNvSpPr/>
          <p:nvPr/>
        </p:nvSpPr>
        <p:spPr>
          <a:xfrm>
            <a:off x="407988" y="720725"/>
            <a:ext cx="5327650" cy="5607050"/>
          </a:xfrm>
          <a:prstGeom prst="rect">
            <a:avLst/>
          </a:prstGeom>
          <a:noFill/>
          <a:ln w="9525">
            <a:noFill/>
          </a:ln>
        </p:spPr>
        <p:txBody>
          <a:bodyPr>
            <a:spAutoFit/>
          </a:bodyPr>
          <a:p>
            <a:pPr eaLnBrk="1" hangingPunct="1"/>
            <a:r>
              <a:rPr lang="zh-CN" altLang="en-US" sz="2800" dirty="0">
                <a:latin typeface="黑体" panose="02010609060101010101" pitchFamily="49" charset="-122"/>
              </a:rPr>
              <a:t>可以建立索引：</a:t>
            </a:r>
            <a:endParaRPr lang="zh-CN" altLang="en-US" sz="2800" dirty="0">
              <a:latin typeface="黑体" panose="02010609060101010101" pitchFamily="49" charset="-122"/>
            </a:endParaRPr>
          </a:p>
          <a:p>
            <a:pPr eaLnBrk="1" hangingPunct="1">
              <a:spcBef>
                <a:spcPct val="30000"/>
              </a:spcBef>
              <a:buClr>
                <a:srgbClr val="FF3300"/>
              </a:buClr>
              <a:buChar char="•"/>
            </a:pPr>
            <a:r>
              <a:rPr lang="zh-CN" altLang="en-US" sz="2800" dirty="0">
                <a:latin typeface="黑体" panose="02010609060101010101" pitchFamily="49" charset="-122"/>
              </a:rPr>
              <a:t> 在每个关系表的主键列上</a:t>
            </a:r>
            <a:endParaRPr lang="zh-CN" altLang="en-US" sz="2800" dirty="0">
              <a:latin typeface="黑体" panose="02010609060101010101" pitchFamily="49" charset="-122"/>
            </a:endParaRPr>
          </a:p>
          <a:p>
            <a:pPr eaLnBrk="1" hangingPunct="1">
              <a:spcBef>
                <a:spcPct val="30000"/>
              </a:spcBef>
              <a:buClr>
                <a:srgbClr val="FF3300"/>
              </a:buClr>
              <a:buChar char="•"/>
            </a:pPr>
            <a:r>
              <a:rPr lang="zh-CN" altLang="en-US" sz="2800" dirty="0">
                <a:latin typeface="黑体" panose="02010609060101010101" pitchFamily="49" charset="-122"/>
              </a:rPr>
              <a:t> 在关系表的外键列上</a:t>
            </a:r>
            <a:endParaRPr lang="zh-CN" altLang="en-US" sz="2800" dirty="0">
              <a:latin typeface="黑体" panose="02010609060101010101" pitchFamily="49" charset="-122"/>
            </a:endParaRPr>
          </a:p>
          <a:p>
            <a:pPr eaLnBrk="1" hangingPunct="1">
              <a:spcBef>
                <a:spcPct val="30000"/>
              </a:spcBef>
              <a:buClr>
                <a:srgbClr val="FF3300"/>
              </a:buClr>
              <a:buChar char="•"/>
            </a:pPr>
            <a:r>
              <a:rPr lang="zh-CN" altLang="en-US" sz="2800" dirty="0">
                <a:latin typeface="黑体" panose="02010609060101010101" pitchFamily="49" charset="-122"/>
              </a:rPr>
              <a:t> 在关系表中经常被查询的数据列上</a:t>
            </a:r>
            <a:endParaRPr lang="en-US" altLang="zh-CN" sz="2800" dirty="0">
              <a:latin typeface="黑体" panose="02010609060101010101" pitchFamily="49" charset="-122"/>
            </a:endParaRPr>
          </a:p>
          <a:p>
            <a:pPr eaLnBrk="1" hangingPunct="1">
              <a:spcBef>
                <a:spcPct val="30000"/>
              </a:spcBef>
              <a:buClr>
                <a:srgbClr val="FF3300"/>
              </a:buClr>
              <a:buChar char="•"/>
            </a:pPr>
            <a:r>
              <a:rPr lang="en-US" altLang="zh-CN" sz="2800" dirty="0">
                <a:latin typeface="黑体" panose="02010609060101010101" pitchFamily="49" charset="-122"/>
              </a:rPr>
              <a:t> </a:t>
            </a:r>
            <a:r>
              <a:rPr lang="zh-CN" altLang="en-US" sz="2800" dirty="0">
                <a:latin typeface="黑体" panose="02010609060101010101" pitchFamily="49" charset="-122"/>
              </a:rPr>
              <a:t>在关系表中需要根据范围进行查询的数据列上</a:t>
            </a:r>
            <a:endParaRPr lang="en-US" altLang="zh-CN" sz="2800" dirty="0">
              <a:latin typeface="黑体" panose="02010609060101010101" pitchFamily="49" charset="-122"/>
            </a:endParaRPr>
          </a:p>
          <a:p>
            <a:pPr eaLnBrk="1" hangingPunct="1">
              <a:spcBef>
                <a:spcPct val="30000"/>
              </a:spcBef>
              <a:buClr>
                <a:srgbClr val="FF3300"/>
              </a:buClr>
              <a:buChar char="•"/>
            </a:pPr>
            <a:r>
              <a:rPr lang="en-US" altLang="zh-CN" sz="2800" dirty="0">
                <a:latin typeface="黑体" panose="02010609060101010101" pitchFamily="49" charset="-122"/>
              </a:rPr>
              <a:t> </a:t>
            </a:r>
            <a:r>
              <a:rPr lang="zh-CN" altLang="en-US" sz="2800" dirty="0">
                <a:latin typeface="黑体" panose="02010609060101010101" pitchFamily="49" charset="-122"/>
              </a:rPr>
              <a:t>在关系表中经常需要排序查询输出的列上</a:t>
            </a:r>
            <a:endParaRPr lang="en-US" altLang="zh-CN" sz="2800" dirty="0">
              <a:latin typeface="黑体" panose="02010609060101010101" pitchFamily="49" charset="-122"/>
            </a:endParaRPr>
          </a:p>
          <a:p>
            <a:pPr eaLnBrk="1" hangingPunct="1">
              <a:spcBef>
                <a:spcPct val="30000"/>
              </a:spcBef>
              <a:buClr>
                <a:srgbClr val="FF3300"/>
              </a:buClr>
              <a:buChar char="•"/>
            </a:pPr>
            <a:r>
              <a:rPr lang="en-US" altLang="zh-CN" sz="2800" dirty="0">
                <a:latin typeface="黑体" panose="02010609060101010101" pitchFamily="49" charset="-122"/>
              </a:rPr>
              <a:t> </a:t>
            </a:r>
            <a:r>
              <a:rPr lang="zh-CN" altLang="en-US" sz="2800" dirty="0">
                <a:latin typeface="黑体" panose="02010609060101010101" pitchFamily="49" charset="-122"/>
              </a:rPr>
              <a:t>在关系表查询中，经常使用</a:t>
            </a:r>
            <a:r>
              <a:rPr lang="en-US" altLang="zh-CN" sz="2800" dirty="0">
                <a:latin typeface="黑体" panose="02010609060101010101" pitchFamily="49" charset="-122"/>
              </a:rPr>
              <a:t>WHERE</a:t>
            </a:r>
            <a:r>
              <a:rPr lang="zh-CN" altLang="en-US" sz="2800" dirty="0">
                <a:latin typeface="黑体" panose="02010609060101010101" pitchFamily="49" charset="-122"/>
              </a:rPr>
              <a:t>子句的列上</a:t>
            </a:r>
            <a:endParaRPr lang="zh-CN" altLang="en-US" sz="2800" dirty="0">
              <a:latin typeface="黑体" panose="02010609060101010101" pitchFamily="49" charset="-122"/>
            </a:endParaRPr>
          </a:p>
        </p:txBody>
      </p:sp>
      <p:sp>
        <p:nvSpPr>
          <p:cNvPr id="5" name="Rectangle 6"/>
          <p:cNvSpPr/>
          <p:nvPr/>
        </p:nvSpPr>
        <p:spPr>
          <a:xfrm>
            <a:off x="6383338" y="720725"/>
            <a:ext cx="5545137" cy="2763838"/>
          </a:xfrm>
          <a:prstGeom prst="rect">
            <a:avLst/>
          </a:prstGeom>
          <a:noFill/>
          <a:ln w="9525">
            <a:noFill/>
          </a:ln>
        </p:spPr>
        <p:txBody>
          <a:bodyPr>
            <a:spAutoFit/>
          </a:bodyPr>
          <a:p>
            <a:pPr eaLnBrk="1" hangingPunct="1"/>
            <a:r>
              <a:rPr lang="zh-CN" altLang="en-US" sz="2800" dirty="0">
                <a:latin typeface="黑体" panose="02010609060101010101" pitchFamily="49" charset="-122"/>
              </a:rPr>
              <a:t>不适合建立索引：</a:t>
            </a:r>
            <a:endParaRPr lang="zh-CN" altLang="en-US" sz="2800" dirty="0">
              <a:latin typeface="黑体" panose="02010609060101010101" pitchFamily="49" charset="-122"/>
            </a:endParaRPr>
          </a:p>
          <a:p>
            <a:pPr eaLnBrk="1" hangingPunct="1">
              <a:spcBef>
                <a:spcPct val="30000"/>
              </a:spcBef>
              <a:buClr>
                <a:srgbClr val="FF3300"/>
              </a:buClr>
              <a:buChar char="•"/>
            </a:pPr>
            <a:r>
              <a:rPr lang="zh-CN" altLang="en-US" sz="2800" dirty="0">
                <a:latin typeface="黑体" panose="02010609060101010101" pitchFamily="49" charset="-122"/>
              </a:rPr>
              <a:t> 较少查询的列</a:t>
            </a:r>
            <a:endParaRPr lang="zh-CN" altLang="en-US" sz="2800" dirty="0">
              <a:latin typeface="黑体" panose="02010609060101010101" pitchFamily="49" charset="-122"/>
            </a:endParaRPr>
          </a:p>
          <a:p>
            <a:pPr eaLnBrk="1" hangingPunct="1">
              <a:spcBef>
                <a:spcPct val="30000"/>
              </a:spcBef>
              <a:buClr>
                <a:srgbClr val="FF3300"/>
              </a:buClr>
              <a:buChar char="•"/>
            </a:pPr>
            <a:r>
              <a:rPr lang="zh-CN" altLang="en-US" sz="2800" dirty="0">
                <a:latin typeface="黑体" panose="02010609060101010101" pitchFamily="49" charset="-122"/>
              </a:rPr>
              <a:t> 只有少数值的列</a:t>
            </a:r>
            <a:endParaRPr lang="zh-CN" altLang="en-US" sz="2800" dirty="0">
              <a:latin typeface="黑体" panose="02010609060101010101" pitchFamily="49" charset="-122"/>
            </a:endParaRPr>
          </a:p>
          <a:p>
            <a:pPr eaLnBrk="1" hangingPunct="1">
              <a:spcBef>
                <a:spcPct val="30000"/>
              </a:spcBef>
              <a:buClr>
                <a:srgbClr val="FF3300"/>
              </a:buClr>
              <a:buChar char="•"/>
            </a:pPr>
            <a:r>
              <a:rPr lang="zh-CN" altLang="en-US" sz="2800" dirty="0">
                <a:latin typeface="黑体" panose="02010609060101010101" pitchFamily="49" charset="-122"/>
              </a:rPr>
              <a:t> 大对象类型列</a:t>
            </a:r>
            <a:endParaRPr lang="en-US" altLang="zh-CN" sz="2800" dirty="0">
              <a:latin typeface="黑体" panose="02010609060101010101" pitchFamily="49" charset="-122"/>
            </a:endParaRPr>
          </a:p>
          <a:p>
            <a:pPr eaLnBrk="1" hangingPunct="1">
              <a:spcBef>
                <a:spcPct val="30000"/>
              </a:spcBef>
              <a:buClr>
                <a:srgbClr val="FF3300"/>
              </a:buClr>
              <a:buChar char="•"/>
            </a:pPr>
            <a:r>
              <a:rPr lang="en-US" altLang="zh-CN" sz="2800" dirty="0">
                <a:latin typeface="黑体" panose="02010609060101010101" pitchFamily="49" charset="-122"/>
              </a:rPr>
              <a:t> </a:t>
            </a:r>
            <a:r>
              <a:rPr lang="zh-CN" altLang="en-US" sz="2800" dirty="0">
                <a:latin typeface="黑体" panose="02010609060101010101" pitchFamily="49" charset="-122"/>
              </a:rPr>
              <a:t>修改数据性能要求较高的列</a:t>
            </a:r>
            <a:endParaRPr lang="zh-CN" altLang="en-US" sz="2800" dirty="0">
              <a:latin typeface="黑体" panose="02010609060101010101" pitchFamily="49" charset="-122"/>
            </a:endParaRPr>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0"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8" end="2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charRg st="21" end="3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charRg st="32" end="4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charRg st="49" end="7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charRg st="71" end="9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charRg st="91" end="11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charRg st="0"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charRg st="9" end="1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charRg st="17" end="2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charRg st="26" end="3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charRg st="34" end="4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Text Box 2"/>
          <p:cNvSpPr txBox="1"/>
          <p:nvPr/>
        </p:nvSpPr>
        <p:spPr>
          <a:xfrm>
            <a:off x="192088" y="404813"/>
            <a:ext cx="6661150" cy="611187"/>
          </a:xfrm>
          <a:prstGeom prst="rect">
            <a:avLst/>
          </a:prstGeom>
          <a:noFill/>
          <a:ln w="9525">
            <a:noFill/>
          </a:ln>
        </p:spPr>
        <p:txBody>
          <a:bodyPr lIns="117060" tIns="58530" rIns="117060" bIns="58530">
            <a:spAutoFit/>
          </a:bodyPr>
          <a:p>
            <a:pPr defTabSz="967105" eaLnBrk="1" hangingPunct="1"/>
            <a:r>
              <a:rPr lang="zh-CN" altLang="en-US" sz="3200" dirty="0">
                <a:solidFill>
                  <a:srgbClr val="0033CC"/>
                </a:solidFill>
                <a:latin typeface="黑体" panose="02010609060101010101" pitchFamily="49" charset="-122"/>
              </a:rPr>
              <a:t>二、</a:t>
            </a:r>
            <a:r>
              <a:rPr lang="en-US" altLang="zh-CN" sz="3200" dirty="0">
                <a:solidFill>
                  <a:srgbClr val="0033CC"/>
                </a:solidFill>
                <a:latin typeface="黑体" panose="02010609060101010101" pitchFamily="49" charset="-122"/>
              </a:rPr>
              <a:t>B+</a:t>
            </a:r>
            <a:r>
              <a:rPr lang="zh-CN" altLang="en-US" sz="3200" dirty="0">
                <a:solidFill>
                  <a:srgbClr val="0033CC"/>
                </a:solidFill>
                <a:latin typeface="黑体" panose="02010609060101010101" pitchFamily="49" charset="-122"/>
              </a:rPr>
              <a:t>树索引</a:t>
            </a:r>
            <a:endParaRPr lang="zh-CN" altLang="en-US" sz="3200" dirty="0">
              <a:solidFill>
                <a:srgbClr val="0033CC"/>
              </a:solidFill>
              <a:latin typeface="黑体" panose="02010609060101010101" pitchFamily="49" charset="-122"/>
            </a:endParaRPr>
          </a:p>
        </p:txBody>
      </p:sp>
      <p:sp>
        <p:nvSpPr>
          <p:cNvPr id="2" name="矩形 1"/>
          <p:cNvSpPr/>
          <p:nvPr/>
        </p:nvSpPr>
        <p:spPr>
          <a:xfrm>
            <a:off x="192088" y="4154488"/>
            <a:ext cx="11736388" cy="557213"/>
          </a:xfrm>
          <a:prstGeom prst="rect">
            <a:avLst/>
          </a:prstGeom>
        </p:spPr>
        <p:txBody>
          <a:bodyPr>
            <a:spAutoFit/>
          </a:bodyPr>
          <a:lstStyle/>
          <a:p>
            <a:pPr marL="0" marR="0" lvl="0" indent="0" algn="just" defTabSz="914400" rtl="0" eaLnBrk="1" fontAlgn="base" latinLnBrk="1" hangingPunct="1">
              <a:lnSpc>
                <a:spcPts val="4235"/>
              </a:lnSpc>
              <a:spcBef>
                <a:spcPts val="0"/>
              </a:spcBef>
              <a:spcAft>
                <a:spcPct val="0"/>
              </a:spcAft>
              <a:buClr>
                <a:srgbClr val="FF0000"/>
              </a:buClr>
              <a:buSzTx/>
              <a:buFontTx/>
              <a:buNone/>
              <a:defRPr/>
            </a:pP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一棵</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n</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阶（</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n</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为阶数，即节点可存储的搜索键最大值）的</a:t>
            </a:r>
            <a:r>
              <a:rPr kumimoji="0" lang="en-US" altLang="zh-CN"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B+</a:t>
            </a:r>
            <a:r>
              <a:rPr kumimoji="0" lang="zh-CN" altLang="en-US" sz="2800" b="0" i="0" u="none" strike="noStrike" kern="10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Times New Roman" panose="02020603050405020304" pitchFamily="18" charset="0"/>
              </a:rPr>
              <a:t>树具有如下特性：</a:t>
            </a:r>
            <a:endParaRPr kumimoji="0"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3" name="Rectangle 3"/>
          <p:cNvSpPr/>
          <p:nvPr>
            <p:custDataLst>
              <p:tags r:id="rId1"/>
            </p:custDataLst>
          </p:nvPr>
        </p:nvSpPr>
        <p:spPr>
          <a:xfrm>
            <a:off x="192088" y="4808538"/>
            <a:ext cx="11736387" cy="1933575"/>
          </a:xfrm>
          <a:prstGeom prst="rect">
            <a:avLst/>
          </a:prstGeom>
          <a:noFill/>
          <a:ln w="9525">
            <a:noFill/>
          </a:ln>
          <a:effectLst>
            <a:prstShdw prst="shdw13" dist="53882" dir="13499999">
              <a:schemeClr val="bg2">
                <a:alpha val="50000"/>
              </a:schemeClr>
            </a:prstShdw>
          </a:effectLst>
        </p:spPr>
        <p:txBody>
          <a:bodyPr>
            <a:spAutoFit/>
          </a:bodyPr>
          <a:p>
            <a:pPr algn="just" eaLnBrk="1" latinLnBrk="1" hangingPunct="1">
              <a:lnSpc>
                <a:spcPts val="3665"/>
              </a:lnSpc>
              <a:buClr>
                <a:srgbClr val="FF0000"/>
              </a:buClr>
            </a:pPr>
            <a:r>
              <a:rPr lang="zh-CN" altLang="en-US" sz="2800" dirty="0">
                <a:latin typeface="黑体" panose="02010609060101010101" pitchFamily="49" charset="-122"/>
              </a:rPr>
              <a:t>（</a:t>
            </a:r>
            <a:r>
              <a:rPr lang="en-US" altLang="zh-CN" sz="2800" dirty="0">
                <a:latin typeface="黑体" panose="02010609060101010101" pitchFamily="49" charset="-122"/>
              </a:rPr>
              <a:t>1</a:t>
            </a:r>
            <a:r>
              <a:rPr lang="zh-CN" altLang="en-US" sz="2800" dirty="0">
                <a:latin typeface="黑体" panose="02010609060101010101" pitchFamily="49" charset="-122"/>
              </a:rPr>
              <a:t>）从根结点到叶子结点的每条路径长度相同</a:t>
            </a:r>
            <a:endParaRPr lang="zh-CN" altLang="en-US" sz="2800" dirty="0">
              <a:latin typeface="黑体" panose="02010609060101010101" pitchFamily="49" charset="-122"/>
            </a:endParaRPr>
          </a:p>
          <a:p>
            <a:pPr algn="just" eaLnBrk="1" latinLnBrk="1" hangingPunct="1">
              <a:lnSpc>
                <a:spcPts val="3665"/>
              </a:lnSpc>
              <a:buClr>
                <a:srgbClr val="FF0000"/>
              </a:buClr>
            </a:pPr>
            <a:r>
              <a:rPr lang="zh-CN" altLang="en-US" sz="2800" dirty="0">
                <a:latin typeface="黑体" panose="02010609060101010101" pitchFamily="49" charset="-122"/>
              </a:rPr>
              <a:t>（</a:t>
            </a:r>
            <a:r>
              <a:rPr lang="en-US" altLang="zh-CN" sz="2800" dirty="0">
                <a:latin typeface="黑体" panose="02010609060101010101" pitchFamily="49" charset="-122"/>
              </a:rPr>
              <a:t>2</a:t>
            </a:r>
            <a:r>
              <a:rPr lang="zh-CN" altLang="en-US" sz="2800" dirty="0">
                <a:latin typeface="黑体" panose="02010609060101010101" pitchFamily="49" charset="-122"/>
              </a:rPr>
              <a:t>）每个非叶节点不保存数据记录，它只存储搜索键值及下层节点指针</a:t>
            </a:r>
            <a:endParaRPr lang="zh-CN" altLang="en-US" sz="2800" dirty="0">
              <a:latin typeface="黑体" panose="02010609060101010101" pitchFamily="49" charset="-122"/>
            </a:endParaRPr>
          </a:p>
          <a:p>
            <a:pPr algn="just" eaLnBrk="1" latinLnBrk="1" hangingPunct="1">
              <a:lnSpc>
                <a:spcPts val="3665"/>
              </a:lnSpc>
              <a:buClr>
                <a:srgbClr val="FF0000"/>
              </a:buClr>
            </a:pPr>
            <a:r>
              <a:rPr lang="zh-CN" altLang="en-US" sz="2800" dirty="0">
                <a:latin typeface="黑体" panose="02010609060101010101" pitchFamily="49" charset="-122"/>
              </a:rPr>
              <a:t>（</a:t>
            </a:r>
            <a:r>
              <a:rPr lang="en-US" altLang="zh-CN" sz="2800" dirty="0">
                <a:latin typeface="黑体" panose="02010609060101010101" pitchFamily="49" charset="-122"/>
              </a:rPr>
              <a:t>3</a:t>
            </a:r>
            <a:r>
              <a:rPr lang="zh-CN" altLang="en-US" sz="2800" dirty="0">
                <a:latin typeface="黑体" panose="02010609060101010101" pitchFamily="49" charset="-122"/>
              </a:rPr>
              <a:t>）叶子节点不仅包含搜索键字，还包括键值对应的数据记录指针和节点链表指针。</a:t>
            </a:r>
            <a:endParaRPr lang="zh-CN" altLang="en-US" sz="2800" dirty="0">
              <a:latin typeface="黑体" panose="02010609060101010101" pitchFamily="49" charset="-122"/>
            </a:endParaRPr>
          </a:p>
        </p:txBody>
      </p:sp>
      <p:graphicFrame>
        <p:nvGraphicFramePr>
          <p:cNvPr id="4" name="Object 381"/>
          <p:cNvGraphicFramePr>
            <a:graphicFrameLocks noChangeAspect="1"/>
          </p:cNvGraphicFramePr>
          <p:nvPr/>
        </p:nvGraphicFramePr>
        <p:xfrm>
          <a:off x="1495425" y="674688"/>
          <a:ext cx="9569450" cy="3617912"/>
        </p:xfrm>
        <a:graphic>
          <a:graphicData uri="http://schemas.openxmlformats.org/presentationml/2006/ole">
            <mc:AlternateContent xmlns:mc="http://schemas.openxmlformats.org/markup-compatibility/2006">
              <mc:Choice xmlns:v="urn:schemas-microsoft-com:vml" Requires="v">
                <p:oleObj spid="_x0000_s3080" name="" r:id="rId2" imgW="6151880" imgH="2268855" progId="Visio.Drawing.15">
                  <p:embed/>
                </p:oleObj>
              </mc:Choice>
              <mc:Fallback>
                <p:oleObj name="" r:id="rId2" imgW="6151880" imgH="2268855" progId="Visio.Drawing.15">
                  <p:embed/>
                  <p:pic>
                    <p:nvPicPr>
                      <p:cNvPr id="0" name="图片 3079"/>
                      <p:cNvPicPr/>
                      <p:nvPr/>
                    </p:nvPicPr>
                    <p:blipFill>
                      <a:blip r:embed="rId3"/>
                      <a:stretch>
                        <a:fillRect/>
                      </a:stretch>
                    </p:blipFill>
                    <p:spPr>
                      <a:xfrm>
                        <a:off x="1495425" y="674688"/>
                        <a:ext cx="9569450" cy="3617912"/>
                      </a:xfrm>
                      <a:prstGeom prst="rect">
                        <a:avLst/>
                      </a:prstGeom>
                      <a:noFill/>
                      <a:ln w="38100">
                        <a:noFill/>
                        <a:miter/>
                      </a:ln>
                    </p:spPr>
                  </p:pic>
                </p:oleObj>
              </mc:Fallback>
            </mc:AlternateContent>
          </a:graphicData>
        </a:graphic>
      </p:graphicFrame>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charRg st="0" end="2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charRg st="22" end="5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charRg st="55" end="9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8130" name="Object 381"/>
          <p:cNvGraphicFramePr>
            <a:graphicFrameLocks noChangeAspect="1"/>
          </p:cNvGraphicFramePr>
          <p:nvPr>
            <p:custDataLst>
              <p:tags r:id="rId1"/>
            </p:custDataLst>
          </p:nvPr>
        </p:nvGraphicFramePr>
        <p:xfrm>
          <a:off x="350838" y="849313"/>
          <a:ext cx="11490325" cy="5159375"/>
        </p:xfrm>
        <a:graphic>
          <a:graphicData uri="http://schemas.openxmlformats.org/presentationml/2006/ole">
            <mc:AlternateContent xmlns:mc="http://schemas.openxmlformats.org/markup-compatibility/2006">
              <mc:Choice xmlns:v="urn:schemas-microsoft-com:vml" Requires="v">
                <p:oleObj spid="_x0000_s3079" name="" r:id="rId2" imgW="6151880" imgH="2268855" progId="Visio.Drawing.15">
                  <p:embed/>
                </p:oleObj>
              </mc:Choice>
              <mc:Fallback>
                <p:oleObj name="" r:id="rId2" imgW="6151880" imgH="2268855" progId="Visio.Drawing.15">
                  <p:embed/>
                  <p:pic>
                    <p:nvPicPr>
                      <p:cNvPr id="0" name="图片 3078"/>
                      <p:cNvPicPr/>
                      <p:nvPr/>
                    </p:nvPicPr>
                    <p:blipFill>
                      <a:blip r:embed="rId3"/>
                      <a:stretch>
                        <a:fillRect/>
                      </a:stretch>
                    </p:blipFill>
                    <p:spPr>
                      <a:xfrm>
                        <a:off x="350838" y="849313"/>
                        <a:ext cx="11490325" cy="5159375"/>
                      </a:xfrm>
                      <a:prstGeom prst="rect">
                        <a:avLst/>
                      </a:prstGeom>
                      <a:noFill/>
                      <a:ln w="38100">
                        <a:noFill/>
                        <a:miter/>
                      </a:ln>
                    </p:spPr>
                  </p:pic>
                </p:oleObj>
              </mc:Fallback>
            </mc:AlternateContent>
          </a:graphicData>
        </a:graphic>
      </p:graphicFrame>
      <p:sp>
        <p:nvSpPr>
          <p:cNvPr id="48131" name="文本框 100"/>
          <p:cNvSpPr txBox="1"/>
          <p:nvPr/>
        </p:nvSpPr>
        <p:spPr>
          <a:xfrm>
            <a:off x="2625725" y="6235700"/>
            <a:ext cx="6889750" cy="398463"/>
          </a:xfrm>
          <a:prstGeom prst="rect">
            <a:avLst/>
          </a:prstGeom>
          <a:noFill/>
          <a:ln w="9525">
            <a:noFill/>
          </a:ln>
        </p:spPr>
        <p:txBody>
          <a:bodyPr>
            <a:spAutoFit/>
          </a:bodyPr>
          <a:p>
            <a:pPr indent="269875" algn="ctr"/>
            <a:r>
              <a:rPr lang="zh-CN" altLang="zh-CN" sz="2000" dirty="0">
                <a:solidFill>
                  <a:srgbClr val="FF0000"/>
                </a:solidFill>
                <a:latin typeface="黑体" panose="02010609060101010101" pitchFamily="49" charset="-122"/>
              </a:rPr>
              <a:t>查询搜索键值等于</a:t>
            </a:r>
            <a:r>
              <a:rPr lang="en-US" altLang="zh-CN" sz="2000" dirty="0">
                <a:solidFill>
                  <a:srgbClr val="FF0000"/>
                </a:solidFill>
                <a:latin typeface="黑体" panose="02010609060101010101" pitchFamily="49" charset="-122"/>
              </a:rPr>
              <a:t>41</a:t>
            </a:r>
            <a:r>
              <a:rPr lang="zh-CN" altLang="zh-CN" sz="2000" dirty="0">
                <a:solidFill>
                  <a:srgbClr val="FF0000"/>
                </a:solidFill>
                <a:latin typeface="黑体" panose="02010609060101010101" pitchFamily="49" charset="-122"/>
              </a:rPr>
              <a:t>的数据记录</a:t>
            </a:r>
            <a:endParaRPr lang="zh-CN" altLang="en-US" sz="2000" dirty="0">
              <a:solidFill>
                <a:srgbClr val="FF0000"/>
              </a:solidFill>
              <a:latin typeface="黑体" panose="02010609060101010101" pitchFamily="49" charset="-122"/>
            </a:endParaRPr>
          </a:p>
        </p:txBody>
      </p:sp>
      <p:cxnSp>
        <p:nvCxnSpPr>
          <p:cNvPr id="2" name="曲线连接符 1"/>
          <p:cNvCxnSpPr/>
          <p:nvPr/>
        </p:nvCxnSpPr>
        <p:spPr>
          <a:xfrm rot="5400000" flipV="1">
            <a:off x="5362575" y="1928813"/>
            <a:ext cx="1223963" cy="1200150"/>
          </a:xfrm>
          <a:prstGeom prst="curvedConnector3">
            <a:avLst>
              <a:gd name="adj1" fmla="val 50028"/>
            </a:avLst>
          </a:prstGeom>
          <a:ln w="12700" cap="flat" cmpd="sng">
            <a:solidFill>
              <a:srgbClr val="FF0000"/>
            </a:solidFill>
            <a:prstDash val="solid"/>
            <a:headEnd type="none" w="med" len="med"/>
            <a:tailEnd type="arrow" w="med" len="med"/>
          </a:ln>
        </p:spPr>
      </p:cxnSp>
      <p:cxnSp>
        <p:nvCxnSpPr>
          <p:cNvPr id="4" name="曲线连接符 3"/>
          <p:cNvCxnSpPr/>
          <p:nvPr/>
        </p:nvCxnSpPr>
        <p:spPr>
          <a:xfrm rot="5400000" flipV="1">
            <a:off x="6384925" y="3429000"/>
            <a:ext cx="1079500" cy="647700"/>
          </a:xfrm>
          <a:prstGeom prst="curvedConnector3">
            <a:avLst>
              <a:gd name="adj1" fmla="val 50000"/>
            </a:avLst>
          </a:prstGeom>
          <a:ln w="12700" cap="flat" cmpd="sng">
            <a:solidFill>
              <a:srgbClr val="FF0000"/>
            </a:solidFill>
            <a:prstDash val="solid"/>
            <a:headEnd type="none" w="med" len="med"/>
            <a:tailEnd type="arrow" w="med" len="med"/>
          </a:ln>
        </p:spPr>
      </p:cxnSp>
      <p:cxnSp>
        <p:nvCxnSpPr>
          <p:cNvPr id="5" name="曲线连接符 4"/>
          <p:cNvCxnSpPr/>
          <p:nvPr/>
        </p:nvCxnSpPr>
        <p:spPr>
          <a:xfrm rot="5400000" flipV="1">
            <a:off x="6573838" y="4965700"/>
            <a:ext cx="725487" cy="98425"/>
          </a:xfrm>
          <a:prstGeom prst="curvedConnector3">
            <a:avLst>
              <a:gd name="adj1" fmla="val 50046"/>
            </a:avLst>
          </a:prstGeom>
          <a:ln w="12700" cap="flat" cmpd="sng">
            <a:solidFill>
              <a:srgbClr val="FF0000"/>
            </a:solidFill>
            <a:prstDash val="solid"/>
            <a:headEnd type="none" w="med" len="med"/>
            <a:tailEnd type="arrow" w="med" len="med"/>
          </a:ln>
        </p:spPr>
      </p:cxn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0178" name="Object 381"/>
          <p:cNvGraphicFramePr>
            <a:graphicFrameLocks noChangeAspect="1"/>
          </p:cNvGraphicFramePr>
          <p:nvPr>
            <p:custDataLst>
              <p:tags r:id="rId1"/>
            </p:custDataLst>
          </p:nvPr>
        </p:nvGraphicFramePr>
        <p:xfrm>
          <a:off x="350838" y="849313"/>
          <a:ext cx="11490325" cy="5159375"/>
        </p:xfrm>
        <a:graphic>
          <a:graphicData uri="http://schemas.openxmlformats.org/presentationml/2006/ole">
            <mc:AlternateContent xmlns:mc="http://schemas.openxmlformats.org/markup-compatibility/2006">
              <mc:Choice xmlns:v="urn:schemas-microsoft-com:vml" Requires="v">
                <p:oleObj spid="_x0000_s3082" name="" r:id="rId2" imgW="6151880" imgH="2268855" progId="Visio.Drawing.15">
                  <p:embed/>
                </p:oleObj>
              </mc:Choice>
              <mc:Fallback>
                <p:oleObj name="" r:id="rId2" imgW="6151880" imgH="2268855" progId="Visio.Drawing.15">
                  <p:embed/>
                  <p:pic>
                    <p:nvPicPr>
                      <p:cNvPr id="0" name="图片 3081"/>
                      <p:cNvPicPr/>
                      <p:nvPr/>
                    </p:nvPicPr>
                    <p:blipFill>
                      <a:blip r:embed="rId3"/>
                      <a:stretch>
                        <a:fillRect/>
                      </a:stretch>
                    </p:blipFill>
                    <p:spPr>
                      <a:xfrm>
                        <a:off x="350838" y="849313"/>
                        <a:ext cx="11490325" cy="5159375"/>
                      </a:xfrm>
                      <a:prstGeom prst="rect">
                        <a:avLst/>
                      </a:prstGeom>
                      <a:noFill/>
                      <a:ln w="38100">
                        <a:noFill/>
                        <a:miter/>
                      </a:ln>
                    </p:spPr>
                  </p:pic>
                </p:oleObj>
              </mc:Fallback>
            </mc:AlternateContent>
          </a:graphicData>
        </a:graphic>
      </p:graphicFrame>
      <p:cxnSp>
        <p:nvCxnSpPr>
          <p:cNvPr id="2" name="曲线连接符 1"/>
          <p:cNvCxnSpPr/>
          <p:nvPr/>
        </p:nvCxnSpPr>
        <p:spPr>
          <a:xfrm rot="-10800000" flipV="1">
            <a:off x="4008438" y="1844675"/>
            <a:ext cx="1223962" cy="1223963"/>
          </a:xfrm>
          <a:prstGeom prst="curvedConnector3">
            <a:avLst>
              <a:gd name="adj1" fmla="val 50000"/>
            </a:avLst>
          </a:prstGeom>
          <a:ln w="12700" cap="flat" cmpd="sng">
            <a:solidFill>
              <a:srgbClr val="FF0000"/>
            </a:solidFill>
            <a:prstDash val="solid"/>
            <a:headEnd type="none" w="med" len="med"/>
            <a:tailEnd type="arrow" w="med" len="med"/>
          </a:ln>
        </p:spPr>
      </p:cxnSp>
      <p:cxnSp>
        <p:nvCxnSpPr>
          <p:cNvPr id="4" name="曲线连接符 3"/>
          <p:cNvCxnSpPr/>
          <p:nvPr/>
        </p:nvCxnSpPr>
        <p:spPr>
          <a:xfrm>
            <a:off x="4079875" y="3213100"/>
            <a:ext cx="1247775" cy="1079500"/>
          </a:xfrm>
          <a:prstGeom prst="curvedConnector3">
            <a:avLst>
              <a:gd name="adj1" fmla="val 50051"/>
            </a:avLst>
          </a:prstGeom>
          <a:ln w="12700" cap="flat" cmpd="sng">
            <a:solidFill>
              <a:srgbClr val="FF0000"/>
            </a:solidFill>
            <a:prstDash val="solid"/>
            <a:headEnd type="none" w="med" len="med"/>
            <a:tailEnd type="arrow" w="med" len="med"/>
          </a:ln>
        </p:spPr>
      </p:cxnSp>
      <p:sp>
        <p:nvSpPr>
          <p:cNvPr id="50181" name="文本框 2"/>
          <p:cNvSpPr txBox="1"/>
          <p:nvPr>
            <p:custDataLst>
              <p:tags r:id="rId4"/>
            </p:custDataLst>
          </p:nvPr>
        </p:nvSpPr>
        <p:spPr>
          <a:xfrm>
            <a:off x="3103563" y="6181725"/>
            <a:ext cx="5984875" cy="398463"/>
          </a:xfrm>
          <a:prstGeom prst="rect">
            <a:avLst/>
          </a:prstGeom>
          <a:noFill/>
          <a:ln w="9525">
            <a:noFill/>
          </a:ln>
        </p:spPr>
        <p:txBody>
          <a:bodyPr>
            <a:spAutoFit/>
          </a:bodyPr>
          <a:p>
            <a:pPr indent="269875" algn="ctr"/>
            <a:r>
              <a:rPr lang="zh-CN" altLang="zh-CN" sz="2000" dirty="0">
                <a:solidFill>
                  <a:srgbClr val="FF0000"/>
                </a:solidFill>
                <a:latin typeface="黑体" panose="02010609060101010101" pitchFamily="49" charset="-122"/>
              </a:rPr>
              <a:t>插入键值为</a:t>
            </a:r>
            <a:r>
              <a:rPr lang="en-US" altLang="zh-CN" sz="2000" dirty="0">
                <a:solidFill>
                  <a:srgbClr val="FF0000"/>
                </a:solidFill>
                <a:latin typeface="黑体" panose="02010609060101010101" pitchFamily="49" charset="-122"/>
              </a:rPr>
              <a:t>33</a:t>
            </a:r>
            <a:r>
              <a:rPr lang="zh-CN" altLang="zh-CN" sz="2000" dirty="0">
                <a:solidFill>
                  <a:srgbClr val="FF0000"/>
                </a:solidFill>
                <a:latin typeface="黑体" panose="02010609060101010101" pitchFamily="49" charset="-122"/>
              </a:rPr>
              <a:t>的数据记录</a:t>
            </a:r>
            <a:endParaRPr lang="zh-CN" altLang="en-US" sz="2000" dirty="0">
              <a:solidFill>
                <a:srgbClr val="FF0000"/>
              </a:solidFill>
              <a:latin typeface="黑体" panose="02010609060101010101" pitchFamily="49" charset="-122"/>
            </a:endParaRPr>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2226" name="Object 382"/>
          <p:cNvGraphicFramePr>
            <a:graphicFrameLocks noChangeAspect="1"/>
          </p:cNvGraphicFramePr>
          <p:nvPr>
            <p:custDataLst>
              <p:tags r:id="rId1"/>
            </p:custDataLst>
          </p:nvPr>
        </p:nvGraphicFramePr>
        <p:xfrm>
          <a:off x="463550" y="620713"/>
          <a:ext cx="11264900" cy="5616575"/>
        </p:xfrm>
        <a:graphic>
          <a:graphicData uri="http://schemas.openxmlformats.org/presentationml/2006/ole">
            <mc:AlternateContent xmlns:mc="http://schemas.openxmlformats.org/markup-compatibility/2006">
              <mc:Choice xmlns:v="urn:schemas-microsoft-com:vml" Requires="v">
                <p:oleObj spid="_x0000_s3081" name="" r:id="rId2" imgW="6768465" imgH="2271395" progId="Visio.Drawing.15">
                  <p:embed/>
                </p:oleObj>
              </mc:Choice>
              <mc:Fallback>
                <p:oleObj name="" r:id="rId2" imgW="6768465" imgH="2271395" progId="Visio.Drawing.15">
                  <p:embed/>
                  <p:pic>
                    <p:nvPicPr>
                      <p:cNvPr id="0" name="图片 3080"/>
                      <p:cNvPicPr/>
                      <p:nvPr/>
                    </p:nvPicPr>
                    <p:blipFill>
                      <a:blip r:embed="rId3"/>
                      <a:stretch>
                        <a:fillRect/>
                      </a:stretch>
                    </p:blipFill>
                    <p:spPr>
                      <a:xfrm>
                        <a:off x="463550" y="620713"/>
                        <a:ext cx="11264900" cy="5616575"/>
                      </a:xfrm>
                      <a:prstGeom prst="rect">
                        <a:avLst/>
                      </a:prstGeom>
                      <a:noFill/>
                      <a:ln w="38100">
                        <a:noFill/>
                        <a:miter/>
                      </a:ln>
                    </p:spPr>
                  </p:pic>
                </p:oleObj>
              </mc:Fallback>
            </mc:AlternateContent>
          </a:graphicData>
        </a:graphic>
      </p:graphicFrame>
      <p:cxnSp>
        <p:nvCxnSpPr>
          <p:cNvPr id="52227" name="曲线连接符 2"/>
          <p:cNvCxnSpPr/>
          <p:nvPr/>
        </p:nvCxnSpPr>
        <p:spPr>
          <a:xfrm rot="5400000">
            <a:off x="4402138" y="1879600"/>
            <a:ext cx="1223962" cy="1009650"/>
          </a:xfrm>
          <a:prstGeom prst="curvedConnector3">
            <a:avLst>
              <a:gd name="adj1" fmla="val 50051"/>
            </a:avLst>
          </a:prstGeom>
          <a:ln w="12700" cap="flat" cmpd="sng">
            <a:solidFill>
              <a:srgbClr val="FF0000"/>
            </a:solidFill>
            <a:prstDash val="solid"/>
            <a:headEnd type="none" w="med" len="med"/>
            <a:tailEnd type="arrow" w="med" len="med"/>
          </a:ln>
        </p:spPr>
      </p:cxnSp>
      <p:cxnSp>
        <p:nvCxnSpPr>
          <p:cNvPr id="4" name="曲线连接符 3"/>
          <p:cNvCxnSpPr/>
          <p:nvPr/>
        </p:nvCxnSpPr>
        <p:spPr>
          <a:xfrm rot="5400000" flipV="1">
            <a:off x="4168775" y="3446463"/>
            <a:ext cx="1152525" cy="395287"/>
          </a:xfrm>
          <a:prstGeom prst="curvedConnector3">
            <a:avLst>
              <a:gd name="adj1" fmla="val 50028"/>
            </a:avLst>
          </a:prstGeom>
          <a:ln w="12700" cap="flat" cmpd="sng">
            <a:solidFill>
              <a:srgbClr val="FF0000"/>
            </a:solidFill>
            <a:prstDash val="solid"/>
            <a:headEnd type="none" w="med" len="med"/>
            <a:tailEnd type="arrow" w="med" len="med"/>
          </a:ln>
        </p:spPr>
      </p:cxnSp>
      <p:cxnSp>
        <p:nvCxnSpPr>
          <p:cNvPr id="5" name="曲线连接符 4"/>
          <p:cNvCxnSpPr/>
          <p:nvPr/>
        </p:nvCxnSpPr>
        <p:spPr>
          <a:xfrm rot="5400000" flipV="1">
            <a:off x="4414838" y="5105400"/>
            <a:ext cx="723900" cy="98425"/>
          </a:xfrm>
          <a:prstGeom prst="curvedConnector3">
            <a:avLst>
              <a:gd name="adj1" fmla="val 50046"/>
            </a:avLst>
          </a:prstGeom>
          <a:ln w="12700" cap="flat" cmpd="sng">
            <a:solidFill>
              <a:srgbClr val="FF0000"/>
            </a:solidFill>
            <a:prstDash val="solid"/>
            <a:headEnd type="none" w="med" len="med"/>
            <a:tailEnd type="arrow" w="med" len="med"/>
          </a:ln>
        </p:spPr>
      </p:cxnSp>
      <p:sp>
        <p:nvSpPr>
          <p:cNvPr id="52230" name="文本框 5"/>
          <p:cNvSpPr txBox="1"/>
          <p:nvPr>
            <p:custDataLst>
              <p:tags r:id="rId4"/>
            </p:custDataLst>
          </p:nvPr>
        </p:nvSpPr>
        <p:spPr>
          <a:xfrm>
            <a:off x="3103563" y="6334125"/>
            <a:ext cx="5984875" cy="398463"/>
          </a:xfrm>
          <a:prstGeom prst="rect">
            <a:avLst/>
          </a:prstGeom>
          <a:noFill/>
          <a:ln w="9525">
            <a:noFill/>
          </a:ln>
        </p:spPr>
        <p:txBody>
          <a:bodyPr>
            <a:spAutoFit/>
          </a:bodyPr>
          <a:p>
            <a:pPr indent="269875" algn="ctr"/>
            <a:r>
              <a:rPr lang="zh-CN" altLang="zh-CN" sz="2000" dirty="0">
                <a:solidFill>
                  <a:srgbClr val="FF0000"/>
                </a:solidFill>
                <a:latin typeface="黑体" panose="02010609060101010101" pitchFamily="49" charset="-122"/>
              </a:rPr>
              <a:t>插入键值为</a:t>
            </a:r>
            <a:r>
              <a:rPr lang="en-US" altLang="zh-CN" sz="2000" dirty="0">
                <a:solidFill>
                  <a:srgbClr val="FF0000"/>
                </a:solidFill>
                <a:latin typeface="黑体" panose="02010609060101010101" pitchFamily="49" charset="-122"/>
              </a:rPr>
              <a:t>33</a:t>
            </a:r>
            <a:r>
              <a:rPr lang="zh-CN" altLang="zh-CN" sz="2000" dirty="0">
                <a:solidFill>
                  <a:srgbClr val="FF0000"/>
                </a:solidFill>
                <a:latin typeface="黑体" panose="02010609060101010101" pitchFamily="49" charset="-122"/>
              </a:rPr>
              <a:t>的数据记录</a:t>
            </a:r>
            <a:endParaRPr lang="zh-CN" altLang="en-US" sz="2000" dirty="0">
              <a:solidFill>
                <a:srgbClr val="FF0000"/>
              </a:solidFill>
              <a:latin typeface="黑体" panose="02010609060101010101" pitchFamily="49" charset="-122"/>
            </a:endParaRPr>
          </a:p>
        </p:txBody>
      </p:sp>
      <p:cxnSp>
        <p:nvCxnSpPr>
          <p:cNvPr id="7" name="曲线连接符 6"/>
          <p:cNvCxnSpPr/>
          <p:nvPr>
            <p:custDataLst>
              <p:tags r:id="rId5"/>
            </p:custDataLst>
          </p:nvPr>
        </p:nvCxnSpPr>
        <p:spPr>
          <a:xfrm rot="5400000" flipV="1">
            <a:off x="4583113" y="3284538"/>
            <a:ext cx="1169987" cy="701675"/>
          </a:xfrm>
          <a:prstGeom prst="curvedConnector3">
            <a:avLst>
              <a:gd name="adj1" fmla="val 50000"/>
            </a:avLst>
          </a:prstGeom>
          <a:ln w="12700" cap="flat" cmpd="sng">
            <a:solidFill>
              <a:srgbClr val="FF0000"/>
            </a:solidFill>
            <a:prstDash val="solid"/>
            <a:headEnd type="none" w="med" len="med"/>
            <a:tailEnd type="arrow" w="med" len="med"/>
          </a:ln>
        </p:spPr>
      </p:cxn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文本框 100"/>
          <p:cNvSpPr txBox="1"/>
          <p:nvPr/>
        </p:nvSpPr>
        <p:spPr>
          <a:xfrm>
            <a:off x="2600325" y="6365875"/>
            <a:ext cx="6989763" cy="398463"/>
          </a:xfrm>
          <a:prstGeom prst="rect">
            <a:avLst/>
          </a:prstGeom>
          <a:noFill/>
          <a:ln w="9525">
            <a:noFill/>
          </a:ln>
        </p:spPr>
        <p:txBody>
          <a:bodyPr>
            <a:spAutoFit/>
          </a:bodyPr>
          <a:p>
            <a:pPr indent="269875" algn="ctr"/>
            <a:r>
              <a:rPr lang="zh-CN" altLang="zh-CN" sz="2000" dirty="0">
                <a:solidFill>
                  <a:srgbClr val="FF0000"/>
                </a:solidFill>
                <a:latin typeface="黑体" panose="02010609060101010101" pitchFamily="49" charset="-122"/>
              </a:rPr>
              <a:t>删除键值为</a:t>
            </a:r>
            <a:r>
              <a:rPr lang="en-US" altLang="zh-CN" sz="2000" dirty="0">
                <a:solidFill>
                  <a:srgbClr val="FF0000"/>
                </a:solidFill>
                <a:latin typeface="黑体" panose="02010609060101010101" pitchFamily="49" charset="-122"/>
              </a:rPr>
              <a:t>30</a:t>
            </a:r>
            <a:r>
              <a:rPr lang="zh-CN" altLang="zh-CN" sz="2000" dirty="0">
                <a:solidFill>
                  <a:srgbClr val="FF0000"/>
                </a:solidFill>
                <a:latin typeface="黑体" panose="02010609060101010101" pitchFamily="49" charset="-122"/>
              </a:rPr>
              <a:t>的数据记录</a:t>
            </a:r>
            <a:endParaRPr lang="zh-CN" altLang="en-US" sz="2000" dirty="0">
              <a:solidFill>
                <a:srgbClr val="FF0000"/>
              </a:solidFill>
              <a:latin typeface="黑体" panose="02010609060101010101" pitchFamily="49" charset="-122"/>
            </a:endParaRPr>
          </a:p>
        </p:txBody>
      </p:sp>
      <p:graphicFrame>
        <p:nvGraphicFramePr>
          <p:cNvPr id="54275" name="Object 381"/>
          <p:cNvGraphicFramePr>
            <a:graphicFrameLocks noChangeAspect="1"/>
          </p:cNvGraphicFramePr>
          <p:nvPr>
            <p:custDataLst>
              <p:tags r:id="rId1"/>
            </p:custDataLst>
          </p:nvPr>
        </p:nvGraphicFramePr>
        <p:xfrm>
          <a:off x="350838" y="639763"/>
          <a:ext cx="11490325" cy="5578475"/>
        </p:xfrm>
        <a:graphic>
          <a:graphicData uri="http://schemas.openxmlformats.org/presentationml/2006/ole">
            <mc:AlternateContent xmlns:mc="http://schemas.openxmlformats.org/markup-compatibility/2006">
              <mc:Choice xmlns:v="urn:schemas-microsoft-com:vml" Requires="v">
                <p:oleObj spid="_x0000_s3083" name="" r:id="rId2" imgW="6151880" imgH="2268855" progId="Visio.Drawing.15">
                  <p:embed/>
                </p:oleObj>
              </mc:Choice>
              <mc:Fallback>
                <p:oleObj name="" r:id="rId2" imgW="6151880" imgH="2268855" progId="Visio.Drawing.15">
                  <p:embed/>
                  <p:pic>
                    <p:nvPicPr>
                      <p:cNvPr id="0" name="图片 3082"/>
                      <p:cNvPicPr/>
                      <p:nvPr/>
                    </p:nvPicPr>
                    <p:blipFill>
                      <a:blip r:embed="rId3"/>
                      <a:stretch>
                        <a:fillRect/>
                      </a:stretch>
                    </p:blipFill>
                    <p:spPr>
                      <a:xfrm>
                        <a:off x="350838" y="639763"/>
                        <a:ext cx="11490325" cy="5578475"/>
                      </a:xfrm>
                      <a:prstGeom prst="rect">
                        <a:avLst/>
                      </a:prstGeom>
                      <a:noFill/>
                      <a:ln w="38100">
                        <a:noFill/>
                        <a:miter/>
                      </a:ln>
                    </p:spPr>
                  </p:pic>
                </p:oleObj>
              </mc:Fallback>
            </mc:AlternateContent>
          </a:graphicData>
        </a:graphic>
      </p:graphicFrame>
      <p:cxnSp>
        <p:nvCxnSpPr>
          <p:cNvPr id="4" name="曲线连接符 3"/>
          <p:cNvCxnSpPr/>
          <p:nvPr/>
        </p:nvCxnSpPr>
        <p:spPr>
          <a:xfrm rot="5400000">
            <a:off x="4079875" y="1698625"/>
            <a:ext cx="1008063" cy="1009650"/>
          </a:xfrm>
          <a:prstGeom prst="curvedConnector3">
            <a:avLst>
              <a:gd name="adj1" fmla="val 50065"/>
            </a:avLst>
          </a:prstGeom>
          <a:ln w="12700" cap="flat" cmpd="sng">
            <a:solidFill>
              <a:srgbClr val="FF0000"/>
            </a:solidFill>
            <a:prstDash val="solid"/>
            <a:headEnd type="none" w="med" len="med"/>
            <a:tailEnd type="arrow" w="med" len="med"/>
          </a:ln>
        </p:spPr>
      </p:cxnSp>
      <p:cxnSp>
        <p:nvCxnSpPr>
          <p:cNvPr id="5" name="曲线连接符 4"/>
          <p:cNvCxnSpPr/>
          <p:nvPr>
            <p:custDataLst>
              <p:tags r:id="rId4"/>
            </p:custDataLst>
          </p:nvPr>
        </p:nvCxnSpPr>
        <p:spPr>
          <a:xfrm rot="5400000" flipV="1">
            <a:off x="3879850" y="3336925"/>
            <a:ext cx="1152525" cy="611188"/>
          </a:xfrm>
          <a:prstGeom prst="curvedConnector3">
            <a:avLst>
              <a:gd name="adj1" fmla="val 50028"/>
            </a:avLst>
          </a:prstGeom>
          <a:ln w="12700" cap="flat" cmpd="sng">
            <a:solidFill>
              <a:srgbClr val="FF0000"/>
            </a:solidFill>
            <a:prstDash val="solid"/>
            <a:headEnd type="none" w="med" len="med"/>
            <a:tailEnd type="arrow" w="med" len="med"/>
          </a:ln>
        </p:spPr>
      </p:cxnSp>
      <p:cxnSp>
        <p:nvCxnSpPr>
          <p:cNvPr id="8" name="曲线连接符 7"/>
          <p:cNvCxnSpPr/>
          <p:nvPr>
            <p:custDataLst>
              <p:tags r:id="rId5"/>
            </p:custDataLst>
          </p:nvPr>
        </p:nvCxnSpPr>
        <p:spPr>
          <a:xfrm rot="5400000">
            <a:off x="4435475" y="5153025"/>
            <a:ext cx="725488" cy="3175"/>
          </a:xfrm>
          <a:prstGeom prst="curvedConnector3">
            <a:avLst>
              <a:gd name="adj1" fmla="val 50046"/>
            </a:avLst>
          </a:prstGeom>
          <a:ln w="12700" cap="flat" cmpd="sng">
            <a:solidFill>
              <a:srgbClr val="FF0000"/>
            </a:solidFill>
            <a:prstDash val="solid"/>
            <a:headEnd type="none" w="med" len="med"/>
            <a:tailEnd type="arrow" w="med" len="med"/>
          </a:ln>
        </p:spPr>
      </p:cxn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6322" name="Object 383"/>
          <p:cNvGraphicFramePr>
            <a:graphicFrameLocks noChangeAspect="1"/>
          </p:cNvGraphicFramePr>
          <p:nvPr>
            <p:custDataLst>
              <p:tags r:id="rId1"/>
            </p:custDataLst>
          </p:nvPr>
        </p:nvGraphicFramePr>
        <p:xfrm>
          <a:off x="479425" y="636588"/>
          <a:ext cx="11231563" cy="5583237"/>
        </p:xfrm>
        <a:graphic>
          <a:graphicData uri="http://schemas.openxmlformats.org/presentationml/2006/ole">
            <mc:AlternateContent xmlns:mc="http://schemas.openxmlformats.org/markup-compatibility/2006">
              <mc:Choice xmlns:v="urn:schemas-microsoft-com:vml" Requires="v">
                <p:oleObj spid="_x0000_s3078" name="" r:id="rId2" imgW="6151880" imgH="2268855" progId="Visio.Drawing.15">
                  <p:embed/>
                </p:oleObj>
              </mc:Choice>
              <mc:Fallback>
                <p:oleObj name="" r:id="rId2" imgW="6151880" imgH="2268855" progId="Visio.Drawing.15">
                  <p:embed/>
                  <p:pic>
                    <p:nvPicPr>
                      <p:cNvPr id="0" name="图片 3077"/>
                      <p:cNvPicPr/>
                      <p:nvPr/>
                    </p:nvPicPr>
                    <p:blipFill>
                      <a:blip r:embed="rId3"/>
                      <a:stretch>
                        <a:fillRect/>
                      </a:stretch>
                    </p:blipFill>
                    <p:spPr>
                      <a:xfrm>
                        <a:off x="479425" y="636588"/>
                        <a:ext cx="11231563" cy="5583237"/>
                      </a:xfrm>
                      <a:prstGeom prst="rect">
                        <a:avLst/>
                      </a:prstGeom>
                      <a:noFill/>
                      <a:ln w="38100">
                        <a:noFill/>
                        <a:miter/>
                      </a:ln>
                    </p:spPr>
                  </p:pic>
                </p:oleObj>
              </mc:Fallback>
            </mc:AlternateContent>
          </a:graphicData>
        </a:graphic>
      </p:graphicFrame>
      <p:sp>
        <p:nvSpPr>
          <p:cNvPr id="56323" name="文本框 100"/>
          <p:cNvSpPr txBox="1"/>
          <p:nvPr/>
        </p:nvSpPr>
        <p:spPr>
          <a:xfrm>
            <a:off x="2600325" y="6324600"/>
            <a:ext cx="6989763" cy="400050"/>
          </a:xfrm>
          <a:prstGeom prst="rect">
            <a:avLst/>
          </a:prstGeom>
          <a:noFill/>
          <a:ln w="9525">
            <a:noFill/>
          </a:ln>
        </p:spPr>
        <p:txBody>
          <a:bodyPr>
            <a:spAutoFit/>
          </a:bodyPr>
          <a:p>
            <a:pPr indent="269875" algn="ctr"/>
            <a:r>
              <a:rPr lang="zh-CN" altLang="zh-CN" sz="2000" dirty="0">
                <a:solidFill>
                  <a:srgbClr val="FF0000"/>
                </a:solidFill>
                <a:latin typeface="黑体" panose="02010609060101010101" pitchFamily="49" charset="-122"/>
              </a:rPr>
              <a:t>删除键值为</a:t>
            </a:r>
            <a:r>
              <a:rPr lang="en-US" altLang="zh-CN" sz="2000" dirty="0">
                <a:solidFill>
                  <a:srgbClr val="FF0000"/>
                </a:solidFill>
                <a:latin typeface="黑体" panose="02010609060101010101" pitchFamily="49" charset="-122"/>
              </a:rPr>
              <a:t>30</a:t>
            </a:r>
            <a:r>
              <a:rPr lang="zh-CN" altLang="zh-CN" sz="2000" dirty="0">
                <a:solidFill>
                  <a:srgbClr val="FF0000"/>
                </a:solidFill>
                <a:latin typeface="黑体" panose="02010609060101010101" pitchFamily="49" charset="-122"/>
              </a:rPr>
              <a:t>的数据记录</a:t>
            </a:r>
            <a:endParaRPr lang="zh-CN" altLang="en-US" sz="2000" dirty="0">
              <a:solidFill>
                <a:srgbClr val="FF0000"/>
              </a:solidFill>
              <a:latin typeface="黑体" panose="02010609060101010101" pitchFamily="49" charset="-122"/>
            </a:endParaRPr>
          </a:p>
        </p:txBody>
      </p:sp>
      <p:cxnSp>
        <p:nvCxnSpPr>
          <p:cNvPr id="5" name="曲线连接符 4"/>
          <p:cNvCxnSpPr/>
          <p:nvPr>
            <p:custDataLst>
              <p:tags r:id="rId4"/>
            </p:custDataLst>
          </p:nvPr>
        </p:nvCxnSpPr>
        <p:spPr>
          <a:xfrm rot="5400000" flipV="1">
            <a:off x="3825875" y="3316288"/>
            <a:ext cx="1152525" cy="649287"/>
          </a:xfrm>
          <a:prstGeom prst="curvedConnector3">
            <a:avLst>
              <a:gd name="adj1" fmla="val 50028"/>
            </a:avLst>
          </a:prstGeom>
          <a:ln w="12700" cap="flat" cmpd="sng">
            <a:solidFill>
              <a:srgbClr val="FF0000"/>
            </a:solidFill>
            <a:prstDash val="solid"/>
            <a:headEnd type="none" w="med" len="med"/>
            <a:tailEnd type="arrow" w="med" len="med"/>
          </a:ln>
        </p:spPr>
      </p:cxn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 name="矩形 100"/>
          <p:cNvSpPr/>
          <p:nvPr/>
        </p:nvSpPr>
        <p:spPr>
          <a:xfrm>
            <a:off x="550863" y="1125538"/>
            <a:ext cx="11233150" cy="1223962"/>
          </a:xfrm>
          <a:prstGeom prst="rect">
            <a:avLst/>
          </a:prstGeom>
          <a:noFill/>
          <a:ln w="9525">
            <a:noFill/>
          </a:ln>
        </p:spPr>
        <p:txBody>
          <a:bodyPr lIns="123885" tIns="61943" rIns="123885" bIns="61943"/>
          <a:p>
            <a:pPr algn="just" defTabSz="967105" eaLnBrk="1" hangingPunct="1">
              <a:lnSpc>
                <a:spcPts val="4240"/>
              </a:lnSpc>
              <a:buClr>
                <a:srgbClr val="FF0000"/>
              </a:buClr>
            </a:pPr>
            <a:r>
              <a:rPr lang="zh-CN" altLang="zh-CN" sz="2800" dirty="0">
                <a:solidFill>
                  <a:srgbClr val="FF0000"/>
                </a:solidFill>
                <a:latin typeface="黑体" panose="02010609060101010101" pitchFamily="49" charset="-122"/>
                <a:sym typeface="+mn-ea"/>
              </a:rPr>
              <a:t>散列</a:t>
            </a:r>
            <a:r>
              <a:rPr lang="zh-CN" altLang="en-US" sz="2800" dirty="0">
                <a:solidFill>
                  <a:srgbClr val="FF0000"/>
                </a:solidFill>
                <a:latin typeface="黑体" panose="02010609060101010101" pitchFamily="49" charset="-122"/>
                <a:sym typeface="+mn-ea"/>
              </a:rPr>
              <a:t>表</a:t>
            </a:r>
            <a:r>
              <a:rPr lang="zh-CN" altLang="en-US" sz="2800" dirty="0">
                <a:latin typeface="黑体" panose="02010609060101010101" pitchFamily="49" charset="-122"/>
                <a:sym typeface="+mn-ea"/>
              </a:rPr>
              <a:t>（</a:t>
            </a:r>
            <a:r>
              <a:rPr lang="en-US" altLang="zh-CN" sz="2800" dirty="0">
                <a:latin typeface="黑体" panose="02010609060101010101" pitchFamily="49" charset="-122"/>
                <a:sym typeface="+mn-ea"/>
              </a:rPr>
              <a:t>Hash Table</a:t>
            </a:r>
            <a:r>
              <a:rPr lang="zh-CN" altLang="en-US" sz="2800" dirty="0">
                <a:latin typeface="黑体" panose="02010609060101010101" pitchFamily="49" charset="-122"/>
                <a:sym typeface="+mn-ea"/>
              </a:rPr>
              <a:t>），又称哈希表，</a:t>
            </a:r>
            <a:r>
              <a:rPr lang="zh-CN" altLang="zh-CN" sz="2800" dirty="0">
                <a:latin typeface="黑体" panose="02010609060101010101" pitchFamily="49" charset="-122"/>
                <a:sym typeface="+mn-ea"/>
              </a:rPr>
              <a:t>是一种根据键值在散列表中获取数据记录指针的数据结构。</a:t>
            </a:r>
            <a:endParaRPr lang="zh-CN" altLang="zh-CN" sz="2800" dirty="0">
              <a:latin typeface="黑体" panose="02010609060101010101" pitchFamily="49" charset="-122"/>
              <a:sym typeface="+mn-ea"/>
            </a:endParaRPr>
          </a:p>
        </p:txBody>
      </p:sp>
      <p:pic>
        <p:nvPicPr>
          <p:cNvPr id="3" name="图片 2"/>
          <p:cNvPicPr>
            <a:picLocks noChangeAspect="1"/>
          </p:cNvPicPr>
          <p:nvPr/>
        </p:nvPicPr>
        <p:blipFill>
          <a:blip r:embed="rId1"/>
          <a:stretch>
            <a:fillRect/>
          </a:stretch>
        </p:blipFill>
        <p:spPr>
          <a:xfrm>
            <a:off x="1712913" y="2387600"/>
            <a:ext cx="8766175" cy="4281488"/>
          </a:xfrm>
          <a:prstGeom prst="rect">
            <a:avLst/>
          </a:prstGeom>
          <a:noFill/>
          <a:ln w="9525">
            <a:noFill/>
          </a:ln>
        </p:spPr>
      </p:pic>
      <p:sp>
        <p:nvSpPr>
          <p:cNvPr id="58372" name="Text Box 2"/>
          <p:cNvSpPr txBox="1"/>
          <p:nvPr/>
        </p:nvSpPr>
        <p:spPr>
          <a:xfrm>
            <a:off x="192088" y="404813"/>
            <a:ext cx="6661150" cy="611187"/>
          </a:xfrm>
          <a:prstGeom prst="rect">
            <a:avLst/>
          </a:prstGeom>
          <a:noFill/>
          <a:ln w="9525">
            <a:noFill/>
          </a:ln>
        </p:spPr>
        <p:txBody>
          <a:bodyPr lIns="117060" tIns="58530" rIns="117060" bIns="58530">
            <a:spAutoFit/>
          </a:bodyPr>
          <a:p>
            <a:pPr defTabSz="967105" eaLnBrk="1" hangingPunct="1"/>
            <a:r>
              <a:rPr lang="zh-CN" altLang="en-US" sz="3200" dirty="0">
                <a:solidFill>
                  <a:srgbClr val="0033CC"/>
                </a:solidFill>
                <a:latin typeface="黑体" panose="02010609060101010101" pitchFamily="49" charset="-122"/>
              </a:rPr>
              <a:t>三、散列表索引</a:t>
            </a:r>
            <a:endParaRPr lang="zh-CN" altLang="en-US" sz="3200" dirty="0">
              <a:solidFill>
                <a:srgbClr val="0033CC"/>
              </a:solidFill>
              <a:latin typeface="黑体" panose="02010609060101010101" pitchFamily="49" charset="-122"/>
            </a:endParaRPr>
          </a:p>
        </p:txBody>
      </p:sp>
    </p:spTree>
  </p:cSld>
  <p:clrMapOvr>
    <a:masterClrMapping/>
  </p:clrMapOvr>
  <p:transition spd="slow">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1"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3"/>
          <p:cNvSpPr/>
          <p:nvPr>
            <p:custDataLst>
              <p:tags r:id="rId1"/>
            </p:custDataLst>
          </p:nvPr>
        </p:nvSpPr>
        <p:spPr>
          <a:xfrm>
            <a:off x="695325" y="1127125"/>
            <a:ext cx="11187113" cy="3829050"/>
          </a:xfrm>
          <a:prstGeom prst="rect">
            <a:avLst/>
          </a:prstGeom>
          <a:noFill/>
          <a:ln w="9525">
            <a:noFill/>
          </a:ln>
          <a:effectLst>
            <a:prstShdw prst="shdw13" dist="53882" dir="13499999">
              <a:schemeClr val="bg2">
                <a:alpha val="50000"/>
              </a:schemeClr>
            </a:prstShdw>
          </a:effectLst>
        </p:spPr>
        <p:txBody>
          <a:bodyPr>
            <a:spAutoFit/>
          </a:bodyPr>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散列函数计算得到的散列值应是一个非负整数，并且应在散列表偏移值范围内。</a:t>
            </a:r>
            <a:endParaRPr lang="zh-CN" altLang="en-US" sz="2800" dirty="0">
              <a:latin typeface="黑体" panose="02010609060101010101" pitchFamily="49" charset="-122"/>
            </a:endParaRPr>
          </a:p>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如果输入散列函数的两个键值相等（如 key1 = key2），那么输出的散列值也应相等，即 hash(key1) = hash(key2)。</a:t>
            </a:r>
            <a:endParaRPr lang="zh-CN" altLang="en-US" sz="2800" dirty="0">
              <a:latin typeface="黑体" panose="02010609060101010101" pitchFamily="49" charset="-122"/>
            </a:endParaRPr>
          </a:p>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如果输入散列函数的两个键值不相等（如 key1 ≠ key2），那么输出的散列值应尽量做到不相等，即 hash(key1) ≠ hash(key2)。</a:t>
            </a:r>
            <a:endParaRPr lang="en-US" altLang="zh-CN" sz="2800" dirty="0">
              <a:latin typeface="黑体" panose="02010609060101010101" pitchFamily="49" charset="-122"/>
            </a:endParaRPr>
          </a:p>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如果出现输入键值</a:t>
            </a:r>
            <a:r>
              <a:rPr lang="en-US" altLang="zh-CN" sz="2800" dirty="0">
                <a:latin typeface="黑体" panose="02010609060101010101" pitchFamily="49" charset="-122"/>
              </a:rPr>
              <a:t>key</a:t>
            </a:r>
            <a:r>
              <a:rPr lang="zh-CN" altLang="en-US" sz="2800" dirty="0">
                <a:latin typeface="黑体" panose="02010609060101010101" pitchFamily="49" charset="-122"/>
              </a:rPr>
              <a:t>不同，但输出的散列值相同，这就出现了散列冲突情况。散列表索引结构对此需要有解决办法。</a:t>
            </a:r>
            <a:endParaRPr lang="zh-CN" altLang="en-US" sz="2800" dirty="0">
              <a:latin typeface="黑体" panose="02010609060101010101" pitchFamily="49" charset="-122"/>
            </a:endParaRPr>
          </a:p>
        </p:txBody>
      </p:sp>
      <p:sp>
        <p:nvSpPr>
          <p:cNvPr id="60419" name="Text Box 2"/>
          <p:cNvSpPr txBox="1"/>
          <p:nvPr>
            <p:custDataLst>
              <p:tags r:id="rId2"/>
            </p:custDataLst>
          </p:nvPr>
        </p:nvSpPr>
        <p:spPr>
          <a:xfrm>
            <a:off x="192088" y="474663"/>
            <a:ext cx="6661150" cy="546100"/>
          </a:xfrm>
          <a:prstGeom prst="rect">
            <a:avLst/>
          </a:prstGeom>
          <a:noFill/>
          <a:ln w="9525">
            <a:noFill/>
          </a:ln>
        </p:spPr>
        <p:txBody>
          <a:bodyPr lIns="117060" tIns="58530" rIns="117060" bIns="58530">
            <a:spAutoFit/>
          </a:bodyPr>
          <a:p>
            <a:pPr defTabSz="967105" eaLnBrk="1" hangingPunct="1"/>
            <a:r>
              <a:rPr lang="zh-CN" altLang="zh-CN" sz="2800" dirty="0">
                <a:latin typeface="黑体" panose="02010609060101010101" pitchFamily="49" charset="-122"/>
              </a:rPr>
              <a:t>散列函数</a:t>
            </a:r>
            <a:r>
              <a:rPr lang="zh-CN" altLang="en-US" sz="2800" dirty="0">
                <a:latin typeface="黑体" panose="02010609060101010101" pitchFamily="49" charset="-122"/>
              </a:rPr>
              <a:t>的</a:t>
            </a:r>
            <a:r>
              <a:rPr lang="zh-CN" altLang="zh-CN" sz="2800" dirty="0">
                <a:latin typeface="黑体" panose="02010609060101010101" pitchFamily="49" charset="-122"/>
              </a:rPr>
              <a:t>选择</a:t>
            </a:r>
            <a:r>
              <a:rPr lang="zh-CN" altLang="en-US" sz="2800" dirty="0">
                <a:latin typeface="黑体" panose="02010609060101010101" pitchFamily="49" charset="-122"/>
              </a:rPr>
              <a:t>应符合如下基本</a:t>
            </a:r>
            <a:r>
              <a:rPr lang="zh-CN" altLang="zh-CN" sz="2800" dirty="0">
                <a:latin typeface="黑体" panose="02010609060101010101" pitchFamily="49" charset="-122"/>
              </a:rPr>
              <a:t>要求</a:t>
            </a:r>
            <a:r>
              <a:rPr lang="zh-CN" altLang="en-US" sz="2800" dirty="0">
                <a:latin typeface="黑体" panose="02010609060101010101" pitchFamily="49" charset="-122"/>
              </a:rPr>
              <a:t>：</a:t>
            </a:r>
            <a:endParaRPr lang="zh-CN" altLang="zh-CN" sz="2800" dirty="0">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charRg st="0" end="3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charRg st="36" end="10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charRg st="107" end="18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charRg st="183" end="23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3"/>
          <p:cNvSpPr/>
          <p:nvPr>
            <p:custDataLst>
              <p:tags r:id="rId1"/>
            </p:custDataLst>
          </p:nvPr>
        </p:nvSpPr>
        <p:spPr>
          <a:xfrm>
            <a:off x="695325" y="1127125"/>
            <a:ext cx="4679950" cy="2436813"/>
          </a:xfrm>
          <a:prstGeom prst="rect">
            <a:avLst/>
          </a:prstGeom>
          <a:noFill/>
          <a:ln w="9525">
            <a:noFill/>
          </a:ln>
          <a:effectLst>
            <a:prstShdw prst="shdw13" dist="53882" dir="13499999">
              <a:schemeClr val="bg2">
                <a:alpha val="50000"/>
              </a:schemeClr>
            </a:prstShdw>
          </a:effectLst>
        </p:spPr>
        <p:txBody>
          <a:bodyPr>
            <a:spAutoFit/>
          </a:bodyPr>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直接寻址法</a:t>
            </a:r>
            <a:endParaRPr lang="zh-CN" altLang="en-US" sz="2800" dirty="0">
              <a:latin typeface="黑体" panose="02010609060101010101" pitchFamily="49" charset="-122"/>
            </a:endParaRPr>
          </a:p>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数字分析法</a:t>
            </a:r>
            <a:endParaRPr lang="zh-CN" altLang="en-US" sz="2800" dirty="0">
              <a:latin typeface="黑体" panose="02010609060101010101" pitchFamily="49" charset="-122"/>
            </a:endParaRPr>
          </a:p>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平方取中法</a:t>
            </a:r>
            <a:endParaRPr lang="zh-CN" altLang="en-US" sz="2800" dirty="0">
              <a:latin typeface="黑体" panose="02010609060101010101" pitchFamily="49" charset="-122"/>
            </a:endParaRPr>
          </a:p>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取随机数法</a:t>
            </a:r>
            <a:endParaRPr lang="zh-CN" altLang="en-US" sz="2800" dirty="0">
              <a:latin typeface="黑体" panose="02010609060101010101" pitchFamily="49" charset="-122"/>
            </a:endParaRPr>
          </a:p>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除留取余法</a:t>
            </a:r>
            <a:endParaRPr lang="zh-CN" altLang="en-US" sz="2800" dirty="0">
              <a:latin typeface="黑体" panose="02010609060101010101" pitchFamily="49" charset="-122"/>
            </a:endParaRPr>
          </a:p>
        </p:txBody>
      </p:sp>
      <p:sp>
        <p:nvSpPr>
          <p:cNvPr id="61443" name="Text Box 2"/>
          <p:cNvSpPr txBox="1"/>
          <p:nvPr>
            <p:custDataLst>
              <p:tags r:id="rId2"/>
            </p:custDataLst>
          </p:nvPr>
        </p:nvSpPr>
        <p:spPr>
          <a:xfrm>
            <a:off x="192088" y="474663"/>
            <a:ext cx="4679950" cy="546100"/>
          </a:xfrm>
          <a:prstGeom prst="rect">
            <a:avLst/>
          </a:prstGeom>
          <a:noFill/>
          <a:ln w="9525">
            <a:noFill/>
          </a:ln>
        </p:spPr>
        <p:txBody>
          <a:bodyPr lIns="117060" tIns="58530" rIns="117060" bIns="58530">
            <a:spAutoFit/>
          </a:bodyPr>
          <a:p>
            <a:pPr defTabSz="967105" eaLnBrk="1" hangingPunct="1"/>
            <a:r>
              <a:rPr lang="zh-CN" altLang="en-US" sz="2800" dirty="0">
                <a:latin typeface="黑体" panose="02010609060101010101" pitchFamily="49" charset="-122"/>
              </a:rPr>
              <a:t>主要的</a:t>
            </a:r>
            <a:r>
              <a:rPr lang="zh-CN" altLang="zh-CN" sz="2800" dirty="0">
                <a:latin typeface="黑体" panose="02010609060101010101" pitchFamily="49" charset="-122"/>
              </a:rPr>
              <a:t>散列函数方法</a:t>
            </a:r>
            <a:r>
              <a:rPr lang="zh-CN" altLang="en-US" sz="2800" dirty="0">
                <a:latin typeface="黑体" panose="02010609060101010101" pitchFamily="49" charset="-122"/>
              </a:rPr>
              <a:t>：</a:t>
            </a:r>
            <a:endParaRPr lang="zh-CN" altLang="zh-CN" sz="2800" dirty="0">
              <a:latin typeface="黑体" panose="02010609060101010101" pitchFamily="49" charset="-122"/>
            </a:endParaRPr>
          </a:p>
        </p:txBody>
      </p:sp>
      <p:sp>
        <p:nvSpPr>
          <p:cNvPr id="61444" name="Rectangle 3"/>
          <p:cNvSpPr/>
          <p:nvPr>
            <p:custDataLst>
              <p:tags r:id="rId3"/>
            </p:custDataLst>
          </p:nvPr>
        </p:nvSpPr>
        <p:spPr>
          <a:xfrm>
            <a:off x="6096000" y="1127125"/>
            <a:ext cx="4176713" cy="1968500"/>
          </a:xfrm>
          <a:prstGeom prst="rect">
            <a:avLst/>
          </a:prstGeom>
          <a:noFill/>
          <a:ln w="9525">
            <a:noFill/>
          </a:ln>
          <a:effectLst>
            <a:prstShdw prst="shdw13" dist="53882" dir="13499999">
              <a:schemeClr val="bg2">
                <a:alpha val="50000"/>
              </a:schemeClr>
            </a:prstShdw>
          </a:effectLst>
        </p:spPr>
        <p:txBody>
          <a:bodyPr>
            <a:spAutoFit/>
          </a:bodyPr>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开放寻址法</a:t>
            </a:r>
            <a:endParaRPr lang="zh-CN" altLang="en-US" sz="2800" dirty="0">
              <a:latin typeface="黑体" panose="02010609060101010101" pitchFamily="49" charset="-122"/>
            </a:endParaRPr>
          </a:p>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再哈希法</a:t>
            </a:r>
            <a:endParaRPr lang="zh-CN" altLang="en-US" sz="2800" dirty="0">
              <a:latin typeface="黑体" panose="02010609060101010101" pitchFamily="49" charset="-122"/>
            </a:endParaRPr>
          </a:p>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公共溢出区</a:t>
            </a:r>
            <a:endParaRPr lang="zh-CN" altLang="en-US" sz="2800" dirty="0">
              <a:latin typeface="黑体" panose="02010609060101010101" pitchFamily="49" charset="-122"/>
            </a:endParaRPr>
          </a:p>
          <a:p>
            <a:pPr marL="414655" indent="-414655" algn="just" eaLnBrk="1" latinLnBrk="1" hangingPunct="1">
              <a:lnSpc>
                <a:spcPts val="3665"/>
              </a:lnSpc>
              <a:buClr>
                <a:srgbClr val="FF0000"/>
              </a:buClr>
              <a:buFont typeface="Arial" panose="020B0604020202020204" pitchFamily="34" charset="0"/>
              <a:buChar char="•"/>
            </a:pPr>
            <a:r>
              <a:rPr lang="zh-CN" altLang="en-US" sz="2800" dirty="0">
                <a:latin typeface="黑体" panose="02010609060101010101" pitchFamily="49" charset="-122"/>
              </a:rPr>
              <a:t>链地址法</a:t>
            </a:r>
            <a:endParaRPr lang="zh-CN" altLang="en-US" sz="2800" dirty="0">
              <a:latin typeface="黑体" panose="02010609060101010101" pitchFamily="49" charset="-122"/>
            </a:endParaRPr>
          </a:p>
        </p:txBody>
      </p:sp>
      <p:sp>
        <p:nvSpPr>
          <p:cNvPr id="61445" name="Text Box 2"/>
          <p:cNvSpPr txBox="1"/>
          <p:nvPr>
            <p:custDataLst>
              <p:tags r:id="rId4"/>
            </p:custDataLst>
          </p:nvPr>
        </p:nvSpPr>
        <p:spPr>
          <a:xfrm>
            <a:off x="6096000" y="474663"/>
            <a:ext cx="4679950" cy="546100"/>
          </a:xfrm>
          <a:prstGeom prst="rect">
            <a:avLst/>
          </a:prstGeom>
          <a:noFill/>
          <a:ln w="9525">
            <a:noFill/>
          </a:ln>
        </p:spPr>
        <p:txBody>
          <a:bodyPr lIns="117060" tIns="58530" rIns="117060" bIns="58530">
            <a:spAutoFit/>
          </a:bodyPr>
          <a:p>
            <a:pPr defTabSz="967105" eaLnBrk="1" hangingPunct="1"/>
            <a:r>
              <a:rPr lang="zh-CN" altLang="en-US" sz="2800" dirty="0">
                <a:latin typeface="黑体" panose="02010609060101010101" pitchFamily="49" charset="-122"/>
              </a:rPr>
              <a:t>主要的</a:t>
            </a:r>
            <a:r>
              <a:rPr lang="zh-CN" altLang="zh-CN" sz="2800" dirty="0">
                <a:latin typeface="黑体" panose="02010609060101010101" pitchFamily="49" charset="-122"/>
              </a:rPr>
              <a:t>散列</a:t>
            </a:r>
            <a:r>
              <a:rPr lang="zh-CN" altLang="en-US" sz="2800" dirty="0">
                <a:latin typeface="黑体" panose="02010609060101010101" pitchFamily="49" charset="-122"/>
              </a:rPr>
              <a:t>冲突解决</a:t>
            </a:r>
            <a:r>
              <a:rPr lang="zh-CN" altLang="zh-CN" sz="2800" dirty="0">
                <a:latin typeface="黑体" panose="02010609060101010101" pitchFamily="49" charset="-122"/>
              </a:rPr>
              <a:t>方法</a:t>
            </a:r>
            <a:r>
              <a:rPr lang="zh-CN" altLang="en-US" sz="2800" dirty="0">
                <a:latin typeface="黑体" panose="02010609060101010101" pitchFamily="49" charset="-122"/>
              </a:rPr>
              <a:t>：</a:t>
            </a:r>
            <a:endParaRPr lang="zh-CN" altLang="zh-CN" sz="2800" dirty="0">
              <a:latin typeface="黑体"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矩形 100"/>
          <p:cNvSpPr/>
          <p:nvPr/>
        </p:nvSpPr>
        <p:spPr>
          <a:xfrm>
            <a:off x="192088" y="333375"/>
            <a:ext cx="11722100" cy="1209675"/>
          </a:xfrm>
          <a:prstGeom prst="rect">
            <a:avLst/>
          </a:prstGeom>
          <a:noFill/>
          <a:ln w="9525">
            <a:noFill/>
          </a:ln>
        </p:spPr>
        <p:txBody>
          <a:bodyPr lIns="123885" tIns="61943" rIns="123885" bIns="61943">
            <a:spAutoFit/>
          </a:bodyPr>
          <a:p>
            <a:pPr algn="just" defTabSz="967105" eaLnBrk="1" hangingPunct="1">
              <a:lnSpc>
                <a:spcPts val="4240"/>
              </a:lnSpc>
              <a:buClr>
                <a:srgbClr val="FF0000"/>
              </a:buClr>
            </a:pPr>
            <a:r>
              <a:rPr lang="zh-CN" altLang="zh-CN" sz="2800" dirty="0">
                <a:solidFill>
                  <a:srgbClr val="FF0000"/>
                </a:solidFill>
                <a:latin typeface="黑体" panose="02010609060101010101" pitchFamily="49" charset="-122"/>
                <a:sym typeface="+mn-ea"/>
              </a:rPr>
              <a:t>例</a:t>
            </a:r>
            <a:r>
              <a:rPr lang="en-US" altLang="zh-CN" sz="2800" dirty="0">
                <a:solidFill>
                  <a:srgbClr val="FF0000"/>
                </a:solidFill>
                <a:latin typeface="黑体" panose="02010609060101010101" pitchFamily="49" charset="-122"/>
                <a:sym typeface="+mn-ea"/>
              </a:rPr>
              <a:t> </a:t>
            </a:r>
            <a:r>
              <a:rPr lang="zh-CN" altLang="zh-CN" sz="2800" dirty="0">
                <a:latin typeface="黑体" panose="02010609060101010101" pitchFamily="49" charset="-122"/>
                <a:sym typeface="+mn-ea"/>
              </a:rPr>
              <a:t>有一组键值key为{12,17,22,8,19,31,41,26,21}，其散列函数为F(key)=key MOD 7，使用链地址法所构建的散列表如图</a:t>
            </a:r>
            <a:r>
              <a:rPr lang="en-US" altLang="zh-CN" sz="2800" dirty="0">
                <a:latin typeface="黑体" panose="02010609060101010101" pitchFamily="49" charset="-122"/>
                <a:sym typeface="+mn-ea"/>
              </a:rPr>
              <a:t>5-18</a:t>
            </a:r>
            <a:r>
              <a:rPr lang="zh-CN" altLang="zh-CN" sz="2800" dirty="0">
                <a:latin typeface="黑体" panose="02010609060101010101" pitchFamily="49" charset="-122"/>
                <a:sym typeface="+mn-ea"/>
              </a:rPr>
              <a:t>所示。</a:t>
            </a:r>
            <a:endParaRPr lang="zh-CN" altLang="zh-CN" sz="2800" dirty="0">
              <a:latin typeface="黑体" panose="02010609060101010101" pitchFamily="49" charset="-122"/>
              <a:sym typeface="+mn-ea"/>
            </a:endParaRPr>
          </a:p>
        </p:txBody>
      </p:sp>
      <p:pic>
        <p:nvPicPr>
          <p:cNvPr id="62467" name="图片 2"/>
          <p:cNvPicPr>
            <a:picLocks noChangeAspect="1"/>
          </p:cNvPicPr>
          <p:nvPr>
            <p:custDataLst>
              <p:tags r:id="rId1"/>
            </p:custDataLst>
          </p:nvPr>
        </p:nvPicPr>
        <p:blipFill>
          <a:blip r:embed="rId2"/>
          <a:stretch>
            <a:fillRect/>
          </a:stretch>
        </p:blipFill>
        <p:spPr>
          <a:xfrm>
            <a:off x="1271588" y="2133600"/>
            <a:ext cx="8820150" cy="3521075"/>
          </a:xfrm>
          <a:prstGeom prst="rect">
            <a:avLst/>
          </a:prstGeom>
          <a:noFill/>
          <a:ln w="9525">
            <a:noFill/>
          </a:ln>
        </p:spPr>
      </p:pic>
      <p:sp>
        <p:nvSpPr>
          <p:cNvPr id="4" name="文本框 3"/>
          <p:cNvSpPr txBox="1"/>
          <p:nvPr/>
        </p:nvSpPr>
        <p:spPr>
          <a:xfrm>
            <a:off x="3556000" y="6115050"/>
            <a:ext cx="5080000" cy="398463"/>
          </a:xfrm>
          <a:prstGeom prst="rect">
            <a:avLst/>
          </a:prstGeom>
          <a:noFill/>
          <a:ln w="9525">
            <a:noFill/>
          </a:ln>
        </p:spPr>
        <p:txBody>
          <a:bodyPr>
            <a:spAutoFit/>
          </a:bodyPr>
          <a:lstStyle/>
          <a:p>
            <a:pPr marR="0" indent="269875" defTabSz="914400">
              <a:buClrTx/>
              <a:buSzTx/>
              <a:buFontTx/>
              <a:buNone/>
              <a:defRPr/>
            </a:pPr>
            <a:r>
              <a:rPr kumimoji="0" lang="zh-CN" sz="2000" kern="1200" cap="none" spc="0" normalizeH="0" baseline="0" noProof="0" dirty="0">
                <a:solidFill>
                  <a:srgbClr val="FF0000"/>
                </a:solidFill>
                <a:latin typeface="+mn-ea"/>
                <a:ea typeface="+mn-ea"/>
                <a:cs typeface="+mn-ea"/>
              </a:rPr>
              <a:t>图5-18  链表地址法的散列表索引</a:t>
            </a:r>
            <a:endParaRPr kumimoji="0" lang="zh-CN" altLang="en-US" sz="2000" kern="1200" cap="none" spc="0" normalizeH="0" baseline="0" noProof="0" dirty="0">
              <a:solidFill>
                <a:srgbClr val="FF0000"/>
              </a:solidFill>
              <a:latin typeface="+mn-ea"/>
              <a:ea typeface="+mn-ea"/>
              <a:cs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 name="矩形 100"/>
          <p:cNvSpPr/>
          <p:nvPr/>
        </p:nvSpPr>
        <p:spPr>
          <a:xfrm>
            <a:off x="192088" y="333375"/>
            <a:ext cx="11722100" cy="2297113"/>
          </a:xfrm>
          <a:prstGeom prst="rect">
            <a:avLst/>
          </a:prstGeom>
          <a:noFill/>
          <a:ln w="9525">
            <a:noFill/>
          </a:ln>
        </p:spPr>
        <p:txBody>
          <a:bodyPr lIns="123885" tIns="61943" rIns="123885" bIns="61943">
            <a:spAutoFit/>
          </a:bodyPr>
          <a:p>
            <a:pPr algn="just" defTabSz="967105" eaLnBrk="1" hangingPunct="1">
              <a:lnSpc>
                <a:spcPts val="4240"/>
              </a:lnSpc>
              <a:buClr>
                <a:srgbClr val="FF0000"/>
              </a:buClr>
            </a:pPr>
            <a:r>
              <a:rPr lang="zh-CN" altLang="zh-CN" sz="2800" dirty="0">
                <a:solidFill>
                  <a:srgbClr val="FF0000"/>
                </a:solidFill>
                <a:latin typeface="黑体" panose="02010609060101010101" pitchFamily="49" charset="-122"/>
                <a:sym typeface="+mn-ea"/>
              </a:rPr>
              <a:t>例</a:t>
            </a:r>
            <a:r>
              <a:rPr lang="en-US" altLang="zh-CN" sz="2800" dirty="0">
                <a:solidFill>
                  <a:srgbClr val="FF0000"/>
                </a:solidFill>
                <a:latin typeface="黑体" panose="02010609060101010101" pitchFamily="49" charset="-122"/>
                <a:sym typeface="+mn-ea"/>
              </a:rPr>
              <a:t> </a:t>
            </a:r>
            <a:r>
              <a:rPr lang="zh-CN" altLang="zh-CN" sz="2800" dirty="0">
                <a:latin typeface="黑体" panose="02010609060101010101" pitchFamily="49" charset="-122"/>
                <a:sym typeface="+mn-ea"/>
              </a:rPr>
              <a:t>在图</a:t>
            </a:r>
            <a:r>
              <a:rPr lang="en-US" altLang="zh-CN" sz="2800" dirty="0">
                <a:latin typeface="黑体" panose="02010609060101010101" pitchFamily="49" charset="-122"/>
                <a:sym typeface="+mn-ea"/>
              </a:rPr>
              <a:t>5-18</a:t>
            </a:r>
            <a:r>
              <a:rPr lang="zh-CN" altLang="zh-CN" sz="2800" dirty="0">
                <a:latin typeface="黑体" panose="02010609060101010101" pitchFamily="49" charset="-122"/>
                <a:sym typeface="+mn-ea"/>
              </a:rPr>
              <a:t>散列表索引的关系表中，当插入键值key=37的数据记录时，其插入记录键值的散列值F（37）=2。该值对应的桶单元为空，则将新记录的索引数据（37，记录指针，∧）放入一个新链表结点中。插入该记录后散列表见图</a:t>
            </a:r>
            <a:r>
              <a:rPr lang="en-US" altLang="zh-CN" sz="2800" dirty="0">
                <a:latin typeface="黑体" panose="02010609060101010101" pitchFamily="49" charset="-122"/>
                <a:sym typeface="+mn-ea"/>
              </a:rPr>
              <a:t>5-19</a:t>
            </a:r>
            <a:r>
              <a:rPr lang="zh-CN" altLang="en-US" sz="2800" dirty="0">
                <a:latin typeface="黑体" panose="02010609060101010101" pitchFamily="49" charset="-122"/>
                <a:sym typeface="+mn-ea"/>
              </a:rPr>
              <a:t>所示</a:t>
            </a:r>
            <a:r>
              <a:rPr lang="zh-CN" altLang="zh-CN" sz="2800" dirty="0">
                <a:latin typeface="黑体" panose="02010609060101010101" pitchFamily="49" charset="-122"/>
                <a:sym typeface="+mn-ea"/>
              </a:rPr>
              <a:t>。</a:t>
            </a:r>
            <a:endParaRPr lang="zh-CN" altLang="zh-CN" sz="2800" dirty="0">
              <a:latin typeface="黑体" panose="02010609060101010101" pitchFamily="49" charset="-122"/>
              <a:sym typeface="+mn-ea"/>
            </a:endParaRPr>
          </a:p>
        </p:txBody>
      </p:sp>
      <p:pic>
        <p:nvPicPr>
          <p:cNvPr id="3" name="图片 2"/>
          <p:cNvPicPr>
            <a:picLocks noChangeAspect="1"/>
          </p:cNvPicPr>
          <p:nvPr/>
        </p:nvPicPr>
        <p:blipFill>
          <a:blip r:embed="rId1"/>
          <a:stretch>
            <a:fillRect/>
          </a:stretch>
        </p:blipFill>
        <p:spPr>
          <a:xfrm>
            <a:off x="1558925" y="2708275"/>
            <a:ext cx="8826500" cy="3514725"/>
          </a:xfrm>
          <a:prstGeom prst="rect">
            <a:avLst/>
          </a:prstGeom>
          <a:noFill/>
          <a:ln w="9525">
            <a:noFill/>
          </a:ln>
        </p:spPr>
      </p:pic>
      <p:sp>
        <p:nvSpPr>
          <p:cNvPr id="4" name="文本框 3"/>
          <p:cNvSpPr txBox="1"/>
          <p:nvPr/>
        </p:nvSpPr>
        <p:spPr>
          <a:xfrm>
            <a:off x="3556000" y="6273800"/>
            <a:ext cx="5080000" cy="400050"/>
          </a:xfrm>
          <a:prstGeom prst="rect">
            <a:avLst/>
          </a:prstGeom>
          <a:noFill/>
          <a:ln w="9525">
            <a:noFill/>
          </a:ln>
        </p:spPr>
        <p:txBody>
          <a:bodyPr>
            <a:spAutoFit/>
          </a:bodyPr>
          <a:lstStyle/>
          <a:p>
            <a:pPr marR="0" indent="269875" defTabSz="914400">
              <a:buClrTx/>
              <a:buSzTx/>
              <a:buFontTx/>
              <a:buNone/>
              <a:defRPr/>
            </a:pPr>
            <a:r>
              <a:rPr kumimoji="0" lang="zh-CN" sz="2000" kern="1200" cap="none" spc="0" normalizeH="0" baseline="0" noProof="0" dirty="0">
                <a:solidFill>
                  <a:srgbClr val="FF0000"/>
                </a:solidFill>
                <a:latin typeface="+mn-ea"/>
                <a:ea typeface="+mn-ea"/>
                <a:cs typeface="+mn-ea"/>
              </a:rPr>
              <a:t>图5-1</a:t>
            </a:r>
            <a:r>
              <a:rPr kumimoji="0" lang="en-US" altLang="zh-CN" sz="2000" kern="1200" cap="none" spc="0" normalizeH="0" baseline="0" noProof="0" dirty="0">
                <a:solidFill>
                  <a:srgbClr val="FF0000"/>
                </a:solidFill>
                <a:latin typeface="+mn-ea"/>
                <a:ea typeface="+mn-ea"/>
                <a:cs typeface="+mn-ea"/>
              </a:rPr>
              <a:t>9</a:t>
            </a:r>
            <a:r>
              <a:rPr kumimoji="0" lang="zh-CN" sz="2000" kern="1200" cap="none" spc="0" normalizeH="0" baseline="0" noProof="0" dirty="0">
                <a:solidFill>
                  <a:srgbClr val="FF0000"/>
                </a:solidFill>
                <a:latin typeface="+mn-ea"/>
                <a:ea typeface="+mn-ea"/>
                <a:cs typeface="+mn-ea"/>
              </a:rPr>
              <a:t>  插入记录后的散列表</a:t>
            </a:r>
            <a:endParaRPr kumimoji="0" lang="zh-CN" altLang="en-US" sz="2000" kern="1200" cap="none" spc="0" normalizeH="0" baseline="0" noProof="0" dirty="0">
              <a:solidFill>
                <a:srgbClr val="FF0000"/>
              </a:solidFill>
              <a:latin typeface="+mn-ea"/>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1" grpId="1"/>
      <p:bldP spid="4" grpId="0"/>
      <p:bldP spid="4"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 name="矩形 100"/>
          <p:cNvSpPr/>
          <p:nvPr/>
        </p:nvSpPr>
        <p:spPr>
          <a:xfrm>
            <a:off x="192088" y="333375"/>
            <a:ext cx="11722100" cy="2841625"/>
          </a:xfrm>
          <a:prstGeom prst="rect">
            <a:avLst/>
          </a:prstGeom>
          <a:noFill/>
          <a:ln w="9525">
            <a:noFill/>
          </a:ln>
        </p:spPr>
        <p:txBody>
          <a:bodyPr lIns="123885" tIns="61943" rIns="123885" bIns="61943">
            <a:spAutoFit/>
          </a:bodyPr>
          <a:p>
            <a:pPr algn="just" defTabSz="967105" eaLnBrk="1" hangingPunct="1">
              <a:lnSpc>
                <a:spcPts val="4240"/>
              </a:lnSpc>
              <a:buClr>
                <a:srgbClr val="FF0000"/>
              </a:buClr>
            </a:pPr>
            <a:r>
              <a:rPr lang="zh-CN" altLang="zh-CN" sz="2800" dirty="0">
                <a:solidFill>
                  <a:srgbClr val="FF0000"/>
                </a:solidFill>
                <a:latin typeface="黑体" panose="02010609060101010101" pitchFamily="49" charset="-122"/>
                <a:sym typeface="+mn-ea"/>
              </a:rPr>
              <a:t>例</a:t>
            </a:r>
            <a:r>
              <a:rPr lang="en-US" altLang="zh-CN" sz="2800" dirty="0">
                <a:solidFill>
                  <a:srgbClr val="FF0000"/>
                </a:solidFill>
                <a:latin typeface="黑体" panose="02010609060101010101" pitchFamily="49" charset="-122"/>
                <a:sym typeface="+mn-ea"/>
              </a:rPr>
              <a:t> </a:t>
            </a:r>
            <a:r>
              <a:rPr lang="zh-CN" altLang="zh-CN" sz="2800" dirty="0">
                <a:latin typeface="黑体" panose="02010609060101010101" pitchFamily="49" charset="-122"/>
                <a:sym typeface="+mn-ea"/>
              </a:rPr>
              <a:t>在使用图5-</a:t>
            </a:r>
            <a:r>
              <a:rPr lang="en-US" altLang="zh-CN" sz="2800" dirty="0">
                <a:latin typeface="黑体" panose="02010609060101010101" pitchFamily="49" charset="-122"/>
                <a:sym typeface="+mn-ea"/>
              </a:rPr>
              <a:t>19</a:t>
            </a:r>
            <a:r>
              <a:rPr lang="zh-CN" altLang="zh-CN" sz="2800" dirty="0">
                <a:latin typeface="黑体" panose="02010609060101010101" pitchFamily="49" charset="-122"/>
                <a:sym typeface="+mn-ea"/>
              </a:rPr>
              <a:t>散列表索引的关系表中，当删除键值key=22的数据记录时，同步计算该删除记录的键值散列值F（22）=1。在散列表偏移值为1的桶单元中获取链表指针，通过该指针找到含有键值22的结点，删除该结点，并该结点的后继结点指针放入该桶单元。删除该记录后，散列表索引结构如图5-20所示。</a:t>
            </a:r>
            <a:endParaRPr lang="zh-CN" altLang="zh-CN" sz="2800" dirty="0">
              <a:latin typeface="黑体" panose="02010609060101010101" pitchFamily="49" charset="-122"/>
              <a:sym typeface="+mn-ea"/>
            </a:endParaRPr>
          </a:p>
        </p:txBody>
      </p:sp>
      <p:pic>
        <p:nvPicPr>
          <p:cNvPr id="2" name="图片 1"/>
          <p:cNvPicPr>
            <a:picLocks noChangeAspect="1"/>
          </p:cNvPicPr>
          <p:nvPr/>
        </p:nvPicPr>
        <p:blipFill>
          <a:blip r:embed="rId1"/>
          <a:stretch>
            <a:fillRect/>
          </a:stretch>
        </p:blipFill>
        <p:spPr>
          <a:xfrm>
            <a:off x="1682750" y="3178175"/>
            <a:ext cx="8826500" cy="3514725"/>
          </a:xfrm>
          <a:prstGeom prst="rect">
            <a:avLst/>
          </a:prstGeom>
          <a:noFill/>
          <a:ln w="9525">
            <a:noFill/>
          </a:ln>
        </p:spPr>
      </p:pic>
      <p:sp>
        <p:nvSpPr>
          <p:cNvPr id="4" name="文本框 3"/>
          <p:cNvSpPr txBox="1"/>
          <p:nvPr>
            <p:custDataLst>
              <p:tags r:id="rId2"/>
            </p:custDataLst>
          </p:nvPr>
        </p:nvSpPr>
        <p:spPr>
          <a:xfrm>
            <a:off x="5278438" y="6473825"/>
            <a:ext cx="5080000" cy="398463"/>
          </a:xfrm>
          <a:prstGeom prst="rect">
            <a:avLst/>
          </a:prstGeom>
          <a:noFill/>
          <a:ln w="9525">
            <a:noFill/>
          </a:ln>
        </p:spPr>
        <p:txBody>
          <a:bodyPr>
            <a:spAutoFit/>
          </a:bodyPr>
          <a:lstStyle/>
          <a:p>
            <a:pPr marR="0" indent="269875" defTabSz="914400">
              <a:buClrTx/>
              <a:buSzTx/>
              <a:buFontTx/>
              <a:buNone/>
              <a:defRPr/>
            </a:pPr>
            <a:r>
              <a:rPr kumimoji="0" lang="zh-CN" sz="2000" kern="1200" cap="none" spc="0" normalizeH="0" baseline="0" noProof="0" dirty="0">
                <a:solidFill>
                  <a:srgbClr val="FF0000"/>
                </a:solidFill>
                <a:latin typeface="+mn-ea"/>
                <a:ea typeface="+mn-ea"/>
                <a:cs typeface="+mn-ea"/>
              </a:rPr>
              <a:t>图5-</a:t>
            </a:r>
            <a:r>
              <a:rPr kumimoji="0" lang="en-US" sz="2000" kern="1200" cap="none" spc="0" normalizeH="0" baseline="0" noProof="0" dirty="0">
                <a:solidFill>
                  <a:srgbClr val="FF0000"/>
                </a:solidFill>
                <a:latin typeface="+mn-ea"/>
                <a:ea typeface="+mn-ea"/>
                <a:cs typeface="+mn-ea"/>
              </a:rPr>
              <a:t>20</a:t>
            </a:r>
            <a:r>
              <a:rPr kumimoji="0" lang="zh-CN" sz="2000" kern="1200" cap="none" spc="0" normalizeH="0" baseline="0" noProof="0" dirty="0">
                <a:solidFill>
                  <a:srgbClr val="FF0000"/>
                </a:solidFill>
                <a:latin typeface="+mn-ea"/>
                <a:ea typeface="+mn-ea"/>
                <a:cs typeface="+mn-ea"/>
              </a:rPr>
              <a:t>  删除记录后的散列表</a:t>
            </a:r>
            <a:endParaRPr kumimoji="0" lang="zh-CN" altLang="en-US" sz="2000" kern="1200" cap="none" spc="0" normalizeH="0" baseline="0" noProof="0" dirty="0">
              <a:solidFill>
                <a:srgbClr val="FF0000"/>
              </a:solidFill>
              <a:latin typeface="+mn-ea"/>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4" grpId="0"/>
      <p:bldP spid="4" grpId="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commondata" val="eyJoZGlkIjoiOThhMGNlYjM2NDI3M2Y3ZjdjNmFiMTAwZmE0NDcwMTQifQ=="/>
</p:tagLst>
</file>

<file path=ppt/theme/theme1.xml><?xml version="1.0" encoding="utf-8"?>
<a:theme xmlns:a="http://schemas.openxmlformats.org/drawingml/2006/main" name="5_색종이 상자_2">
  <a:themeElements>
    <a:clrScheme name="4_색종이 상자_2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2400" b="0"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2400" b="0"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lnDef>
  </a:objectDefaults>
  <a:extraClrSchemeLst>
    <a:extraClrScheme>
      <a:clrScheme name="4_색종이 상자_2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4_색종이 상자_2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4_색종이 상자_2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4_색종이 상자_2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4_색종이 상자_2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4_색종이 상자_2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4_색종이 상자_2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4_색종이 상자_2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색종이 상자">
  <a:themeElements>
    <a:clrScheme name="5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5_색종이 상자">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2400" b="0"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outerShdw dist="53882" dir="13500000" algn="ctr" rotWithShape="0">
            <a:schemeClr val="bg2">
              <a:alpha val="50000"/>
            </a:schemeClr>
          </a:outerShdw>
        </a:effectLst>
      </a:spPr>
      <a:bodyPr vert="horz" wrap="none" lIns="91440" tIns="45720" rIns="91440" bIns="45720" numCol="1" anchor="ctr" anchorCtr="0" compatLnSpc="1"/>
      <a:lstStyle>
        <a:defPPr marL="0" marR="0" indent="0" algn="ctr" defTabSz="914400" rtl="0" eaLnBrk="1" fontAlgn="base" latinLnBrk="1" hangingPunct="1">
          <a:lnSpc>
            <a:spcPct val="80000"/>
          </a:lnSpc>
          <a:spcBef>
            <a:spcPct val="50000"/>
          </a:spcBef>
          <a:spcAft>
            <a:spcPct val="0"/>
          </a:spcAft>
          <a:buClr>
            <a:srgbClr val="FF0000"/>
          </a:buClr>
          <a:buSzTx/>
          <a:buFont typeface="Wingdings" panose="05000000000000000000" pitchFamily="2" charset="2"/>
          <a:buNone/>
          <a:defRPr kumimoji="0" lang="ko-KR" sz="2400" b="0"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lnDef>
  </a:objectDefaults>
  <a:extraClrSchemeLst>
    <a:extraClrScheme>
      <a:clrScheme name="5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5_색종이 상자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5_색종이 상자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5_색종이 상자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5_색종이 상자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5_색종이 상자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5_색종이 상자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5_색종이 상자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2140</Words>
  <Application>WPS 演示</Application>
  <PresentationFormat/>
  <Paragraphs>149</Paragraphs>
  <Slides>26</Slides>
  <Notes>40</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8</vt:i4>
      </vt:variant>
      <vt:variant>
        <vt:lpstr>幻灯片标题</vt:lpstr>
      </vt:variant>
      <vt:variant>
        <vt:i4>26</vt:i4>
      </vt:variant>
    </vt:vector>
  </HeadingPairs>
  <TitlesOfParts>
    <vt:vector size="51" baseType="lpstr">
      <vt:lpstr>Arial</vt:lpstr>
      <vt:lpstr>宋体</vt:lpstr>
      <vt:lpstr>Wingdings</vt:lpstr>
      <vt:lpstr>黑体</vt:lpstr>
      <vt:lpstr>Calibri</vt:lpstr>
      <vt:lpstr>Malgun Gothic</vt:lpstr>
      <vt:lpstr>Cambria</vt:lpstr>
      <vt:lpstr>Gulim</vt:lpstr>
      <vt:lpstr>Tahoma</vt:lpstr>
      <vt:lpstr>隶书</vt:lpstr>
      <vt:lpstr>Times New Roman</vt:lpstr>
      <vt:lpstr>+mn-ea</vt:lpstr>
      <vt:lpstr>Segoe Print</vt:lpstr>
      <vt:lpstr>微软雅黑</vt:lpstr>
      <vt:lpstr>Arial Unicode MS</vt:lpstr>
      <vt:lpstr>5_색종이 상자_2</vt:lpstr>
      <vt:lpstr>5_색종이 상자</vt:lpstr>
      <vt:lpstr>Paint.Picture</vt:lpstr>
      <vt:lpstr>Visio.Drawing.15</vt:lpstr>
      <vt:lpstr>Visio.Drawing.15</vt:lpstr>
      <vt:lpstr>Visio.Drawing.15</vt:lpstr>
      <vt:lpstr>Visio.Drawing.15</vt:lpstr>
      <vt:lpstr>Visio.Drawing.15</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頂勲爤鞝犿厡鞚挫厴</dc:title>
  <dc:creator>kmac</dc:creator>
  <cp:lastModifiedBy>星光闪闪</cp:lastModifiedBy>
  <cp:revision>3048</cp:revision>
  <dcterms:created xsi:type="dcterms:W3CDTF">2001-08-06T11:10:24Z</dcterms:created>
  <dcterms:modified xsi:type="dcterms:W3CDTF">2024-04-22T16:20:47Z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F80FE3C945E14D36B29944AF8A3E0A6C_13</vt:lpwstr>
  </property>
</Properties>
</file>