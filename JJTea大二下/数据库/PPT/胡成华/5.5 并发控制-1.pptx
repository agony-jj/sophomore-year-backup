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20"/>
  </p:handoutMasterIdLst>
  <p:sldIdLst>
    <p:sldId id="2157" r:id="rId4"/>
    <p:sldId id="2156" r:id="rId5"/>
    <p:sldId id="2158" r:id="rId6"/>
    <p:sldId id="2159" r:id="rId8"/>
    <p:sldId id="2160" r:id="rId9"/>
    <p:sldId id="2161" r:id="rId10"/>
    <p:sldId id="2162" r:id="rId11"/>
    <p:sldId id="2163" r:id="rId12"/>
    <p:sldId id="2164" r:id="rId13"/>
    <p:sldId id="2165" r:id="rId14"/>
    <p:sldId id="2166" r:id="rId15"/>
    <p:sldId id="2167" r:id="rId16"/>
    <p:sldId id="2168" r:id="rId17"/>
    <p:sldId id="2169" r:id="rId18"/>
    <p:sldId id="2189" r:id="rId19"/>
  </p:sldIdLst>
  <p:sldSz cx="12192000" cy="6858000"/>
  <p:notesSz cx="6669405" cy="9928225"/>
  <p:custDataLst>
    <p:tags r:id="rId24"/>
  </p:custDataLst>
  <p:defaultTextStyle>
    <a:defPPr>
      <a:defRPr lang="ko-KR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3" pos="219" userDrawn="1">
          <p15:clr>
            <a:srgbClr val="A4A3A4"/>
          </p15:clr>
        </p15:guide>
        <p15:guide id="4" pos="7461" userDrawn="1">
          <p15:clr>
            <a:srgbClr val="A4A3A4"/>
          </p15:clr>
        </p15:guide>
        <p15:guide id="5" pos="3838" userDrawn="1">
          <p15:clr>
            <a:srgbClr val="A4A3A4"/>
          </p15:clr>
        </p15:guide>
        <p15:guide id="6" pos="13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66FFFF"/>
    <a:srgbClr val="41D5E5"/>
    <a:srgbClr val="FF9900"/>
    <a:srgbClr val="FFFFCC"/>
    <a:srgbClr val="00FFFF"/>
    <a:srgbClr val="CC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029"/>
    <p:restoredTop sz="92803"/>
  </p:normalViewPr>
  <p:slideViewPr>
    <p:cSldViewPr snapToObjects="1" showGuides="1">
      <p:cViewPr varScale="1">
        <p:scale>
          <a:sx n="75" d="100"/>
          <a:sy n="75" d="100"/>
        </p:scale>
        <p:origin x="-432" y="-64"/>
      </p:cViewPr>
      <p:guideLst>
        <p:guide orient="horz" pos="3884"/>
        <p:guide orient="horz" pos="1071"/>
        <p:guide pos="219"/>
        <p:guide pos="7461"/>
        <p:guide pos="3838"/>
        <p:guide pos="13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fld id="{BF1D1ECA-A0C0-40E8-8AAA-C48CD15B1D7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fld id="{9A0DB2DC-4C9A-4742-B13C-FB6460FD3503}" type="slidenum">
              <a:rPr lang="zh-CN" altLang="en-US" sz="1200" strike="noStrike" noProof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sldImg"/>
          </p:nvPr>
        </p:nvSpPr>
        <p:spPr>
          <a:xfrm>
            <a:off x="33338" y="746125"/>
            <a:ext cx="6610350" cy="371951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4875"/>
            <a:ext cx="4887913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p>
            <a:pPr lvl="0" algn="r" defTabSz="946150" eaLnBrk="1" fontAlgn="base" latinLnBrk="1" hangingPunct="1">
              <a:spcBef>
                <a:spcPct val="50000"/>
              </a:spcBef>
            </a:pPr>
            <a:fld id="{9A0DB2DC-4C9A-4742-B13C-FB6460FD3503}" type="slidenum">
              <a:rPr lang="en-US" altLang="zh-CN" sz="1300" strike="noStrike" noProof="1" dirty="0">
                <a:latin typeface="Tahoma" panose="020B0604030504040204" pitchFamily="34" charset="0"/>
                <a:ea typeface="Gulim" pitchFamily="34" charset="-127"/>
                <a:cs typeface="+mn-cs"/>
              </a:rPr>
            </a:fld>
            <a:endParaRPr lang="en-US" altLang="zh-CN" sz="1300" strike="noStrike" noProof="1" dirty="0">
              <a:latin typeface="Tahoma" panose="020B0604030504040204" pitchFamily="34" charset="0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3315" name="Rectangle 3"/>
          <p:cNvSpPr>
            <a:spLocks noGrp="1"/>
          </p:cNvSpPr>
          <p:nvPr>
            <p:ph type="body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6"/>
            <a:ext cx="1036416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1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553085" indent="0" algn="ctr">
              <a:buNone/>
              <a:defRPr/>
            </a:lvl2pPr>
            <a:lvl3pPr marL="1106170" indent="0" algn="ctr">
              <a:buNone/>
              <a:defRPr/>
            </a:lvl3pPr>
            <a:lvl4pPr marL="1658620" indent="0" algn="ctr">
              <a:buNone/>
              <a:defRPr/>
            </a:lvl4pPr>
            <a:lvl5pPr marL="2211705" indent="0" algn="ctr">
              <a:buNone/>
              <a:defRPr/>
            </a:lvl5pPr>
            <a:lvl6pPr marL="2764790" indent="0" algn="ctr">
              <a:buNone/>
              <a:defRPr/>
            </a:lvl6pPr>
            <a:lvl7pPr marL="3317875" indent="0" algn="ctr">
              <a:buNone/>
              <a:defRPr/>
            </a:lvl7pPr>
            <a:lvl8pPr marL="3870325" indent="0" algn="ctr">
              <a:buNone/>
              <a:defRPr/>
            </a:lvl8pPr>
            <a:lvl9pPr marL="442341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0" y="4406901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4840" b="1" cap="all"/>
            </a:lvl1pPr>
          </a:lstStyle>
          <a:p>
            <a:pPr fontAlgn="base"/>
            <a:r>
              <a:rPr lang="zh-CN" altLang="en-US" sz="484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0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20"/>
            </a:lvl1pPr>
            <a:lvl2pPr marL="553085" indent="0">
              <a:buNone/>
              <a:defRPr sz="2175"/>
            </a:lvl2pPr>
            <a:lvl3pPr marL="1106170" indent="0">
              <a:buNone/>
              <a:defRPr sz="1935"/>
            </a:lvl3pPr>
            <a:lvl4pPr marL="1658620" indent="0">
              <a:buNone/>
              <a:defRPr sz="1695"/>
            </a:lvl4pPr>
            <a:lvl5pPr marL="2211705" indent="0">
              <a:buNone/>
              <a:defRPr sz="1695"/>
            </a:lvl5pPr>
            <a:lvl6pPr marL="2764790" indent="0">
              <a:buNone/>
              <a:defRPr sz="1695"/>
            </a:lvl6pPr>
            <a:lvl7pPr marL="3317875" indent="0">
              <a:buNone/>
              <a:defRPr sz="1695"/>
            </a:lvl7pPr>
            <a:lvl8pPr marL="3870325" indent="0">
              <a:buNone/>
              <a:defRPr sz="1695"/>
            </a:lvl8pPr>
            <a:lvl9pPr marL="4423410" indent="0">
              <a:buNone/>
              <a:defRPr sz="1695"/>
            </a:lvl9pPr>
          </a:lstStyle>
          <a:p>
            <a:pPr lvl="0" fontAlgn="base"/>
            <a:r>
              <a:rPr lang="zh-CN" altLang="en-US" sz="242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0" y="1600201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 fontAlgn="base"/>
            <a:r>
              <a:rPr lang="zh-CN" altLang="en-US" sz="338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4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21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21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1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 fontAlgn="base"/>
            <a:r>
              <a:rPr lang="zh-CN" altLang="en-US" sz="338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4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21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2175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0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0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2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7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93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93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0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0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2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7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93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935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pPr fontAlgn="base"/>
            <a:r>
              <a:rPr lang="zh-CN" altLang="en-US" sz="24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1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3870"/>
            </a:lvl1pPr>
            <a:lvl2pPr>
              <a:defRPr sz="3385"/>
            </a:lvl2pPr>
            <a:lvl3pPr>
              <a:defRPr sz="2905"/>
            </a:lvl3pPr>
            <a:lvl4pPr>
              <a:defRPr sz="2420"/>
            </a:lvl4pPr>
            <a:lvl5pPr>
              <a:defRPr sz="2420"/>
            </a:lvl5pPr>
            <a:lvl6pPr>
              <a:defRPr sz="2420"/>
            </a:lvl6pPr>
            <a:lvl7pPr>
              <a:defRPr sz="2420"/>
            </a:lvl7pPr>
            <a:lvl8pPr>
              <a:defRPr sz="2420"/>
            </a:lvl8pPr>
            <a:lvl9pPr>
              <a:defRPr sz="2420"/>
            </a:lvl9pPr>
          </a:lstStyle>
          <a:p>
            <a:pPr lvl="0" fontAlgn="base"/>
            <a:r>
              <a:rPr lang="zh-CN" altLang="en-US" sz="387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33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90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242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24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0" y="1435101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 fontAlgn="base"/>
            <a:r>
              <a:rPr lang="zh-CN" altLang="en-US" sz="169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pPr fontAlgn="base"/>
            <a:r>
              <a:rPr lang="zh-CN" altLang="en-US" sz="24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70"/>
            </a:lvl1pPr>
            <a:lvl2pPr marL="553085" indent="0">
              <a:buNone/>
              <a:defRPr sz="3385"/>
            </a:lvl2pPr>
            <a:lvl3pPr marL="1106170" indent="0">
              <a:buNone/>
              <a:defRPr sz="2905"/>
            </a:lvl3pPr>
            <a:lvl4pPr marL="1658620" indent="0">
              <a:buNone/>
              <a:defRPr sz="2420"/>
            </a:lvl4pPr>
            <a:lvl5pPr marL="2211705" indent="0">
              <a:buNone/>
              <a:defRPr sz="2420"/>
            </a:lvl5pPr>
            <a:lvl6pPr marL="2764790" indent="0">
              <a:buNone/>
              <a:defRPr sz="2420"/>
            </a:lvl6pPr>
            <a:lvl7pPr marL="3317875" indent="0">
              <a:buNone/>
              <a:defRPr sz="2420"/>
            </a:lvl7pPr>
            <a:lvl8pPr marL="3870325" indent="0">
              <a:buNone/>
              <a:defRPr sz="2420"/>
            </a:lvl8pPr>
            <a:lvl9pPr marL="4423410" indent="0">
              <a:buNone/>
              <a:defRPr sz="242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87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 fontAlgn="base"/>
            <a:r>
              <a:rPr lang="zh-CN" altLang="en-US" sz="169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39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274639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6"/>
            <a:ext cx="1036416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1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553085" indent="0" algn="ctr">
              <a:buNone/>
              <a:defRPr/>
            </a:lvl2pPr>
            <a:lvl3pPr marL="1106170" indent="0" algn="ctr">
              <a:buNone/>
              <a:defRPr/>
            </a:lvl3pPr>
            <a:lvl4pPr marL="1658620" indent="0" algn="ctr">
              <a:buNone/>
              <a:defRPr/>
            </a:lvl4pPr>
            <a:lvl5pPr marL="2211705" indent="0" algn="ctr">
              <a:buNone/>
              <a:defRPr/>
            </a:lvl5pPr>
            <a:lvl6pPr marL="2764790" indent="0" algn="ctr">
              <a:buNone/>
              <a:defRPr/>
            </a:lvl6pPr>
            <a:lvl7pPr marL="3317875" indent="0" algn="ctr">
              <a:buNone/>
              <a:defRPr/>
            </a:lvl7pPr>
            <a:lvl8pPr marL="3870325" indent="0" algn="ctr">
              <a:buNone/>
              <a:defRPr/>
            </a:lvl8pPr>
            <a:lvl9pPr marL="442341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0" y="4406901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4840" b="1" cap="all"/>
            </a:lvl1pPr>
          </a:lstStyle>
          <a:p>
            <a:pPr fontAlgn="base"/>
            <a:r>
              <a:rPr lang="zh-CN" altLang="en-US" sz="484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0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20"/>
            </a:lvl1pPr>
            <a:lvl2pPr marL="553085" indent="0">
              <a:buNone/>
              <a:defRPr sz="2175"/>
            </a:lvl2pPr>
            <a:lvl3pPr marL="1106170" indent="0">
              <a:buNone/>
              <a:defRPr sz="1935"/>
            </a:lvl3pPr>
            <a:lvl4pPr marL="1658620" indent="0">
              <a:buNone/>
              <a:defRPr sz="1695"/>
            </a:lvl4pPr>
            <a:lvl5pPr marL="2211705" indent="0">
              <a:buNone/>
              <a:defRPr sz="1695"/>
            </a:lvl5pPr>
            <a:lvl6pPr marL="2764790" indent="0">
              <a:buNone/>
              <a:defRPr sz="1695"/>
            </a:lvl6pPr>
            <a:lvl7pPr marL="3317875" indent="0">
              <a:buNone/>
              <a:defRPr sz="1695"/>
            </a:lvl7pPr>
            <a:lvl8pPr marL="3870325" indent="0">
              <a:buNone/>
              <a:defRPr sz="1695"/>
            </a:lvl8pPr>
            <a:lvl9pPr marL="4423410" indent="0">
              <a:buNone/>
              <a:defRPr sz="1695"/>
            </a:lvl9pPr>
          </a:lstStyle>
          <a:p>
            <a:pPr lvl="0" fontAlgn="base"/>
            <a:r>
              <a:rPr lang="zh-CN" altLang="en-US" sz="242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0" y="1600201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 fontAlgn="base"/>
            <a:r>
              <a:rPr lang="zh-CN" altLang="en-US" sz="338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4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21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21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1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 fontAlgn="base"/>
            <a:r>
              <a:rPr lang="zh-CN" altLang="en-US" sz="338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9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42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21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2175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0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0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2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7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93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93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0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0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 fontAlgn="base"/>
            <a:r>
              <a:rPr lang="zh-CN" altLang="en-US" sz="290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2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7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93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935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pPr fontAlgn="base"/>
            <a:r>
              <a:rPr lang="zh-CN" altLang="en-US" sz="24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1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3870"/>
            </a:lvl1pPr>
            <a:lvl2pPr>
              <a:defRPr sz="3385"/>
            </a:lvl2pPr>
            <a:lvl3pPr>
              <a:defRPr sz="2905"/>
            </a:lvl3pPr>
            <a:lvl4pPr>
              <a:defRPr sz="2420"/>
            </a:lvl4pPr>
            <a:lvl5pPr>
              <a:defRPr sz="2420"/>
            </a:lvl5pPr>
            <a:lvl6pPr>
              <a:defRPr sz="2420"/>
            </a:lvl6pPr>
            <a:lvl7pPr>
              <a:defRPr sz="2420"/>
            </a:lvl7pPr>
            <a:lvl8pPr>
              <a:defRPr sz="2420"/>
            </a:lvl8pPr>
            <a:lvl9pPr>
              <a:defRPr sz="2420"/>
            </a:lvl9pPr>
          </a:lstStyle>
          <a:p>
            <a:pPr lvl="0" fontAlgn="base"/>
            <a:r>
              <a:rPr lang="zh-CN" altLang="en-US" sz="387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33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90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242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24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0" y="1435101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 fontAlgn="base"/>
            <a:r>
              <a:rPr lang="zh-CN" altLang="en-US" sz="169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pPr fontAlgn="base"/>
            <a:r>
              <a:rPr lang="zh-CN" altLang="en-US" sz="242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70"/>
            </a:lvl1pPr>
            <a:lvl2pPr marL="553085" indent="0">
              <a:buNone/>
              <a:defRPr sz="3385"/>
            </a:lvl2pPr>
            <a:lvl3pPr marL="1106170" indent="0">
              <a:buNone/>
              <a:defRPr sz="2905"/>
            </a:lvl3pPr>
            <a:lvl4pPr marL="1658620" indent="0">
              <a:buNone/>
              <a:defRPr sz="2420"/>
            </a:lvl4pPr>
            <a:lvl5pPr marL="2211705" indent="0">
              <a:buNone/>
              <a:defRPr sz="2420"/>
            </a:lvl5pPr>
            <a:lvl6pPr marL="2764790" indent="0">
              <a:buNone/>
              <a:defRPr sz="2420"/>
            </a:lvl6pPr>
            <a:lvl7pPr marL="3317875" indent="0">
              <a:buNone/>
              <a:defRPr sz="2420"/>
            </a:lvl7pPr>
            <a:lvl8pPr marL="3870325" indent="0">
              <a:buNone/>
              <a:defRPr sz="2420"/>
            </a:lvl8pPr>
            <a:lvl9pPr marL="4423410" indent="0">
              <a:buNone/>
              <a:defRPr sz="242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87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 fontAlgn="base"/>
            <a:r>
              <a:rPr lang="zh-CN" altLang="en-US" sz="169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39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274639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3.jpe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5"/>
          <p:cNvSpPr/>
          <p:nvPr/>
        </p:nvSpPr>
        <p:spPr>
          <a:xfrm>
            <a:off x="11750675" y="6619875"/>
            <a:ext cx="347663" cy="2381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55681" rIns="0" bIns="55681" anchor="ctr" anchorCtr="0"/>
          <a:p>
            <a:pPr lvl="0" algn="ctr" eaLnBrk="0" hangingPunct="0">
              <a:lnSpc>
                <a:spcPct val="130000"/>
              </a:lnSpc>
            </a:pPr>
            <a:fld id="{9A0DB2DC-4C9A-4742-B13C-FB6460FD3503}" type="slidenum">
              <a:rPr lang="en-GB" altLang="en-US" sz="1000" i="1" dirty="0">
                <a:solidFill>
                  <a:srgbClr val="000066"/>
                </a:solidFill>
                <a:latin typeface="Tahoma" panose="020B0604030504040204" pitchFamily="34" charset="0"/>
                <a:ea typeface="Gulim" pitchFamily="34" charset="-127"/>
              </a:rPr>
            </a:fld>
            <a:r>
              <a:rPr lang="en-GB" altLang="en-US" sz="1000" i="1" dirty="0">
                <a:solidFill>
                  <a:srgbClr val="000066"/>
                </a:solidFill>
                <a:latin typeface="Tahoma" panose="020B0604030504040204" pitchFamily="34" charset="0"/>
                <a:ea typeface="Gulim" pitchFamily="34" charset="-127"/>
              </a:rPr>
              <a:t> </a:t>
            </a:r>
            <a:endParaRPr lang="ko-KR" altLang="en-US" sz="1000" i="1" dirty="0">
              <a:solidFill>
                <a:srgbClr val="000066"/>
              </a:solidFill>
              <a:latin typeface="Tahoma" panose="020B0604030504040204" pitchFamily="34" charset="0"/>
              <a:ea typeface="Gulim" pitchFamily="34" charset="-127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0099675" y="46038"/>
            <a:ext cx="2171700" cy="33020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93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数据库原理及应用</a:t>
            </a:r>
            <a:endParaRPr kumimoji="0" lang="zh-CN" altLang="en-US" sz="193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8" name="Picture 2" descr="subbar"/>
          <p:cNvPicPr>
            <a:picLocks noChangeAspect="1"/>
          </p:cNvPicPr>
          <p:nvPr userDrawn="1"/>
        </p:nvPicPr>
        <p:blipFill>
          <a:blip r:embed="rId12"/>
          <a:srcRect l="189" r="267"/>
          <a:stretch>
            <a:fillRect/>
          </a:stretch>
        </p:blipFill>
        <p:spPr>
          <a:xfrm>
            <a:off x="0" y="-7937"/>
            <a:ext cx="12192000" cy="33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955213" y="44450"/>
            <a:ext cx="2214563" cy="300038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电子科技大学</a:t>
            </a:r>
            <a:r>
              <a:rPr kumimoji="0" lang="en-US" altLang="zh-CN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  <a:sym typeface="+mn-ea"/>
              </a:rPr>
              <a:t>胡成华</a:t>
            </a:r>
            <a:endParaRPr kumimoji="0" lang="zh-CN" altLang="en-US" sz="169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0" y="31750"/>
            <a:ext cx="2395538" cy="300038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数据库系统原理与开发</a:t>
            </a:r>
            <a:endParaRPr kumimoji="0" lang="zh-CN" altLang="en-US" sz="169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+mj-lt"/>
          <a:ea typeface="Malgun Gothic" panose="020B0503020000020004" pitchFamily="34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5pPr>
      <a:lvl6pPr marL="55308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110617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65862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221170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541655" indent="-5416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600">
          <a:solidFill>
            <a:schemeClr val="tx1"/>
          </a:solidFill>
          <a:latin typeface="+mn-lt"/>
          <a:ea typeface="Malgun Gothic" panose="020B0503020000020004" pitchFamily="34" charset="-127"/>
          <a:cs typeface="+mn-cs"/>
        </a:defRPr>
      </a:lvl1pPr>
      <a:lvl2pPr marL="1075055" indent="-5321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3100">
          <a:solidFill>
            <a:schemeClr val="tx1"/>
          </a:solidFill>
          <a:latin typeface="+mn-lt"/>
          <a:ea typeface="Malgun Gothic" panose="020B0503020000020004" pitchFamily="34" charset="-127"/>
        </a:defRPr>
      </a:lvl2pPr>
      <a:lvl3pPr marL="1564005" indent="-4876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Malgun Gothic" panose="020B0503020000020004" pitchFamily="34" charset="-127"/>
        </a:defRPr>
      </a:lvl3pPr>
      <a:lvl4pPr marL="2032000" indent="-46545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Malgun Gothic" panose="020B0503020000020004" pitchFamily="34" charset="-127"/>
        </a:defRPr>
      </a:lvl4pPr>
      <a:lvl5pPr marL="250380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Malgun Gothic" panose="020B0503020000020004" pitchFamily="34" charset="-127"/>
        </a:defRPr>
      </a:lvl5pPr>
      <a:lvl6pPr marL="305625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6pPr>
      <a:lvl7pPr marL="360934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7pPr>
      <a:lvl8pPr marL="416242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8pPr>
      <a:lvl9pPr marL="471551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55308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65862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4pPr>
      <a:lvl5pPr marL="221170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5pPr>
      <a:lvl6pPr marL="276479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6pPr>
      <a:lvl7pPr marL="331787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7pPr>
      <a:lvl8pPr marL="387032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8pPr>
      <a:lvl9pPr marL="442341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12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343400"/>
            <a:ext cx="12192000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121" descr="Untitled-5 copy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/>
          <p:cNvGrpSpPr/>
          <p:nvPr userDrawn="1"/>
        </p:nvGrpSpPr>
        <p:grpSpPr>
          <a:xfrm>
            <a:off x="4244975" y="1300163"/>
            <a:ext cx="6967538" cy="912812"/>
            <a:chOff x="0" y="0"/>
            <a:chExt cx="3629" cy="575"/>
          </a:xfrm>
        </p:grpSpPr>
        <p:sp>
          <p:nvSpPr>
            <p:cNvPr id="2054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5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6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7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8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9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0" name="Oval 16"/>
            <p:cNvSpPr>
              <a:spLocks noChangeArrowheads="1"/>
            </p:cNvSpPr>
            <p:nvPr/>
          </p:nvSpPr>
          <p:spPr bwMode="auto">
            <a:xfrm>
              <a:off x="709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1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2" name="Oval 18"/>
            <p:cNvSpPr>
              <a:spLocks noChangeArrowheads="1"/>
            </p:cNvSpPr>
            <p:nvPr/>
          </p:nvSpPr>
          <p:spPr bwMode="auto">
            <a:xfrm>
              <a:off x="943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3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4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5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6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7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8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9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0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1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2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3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4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5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6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7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8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9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0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1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2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3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4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5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6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7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8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9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0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1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2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3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4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5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6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7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8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9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0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1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2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3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4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5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6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7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8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9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0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1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2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3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4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5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6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7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8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9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0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1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2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3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4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5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6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7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8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9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0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1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2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3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4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5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6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7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8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9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0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1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2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3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4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5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6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7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8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9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0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1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2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3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4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5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6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7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8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55308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110617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65862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221170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541655" indent="-5416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1075055" indent="-5321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3100">
          <a:solidFill>
            <a:schemeClr val="tx1"/>
          </a:solidFill>
          <a:latin typeface="+mn-lt"/>
          <a:ea typeface="+mn-ea"/>
        </a:defRPr>
      </a:lvl2pPr>
      <a:lvl3pPr marL="1564005" indent="-4876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3pPr>
      <a:lvl4pPr marL="2032000" indent="-46545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4pPr>
      <a:lvl5pPr marL="250380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5pPr>
      <a:lvl6pPr marL="305625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6pPr>
      <a:lvl7pPr marL="360934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7pPr>
      <a:lvl8pPr marL="416242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8pPr>
      <a:lvl9pPr marL="471551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55308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65862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4pPr>
      <a:lvl5pPr marL="221170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5pPr>
      <a:lvl6pPr marL="276479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6pPr>
      <a:lvl7pPr marL="331787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7pPr>
      <a:lvl8pPr marL="387032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8pPr>
      <a:lvl9pPr marL="442341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827213" y="2614613"/>
            <a:ext cx="8882063" cy="1388110"/>
          </a:xfrm>
          <a:prstGeom prst="rect">
            <a:avLst/>
          </a:prstGeom>
          <a:noFill/>
          <a:ln>
            <a:noFill/>
          </a:ln>
          <a:effectLst/>
        </p:spPr>
        <p:txBody>
          <a:bodyPr lIns="64802" tIns="32401" rIns="64802" bIns="32401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5.5 </a:t>
            </a:r>
            <a:r>
              <a:rPr kumimoji="0" lang="zh-CN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并发控制</a:t>
            </a:r>
            <a:endParaRPr kumimoji="0" lang="en-US" altLang="zh-CN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——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事务调度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2"/>
          <p:cNvSpPr txBox="1"/>
          <p:nvPr/>
        </p:nvSpPr>
        <p:spPr>
          <a:xfrm>
            <a:off x="608013" y="1287463"/>
            <a:ext cx="11398250" cy="1798637"/>
          </a:xfrm>
          <a:prstGeom prst="rect">
            <a:avLst/>
          </a:prstGeom>
          <a:noFill/>
          <a:ln w="9525">
            <a:noFill/>
          </a:ln>
        </p:spPr>
        <p:txBody>
          <a:bodyPr lIns="104499" tIns="52249" rIns="104499" bIns="52249" anchor="t" anchorCtr="0">
            <a:spAutoFit/>
          </a:bodyPr>
          <a:p>
            <a:pPr marL="457200" indent="-457200" algn="just" defTabSz="863600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了解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并发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事务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控制目的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了解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并发事务调度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控制需要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解决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的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问题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理解并发事务调度原理与策略</a:t>
            </a:r>
            <a:endParaRPr lang="zh-CN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92088" y="420688"/>
            <a:ext cx="7558088" cy="681038"/>
          </a:xfrm>
          <a:prstGeom prst="rect">
            <a:avLst/>
          </a:prstGeom>
          <a:noFill/>
          <a:ln>
            <a:noFill/>
          </a:ln>
          <a:effectLst/>
        </p:spPr>
        <p:txBody>
          <a:bodyPr lIns="64802" tIns="32401" rIns="64802" bIns="32401">
            <a:spAutoFit/>
          </a:bodyPr>
          <a:lstStyle/>
          <a:p>
            <a:pPr marL="0" marR="0" lvl="0" indent="0" algn="l" defTabSz="6477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【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本节学习目标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】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2"/>
          <p:cNvSpPr txBox="1"/>
          <p:nvPr/>
        </p:nvSpPr>
        <p:spPr>
          <a:xfrm>
            <a:off x="153988" y="450850"/>
            <a:ext cx="6662737" cy="611188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 anchor="t" anchorCtr="0">
            <a:spAutoFit/>
          </a:bodyPr>
          <a:p>
            <a:pPr defTabSz="967105"/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一、为什么需要并发控制</a:t>
            </a:r>
            <a:endParaRPr lang="zh-CN" altLang="en-US" sz="32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446088" y="4371975"/>
            <a:ext cx="11755438" cy="1666875"/>
          </a:xfrm>
          <a:prstGeom prst="rect">
            <a:avLst/>
          </a:prstGeom>
          <a:noFill/>
          <a:ln>
            <a:noFill/>
          </a:ln>
        </p:spPr>
        <p:txBody>
          <a:bodyPr lIns="123885" tIns="61943" rIns="123885" bIns="61943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并发控制目的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67105" rtl="0" eaLnBrk="1" fontAlgn="base" latinLnBrk="0" hangingPunct="1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支持并发事务处理，使更多用户并行操作，提高系统的并发访问能力。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67105" rtl="0" eaLnBrk="1" fontAlgn="base" latinLnBrk="0" hangingPunct="1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保证一个事务工作不会对另一个事务工作产生不合理的影响。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6088" y="1435100"/>
            <a:ext cx="11485563" cy="27860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ts val="4235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当多个事务程序在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DBMS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系统中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同时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运行时，可能会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出现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对一些共享数据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同时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进行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访问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操作，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一些事务修改数据，另一些事务读取数据。这些并发的共享数据操作，如果在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DBMS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中没有一定的约束控制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情况下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，可能会带来数据不一致性或事务程序死锁问题。因此，在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多个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事务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并发运行时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，必须进行并发控制处理。</a:t>
            </a:r>
            <a:endParaRPr kumimoji="0" lang="zh-CN" altLang="en-US" sz="2800" b="0" i="0" u="none" strike="noStrike" kern="10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3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/>
          <p:nvPr/>
        </p:nvSpPr>
        <p:spPr>
          <a:xfrm>
            <a:off x="8534400" y="2217738"/>
            <a:ext cx="1198563" cy="3503612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313363" y="1931988"/>
            <a:ext cx="1104900" cy="3871912"/>
            <a:chOff x="0" y="0"/>
            <a:chExt cx="480" cy="2256"/>
          </a:xfrm>
        </p:grpSpPr>
        <p:sp>
          <p:nvSpPr>
            <p:cNvPr id="9219" name="Rectangle 4"/>
            <p:cNvSpPr/>
            <p:nvPr/>
          </p:nvSpPr>
          <p:spPr>
            <a:xfrm>
              <a:off x="0" y="384"/>
              <a:ext cx="480" cy="18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20" name="AutoShape 5"/>
            <p:cNvSpPr/>
            <p:nvPr/>
          </p:nvSpPr>
          <p:spPr>
            <a:xfrm>
              <a:off x="0" y="0"/>
              <a:ext cx="480" cy="480"/>
            </a:xfrm>
            <a:prstGeom prst="flowChartMagneticDisk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76806" name="Rectangle 6"/>
          <p:cNvSpPr/>
          <p:nvPr/>
        </p:nvSpPr>
        <p:spPr>
          <a:xfrm>
            <a:off x="2024063" y="2149475"/>
            <a:ext cx="1196975" cy="350202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22" name="Text Box 7"/>
          <p:cNvSpPr txBox="1"/>
          <p:nvPr/>
        </p:nvSpPr>
        <p:spPr>
          <a:xfrm>
            <a:off x="225425" y="349250"/>
            <a:ext cx="6662738" cy="611188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 anchor="t" anchorCtr="0">
            <a:spAutoFit/>
          </a:bodyPr>
          <a:p>
            <a:pPr defTabSz="967105"/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二、并发控制需解决的问题</a:t>
            </a:r>
            <a:endParaRPr lang="zh-CN" altLang="en-US" sz="32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08" name="Text Box 8"/>
          <p:cNvSpPr txBox="1"/>
          <p:nvPr/>
        </p:nvSpPr>
        <p:spPr>
          <a:xfrm>
            <a:off x="5289550" y="2620963"/>
            <a:ext cx="8890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A=16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3221038" y="2278063"/>
            <a:ext cx="2028825" cy="620712"/>
            <a:chOff x="0" y="0"/>
            <a:chExt cx="1056" cy="323"/>
          </a:xfrm>
        </p:grpSpPr>
        <p:sp>
          <p:nvSpPr>
            <p:cNvPr id="9225" name="Line 10"/>
            <p:cNvSpPr/>
            <p:nvPr/>
          </p:nvSpPr>
          <p:spPr>
            <a:xfrm flipH="1" flipV="1">
              <a:off x="0" y="323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26" name="Text Box 11"/>
            <p:cNvSpPr txBox="1"/>
            <p:nvPr/>
          </p:nvSpPr>
          <p:spPr>
            <a:xfrm>
              <a:off x="278" y="0"/>
              <a:ext cx="256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读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6423025" y="2806700"/>
            <a:ext cx="2120900" cy="644525"/>
            <a:chOff x="0" y="0"/>
            <a:chExt cx="1104" cy="336"/>
          </a:xfrm>
        </p:grpSpPr>
        <p:sp>
          <p:nvSpPr>
            <p:cNvPr id="9228" name="Line 13"/>
            <p:cNvSpPr/>
            <p:nvPr/>
          </p:nvSpPr>
          <p:spPr>
            <a:xfrm>
              <a:off x="0" y="336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29" name="Text Box 14"/>
            <p:cNvSpPr txBox="1"/>
            <p:nvPr/>
          </p:nvSpPr>
          <p:spPr>
            <a:xfrm>
              <a:off x="528" y="0"/>
              <a:ext cx="256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读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5"/>
          <p:cNvGrpSpPr/>
          <p:nvPr/>
        </p:nvGrpSpPr>
        <p:grpSpPr>
          <a:xfrm>
            <a:off x="3221038" y="3543300"/>
            <a:ext cx="2028825" cy="736600"/>
            <a:chOff x="0" y="0"/>
            <a:chExt cx="1056" cy="384"/>
          </a:xfrm>
        </p:grpSpPr>
        <p:sp>
          <p:nvSpPr>
            <p:cNvPr id="9231" name="Line 16"/>
            <p:cNvSpPr/>
            <p:nvPr/>
          </p:nvSpPr>
          <p:spPr>
            <a:xfrm>
              <a:off x="0" y="384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32" name="Text Box 17"/>
            <p:cNvSpPr txBox="1"/>
            <p:nvPr/>
          </p:nvSpPr>
          <p:spPr>
            <a:xfrm>
              <a:off x="144" y="0"/>
              <a:ext cx="55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A=A-1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8"/>
          <p:cNvGrpSpPr/>
          <p:nvPr/>
        </p:nvGrpSpPr>
        <p:grpSpPr>
          <a:xfrm>
            <a:off x="6538913" y="4557713"/>
            <a:ext cx="1843087" cy="736600"/>
            <a:chOff x="0" y="0"/>
            <a:chExt cx="960" cy="384"/>
          </a:xfrm>
        </p:grpSpPr>
        <p:sp>
          <p:nvSpPr>
            <p:cNvPr id="9234" name="Line 19"/>
            <p:cNvSpPr/>
            <p:nvPr/>
          </p:nvSpPr>
          <p:spPr>
            <a:xfrm flipH="1">
              <a:off x="0" y="384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35" name="Text Box 20"/>
            <p:cNvSpPr txBox="1"/>
            <p:nvPr/>
          </p:nvSpPr>
          <p:spPr>
            <a:xfrm>
              <a:off x="144" y="0"/>
              <a:ext cx="55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A=A-1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6821" name="Text Box 21"/>
          <p:cNvSpPr txBox="1"/>
          <p:nvPr/>
        </p:nvSpPr>
        <p:spPr>
          <a:xfrm>
            <a:off x="5341938" y="3911600"/>
            <a:ext cx="887412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A=15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2" name="Text Box 22"/>
          <p:cNvSpPr txBox="1"/>
          <p:nvPr/>
        </p:nvSpPr>
        <p:spPr>
          <a:xfrm>
            <a:off x="5341938" y="5018088"/>
            <a:ext cx="887412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A=15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3" name="Text Box 23"/>
          <p:cNvSpPr txBox="1"/>
          <p:nvPr/>
        </p:nvSpPr>
        <p:spPr>
          <a:xfrm>
            <a:off x="1981200" y="2620963"/>
            <a:ext cx="8890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A=16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4" name="Text Box 24"/>
          <p:cNvSpPr txBox="1"/>
          <p:nvPr/>
        </p:nvSpPr>
        <p:spPr>
          <a:xfrm>
            <a:off x="8582025" y="3175000"/>
            <a:ext cx="889000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A=16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5" name="Text Box 25"/>
          <p:cNvSpPr txBox="1"/>
          <p:nvPr/>
        </p:nvSpPr>
        <p:spPr>
          <a:xfrm>
            <a:off x="1990725" y="4029075"/>
            <a:ext cx="954088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出售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6" name="Text Box 26"/>
          <p:cNvSpPr txBox="1"/>
          <p:nvPr/>
        </p:nvSpPr>
        <p:spPr>
          <a:xfrm>
            <a:off x="8582025" y="4833938"/>
            <a:ext cx="954088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出售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7" name="Text Box 27"/>
          <p:cNvSpPr txBox="1"/>
          <p:nvPr/>
        </p:nvSpPr>
        <p:spPr>
          <a:xfrm>
            <a:off x="2063750" y="5846763"/>
            <a:ext cx="1141413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事务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T1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8" name="Text Box 28"/>
          <p:cNvSpPr txBox="1"/>
          <p:nvPr/>
        </p:nvSpPr>
        <p:spPr>
          <a:xfrm>
            <a:off x="8626475" y="5876925"/>
            <a:ext cx="1141413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事务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T2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9" name="Rectangle 29"/>
          <p:cNvSpPr/>
          <p:nvPr/>
        </p:nvSpPr>
        <p:spPr>
          <a:xfrm>
            <a:off x="122238" y="6448425"/>
            <a:ext cx="9879012" cy="4365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执行</a:t>
            </a:r>
            <a:r>
              <a:rPr lang="zh-CN" altLang="zh-CN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</a:t>
            </a:r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：剩余机票数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值为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，该数据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有错，应为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30" name="Rectangle 30"/>
          <p:cNvSpPr/>
          <p:nvPr/>
        </p:nvSpPr>
        <p:spPr>
          <a:xfrm>
            <a:off x="590550" y="1119188"/>
            <a:ext cx="2697163" cy="4381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丢失更新数据</a:t>
            </a:r>
            <a:endParaRPr lang="zh-CN" altLang="en-US" sz="2800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31" name="Text Box 31"/>
          <p:cNvSpPr txBox="1"/>
          <p:nvPr/>
        </p:nvSpPr>
        <p:spPr>
          <a:xfrm>
            <a:off x="5341938" y="5018088"/>
            <a:ext cx="887412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A=15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32" name="Rectangle 32"/>
          <p:cNvSpPr/>
          <p:nvPr/>
        </p:nvSpPr>
        <p:spPr>
          <a:xfrm>
            <a:off x="8534400" y="1563688"/>
            <a:ext cx="1741488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售票点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33" name="Text Box 33"/>
          <p:cNvSpPr txBox="1"/>
          <p:nvPr/>
        </p:nvSpPr>
        <p:spPr>
          <a:xfrm>
            <a:off x="4914900" y="1287463"/>
            <a:ext cx="16383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机票数量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34" name="Rectangle 34"/>
          <p:cNvSpPr/>
          <p:nvPr/>
        </p:nvSpPr>
        <p:spPr>
          <a:xfrm>
            <a:off x="1916113" y="1563688"/>
            <a:ext cx="1582737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售票点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7680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7682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7682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7682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7682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7682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7682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7683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nimBg="1"/>
      <p:bldP spid="76806" grpId="0" animBg="1"/>
      <p:bldP spid="76808" grpId="0" build="p"/>
      <p:bldP spid="76821" grpId="0" build="p"/>
      <p:bldP spid="76822" grpId="0" build="p"/>
      <p:bldP spid="76823" grpId="0" build="p"/>
      <p:bldP spid="76824" grpId="0" build="p"/>
      <p:bldP spid="76825" grpId="0" build="p"/>
      <p:bldP spid="76826" grpId="0" build="p"/>
      <p:bldP spid="76827" grpId="0"/>
      <p:bldP spid="76828" grpId="0"/>
      <p:bldP spid="76829" grpId="0"/>
      <p:bldP spid="76830" grpId="0"/>
      <p:bldP spid="76831" grpId="0" build="p"/>
      <p:bldP spid="76832" grpId="0"/>
      <p:bldP spid="76833" grpId="0"/>
      <p:bldP spid="768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/>
          <p:nvPr/>
        </p:nvSpPr>
        <p:spPr>
          <a:xfrm>
            <a:off x="476250" y="565150"/>
            <a:ext cx="1981200" cy="63023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ctr"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错误分析：</a:t>
            </a:r>
            <a:endParaRPr lang="zh-CN" altLang="en-US" sz="2800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51" name="Rectangle 3"/>
          <p:cNvSpPr/>
          <p:nvPr/>
        </p:nvSpPr>
        <p:spPr>
          <a:xfrm>
            <a:off x="347663" y="1293813"/>
            <a:ext cx="11322050" cy="2279650"/>
          </a:xfrm>
          <a:prstGeom prst="rect">
            <a:avLst/>
          </a:prstGeom>
          <a:noFill/>
          <a:ln w="9525">
            <a:noFill/>
          </a:ln>
        </p:spPr>
        <p:txBody>
          <a:bodyPr lIns="123885" tIns="61943" rIns="123885" bIns="61943" anchor="t" anchorCtr="0">
            <a:spAutoFit/>
          </a:bodyPr>
          <a:p>
            <a:pPr marL="457200" indent="-457200" defTabSz="967105">
              <a:lnSpc>
                <a:spcPts val="424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两个事务并发执行，它们均对数据库共享数据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进行了非锁定资源的读写操作。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defTabSz="967105">
              <a:lnSpc>
                <a:spcPts val="424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当事务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均读入该共享数据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并修改，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提交的结果破坏了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提交的结果，导致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的修改被丢失。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4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/>
          <p:nvPr/>
        </p:nvSpPr>
        <p:spPr>
          <a:xfrm>
            <a:off x="471488" y="501650"/>
            <a:ext cx="2697162" cy="4365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不可重复读取</a:t>
            </a:r>
            <a:endParaRPr lang="zh-CN" altLang="en-US" sz="2800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75" name="Rectangle 3"/>
          <p:cNvSpPr/>
          <p:nvPr/>
        </p:nvSpPr>
        <p:spPr>
          <a:xfrm>
            <a:off x="782638" y="5224463"/>
            <a:ext cx="11149012" cy="1633537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algn="just"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问题分析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为什么出现不可重复读取？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读取某一数据后，事务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对其做了修改，当事务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再次读该数据时，得到与前一次不同的值。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1411288" y="2879725"/>
          <a:ext cx="4206875" cy="189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127500" imgH="3505200" progId="Visio.Drawing.11">
                  <p:embed/>
                </p:oleObj>
              </mc:Choice>
              <mc:Fallback>
                <p:oleObj name="" r:id="rId1" imgW="4127500" imgH="35052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11288" y="2879725"/>
                        <a:ext cx="4206875" cy="1890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/>
          <p:nvPr/>
        </p:nvSpPr>
        <p:spPr>
          <a:xfrm>
            <a:off x="436563" y="1108075"/>
            <a:ext cx="11147425" cy="10953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algn="just"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不可重复读取是指一个事务对一个共享数据重复多次读取，但前后读取的数据不一致。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54775" y="2767013"/>
            <a:ext cx="5880100" cy="2336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just" eaLnBrk="0" hangingPunct="0">
              <a:lnSpc>
                <a:spcPts val="3500"/>
              </a:lnSpc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假如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的初始数据为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endParaRPr lang="en-US" altLang="zh-CN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0" hangingPunct="0">
              <a:lnSpc>
                <a:spcPts val="3500"/>
              </a:lnSpc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首次读取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的值为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endParaRPr lang="en-US" altLang="zh-CN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0" hangingPunct="0">
              <a:lnSpc>
                <a:spcPts val="3500"/>
              </a:lnSpc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不知道其它事务修改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</a:t>
            </a:r>
            <a:endParaRPr lang="en-US" altLang="zh-CN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0" hangingPunct="0">
              <a:lnSpc>
                <a:spcPts val="3500"/>
              </a:lnSpc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次读取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的值为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</a:t>
            </a:r>
            <a:endParaRPr lang="en-US" altLang="zh-CN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0" hangingPunct="0">
              <a:lnSpc>
                <a:spcPts val="3500"/>
              </a:lnSpc>
            </a:pPr>
            <a:r>
              <a: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因此，事务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前后读取数据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的值不一致。</a:t>
            </a:r>
            <a:endParaRPr lang="zh-CN" altLang="en-US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1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  <p:bldP spid="5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/>
          <p:nvPr/>
        </p:nvSpPr>
        <p:spPr>
          <a:xfrm>
            <a:off x="347663" y="1125538"/>
            <a:ext cx="11407775" cy="332422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latinLnBrk="1">
              <a:lnSpc>
                <a:spcPts val="4240"/>
              </a:lnSpc>
              <a:buClr>
                <a:srgbClr val="FF0000"/>
              </a:buClr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按一定条件从数据库中读取了某些数据记录后，事务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删除了其中部分记录，当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再次按相同条件读取数据时，发现某些记录消失了。也称为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不可重复读取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atinLnBrk="1">
              <a:lnSpc>
                <a:spcPts val="4240"/>
              </a:lnSpc>
              <a:buClr>
                <a:srgbClr val="FF0000"/>
              </a:buClr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按一定条件从数据库中读取某些数据记录后，事务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在其中插入了一些记录，当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再次按相同条件读取数据时，发现多了一些记录。称为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幻象读取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8" name="Rectangle 3"/>
          <p:cNvSpPr/>
          <p:nvPr/>
        </p:nvSpPr>
        <p:spPr>
          <a:xfrm>
            <a:off x="334963" y="620713"/>
            <a:ext cx="1800225" cy="436562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同类问题</a:t>
            </a:r>
            <a:r>
              <a:rPr lang="en-US" altLang="zh-CN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charRg st="79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/>
          <p:nvPr/>
        </p:nvSpPr>
        <p:spPr>
          <a:xfrm>
            <a:off x="484188" y="501650"/>
            <a:ext cx="2338387" cy="4365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脏数据读取</a:t>
            </a:r>
            <a:endParaRPr lang="zh-CN" altLang="en-US" sz="2800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47" name="Rectangle 3"/>
          <p:cNvSpPr/>
          <p:nvPr/>
        </p:nvSpPr>
        <p:spPr>
          <a:xfrm>
            <a:off x="522288" y="6040438"/>
            <a:ext cx="11477625" cy="630237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algn="just"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问题分析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并不知道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值被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恢复，因此，事务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读取了脏数据。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49" name="AutoShape 5"/>
          <p:cNvSpPr>
            <a:spLocks noChangeArrowheads="1"/>
          </p:cNvSpPr>
          <p:nvPr/>
        </p:nvSpPr>
        <p:spPr bwMode="auto">
          <a:xfrm>
            <a:off x="334963" y="4724400"/>
            <a:ext cx="2352675" cy="738188"/>
          </a:xfrm>
          <a:prstGeom prst="wedgeRoundRectCallout">
            <a:avLst>
              <a:gd name="adj1" fmla="val 63389"/>
              <a:gd name="adj2" fmla="val -51042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最终结果：</a:t>
            </a:r>
            <a:endParaRPr kumimoji="0" lang="zh-CN" altLang="en-US" sz="217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</a:t>
            </a:r>
            <a:r>
              <a:rPr kumimoji="0" lang="zh-CN" altLang="en-US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恢复为</a:t>
            </a:r>
            <a:r>
              <a:rPr kumimoji="0" lang="en-US" altLang="zh-CN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100</a:t>
            </a:r>
            <a:endParaRPr kumimoji="0" lang="zh-CN" altLang="en-US" sz="217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2950" name="AutoShape 6"/>
          <p:cNvSpPr>
            <a:spLocks noChangeArrowheads="1"/>
          </p:cNvSpPr>
          <p:nvPr/>
        </p:nvSpPr>
        <p:spPr bwMode="auto">
          <a:xfrm>
            <a:off x="7032625" y="3573463"/>
            <a:ext cx="3311525" cy="736600"/>
          </a:xfrm>
          <a:prstGeom prst="wedgeRoundRectCallout">
            <a:avLst>
              <a:gd name="adj1" fmla="val -70773"/>
              <a:gd name="adj2" fmla="val -26263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T2</a:t>
            </a:r>
            <a:r>
              <a:rPr kumimoji="0" lang="zh-CN" altLang="en-US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读取</a:t>
            </a:r>
            <a:r>
              <a:rPr kumimoji="0" lang="en-US" altLang="zh-CN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</a:t>
            </a:r>
            <a:r>
              <a:rPr kumimoji="0" lang="zh-CN" altLang="en-US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的中间结果为</a:t>
            </a:r>
            <a:r>
              <a:rPr kumimoji="0" lang="en-US" altLang="zh-CN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200</a:t>
            </a:r>
            <a:endParaRPr kumimoji="0" lang="zh-CN" altLang="en-US" sz="217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Rectangle 3"/>
          <p:cNvSpPr/>
          <p:nvPr/>
        </p:nvSpPr>
        <p:spPr>
          <a:xfrm>
            <a:off x="436563" y="1069975"/>
            <a:ext cx="11147425" cy="63023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algn="just"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脏数据读取是指一个事务读取了被取消持久化的共享数据。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213" y="1773238"/>
            <a:ext cx="6254750" cy="3532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4354513" y="2493963"/>
            <a:ext cx="3311525" cy="736600"/>
          </a:xfrm>
          <a:prstGeom prst="wedgeRoundRectCallout">
            <a:avLst>
              <a:gd name="adj1" fmla="val -70773"/>
              <a:gd name="adj2" fmla="val -26263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</a:t>
            </a:r>
            <a:r>
              <a:rPr kumimoji="0" lang="zh-CN" altLang="en-US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初始值为</a:t>
            </a:r>
            <a:r>
              <a:rPr kumimoji="0" lang="en-US" altLang="zh-CN" sz="217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100</a:t>
            </a:r>
            <a:endParaRPr kumimoji="0" lang="zh-CN" altLang="en-US" sz="217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/>
      <p:bldP spid="82949" grpId="0" animBg="1"/>
      <p:bldP spid="82950" grpId="0" animBg="1"/>
      <p:bldP spid="7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ext Box 2"/>
          <p:cNvSpPr txBox="1"/>
          <p:nvPr/>
        </p:nvSpPr>
        <p:spPr>
          <a:xfrm>
            <a:off x="225425" y="450850"/>
            <a:ext cx="6662738" cy="611188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 anchor="t" anchorCtr="0">
            <a:spAutoFit/>
          </a:bodyPr>
          <a:p>
            <a:pPr defTabSz="967105"/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三、并发事务调度原理与策略</a:t>
            </a:r>
            <a:endParaRPr lang="zh-CN" altLang="en-US" sz="32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6021" name="Rectangle 5"/>
          <p:cNvSpPr/>
          <p:nvPr/>
        </p:nvSpPr>
        <p:spPr>
          <a:xfrm>
            <a:off x="608013" y="3881438"/>
            <a:ext cx="11369675" cy="17081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并发事务调度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就是控制多个事务的数据操作语句按照恰当的顺序访问共享数据，使这些事务执行之后，避免造成数据的不一致性，即解决“丢失更新数据”、“不可重复读”、“脏数据读”等问题。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2"/>
          <p:cNvSpPr/>
          <p:nvPr/>
        </p:nvSpPr>
        <p:spPr>
          <a:xfrm>
            <a:off x="608013" y="1377950"/>
            <a:ext cx="11147425" cy="220821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latinLnBrk="1">
              <a:lnSpc>
                <a:spcPts val="3875"/>
              </a:lnSpc>
              <a:buClr>
                <a:srgbClr val="FF0000"/>
              </a:buClr>
            </a:pPr>
            <a:r>
              <a:rPr lang="zh-CN" altLang="en-US" sz="2800" dirty="0">
                <a:solidFill>
                  <a:srgbClr val="3399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事务并发执行可能带来如下问题：</a:t>
            </a:r>
            <a:endParaRPr lang="zh-CN" altLang="en-US" sz="2800" dirty="0">
              <a:solidFill>
                <a:srgbClr val="3399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latinLnBrk="1">
              <a:lnSpc>
                <a:spcPts val="4240"/>
              </a:lnSpc>
              <a:buClr>
                <a:srgbClr val="FF0000"/>
              </a:buClr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当多个事务并发存取共享数据时，由于不当的数据操作顺序，可能出现数据不一致性问题（“丢失更新数据”、“不可重复读”、“脏数据读”等问题）。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2725" y="1125538"/>
            <a:ext cx="3378200" cy="3016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4" name="Rectangle 2"/>
          <p:cNvSpPr/>
          <p:nvPr/>
        </p:nvSpPr>
        <p:spPr>
          <a:xfrm>
            <a:off x="431800" y="644525"/>
            <a:ext cx="2698750" cy="4381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just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事务调度原理</a:t>
            </a:r>
            <a:endParaRPr lang="zh-CN" altLang="en-US" sz="2800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8013" y="4437063"/>
            <a:ext cx="11583987" cy="1633537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latinLnBrk="1">
              <a:lnSpc>
                <a:spcPts val="4240"/>
              </a:lnSpc>
              <a:buClr>
                <a:srgbClr val="FF0000"/>
              </a:buClr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DBMS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中，事务管理器将并发执行事务的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数据操作请求提交给并发控制调度器。由并发控制调度器将各个事务的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数据操作请求按照一定顺序进行调度执行，并完成对数据库缓冲区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读写操作。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74625" y="1360488"/>
            <a:ext cx="11757025" cy="17081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zh-CN" altLang="en-US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银行客户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的账户当前余款为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1000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元，客户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的账户当前余款为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1500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元。现在有两个事务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T1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和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T2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，其中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T1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事务将从客户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转账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200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元到客户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T2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事务也将从客户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转账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400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元到客户</a:t>
            </a:r>
            <a:r>
              <a:rPr kumimoji="0" lang="en-US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0" lang="zh-CN" altLang="zh-CN" sz="314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en-US" sz="314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" y="3068638"/>
            <a:ext cx="9402763" cy="3549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Rectangle 2"/>
          <p:cNvSpPr/>
          <p:nvPr/>
        </p:nvSpPr>
        <p:spPr>
          <a:xfrm>
            <a:off x="304800" y="644525"/>
            <a:ext cx="2697163" cy="4381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t" anchorCtr="0">
            <a:spAutoFit/>
          </a:bodyPr>
          <a:p>
            <a:pPr algn="just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事务调度策略</a:t>
            </a:r>
            <a:endParaRPr lang="zh-CN" altLang="en-US" sz="2800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288" y="620713"/>
            <a:ext cx="10972800" cy="4752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957263" y="5867400"/>
            <a:ext cx="2493962" cy="387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=400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3138" y="6469063"/>
            <a:ext cx="2647950" cy="3889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=2100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405688" y="5805488"/>
            <a:ext cx="2493962" cy="387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=400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21563" y="6408738"/>
            <a:ext cx="2647950" cy="387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=2100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右箭头 1"/>
          <p:cNvSpPr>
            <a:spLocks noChangeArrowheads="1"/>
          </p:cNvSpPr>
          <p:nvPr/>
        </p:nvSpPr>
        <p:spPr bwMode="auto">
          <a:xfrm>
            <a:off x="277813" y="1196975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右箭头 7"/>
          <p:cNvSpPr>
            <a:spLocks noChangeArrowheads="1"/>
          </p:cNvSpPr>
          <p:nvPr/>
        </p:nvSpPr>
        <p:spPr bwMode="auto">
          <a:xfrm>
            <a:off x="3159125" y="2924175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右箭头 8"/>
          <p:cNvSpPr>
            <a:spLocks noChangeArrowheads="1"/>
          </p:cNvSpPr>
          <p:nvPr/>
        </p:nvSpPr>
        <p:spPr bwMode="auto">
          <a:xfrm>
            <a:off x="9207500" y="1196975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右箭头 9"/>
          <p:cNvSpPr>
            <a:spLocks noChangeArrowheads="1"/>
          </p:cNvSpPr>
          <p:nvPr/>
        </p:nvSpPr>
        <p:spPr bwMode="auto">
          <a:xfrm>
            <a:off x="6326188" y="2924175"/>
            <a:ext cx="490538" cy="360363"/>
          </a:xfrm>
          <a:prstGeom prst="rightArrow">
            <a:avLst>
              <a:gd name="adj1" fmla="val 50000"/>
              <a:gd name="adj2" fmla="val 50088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2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333375"/>
            <a:ext cx="11407775" cy="551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957263" y="5830888"/>
            <a:ext cx="2493962" cy="387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=400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3138" y="6432550"/>
            <a:ext cx="2647950" cy="3889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=2100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67625" y="5805488"/>
            <a:ext cx="2492375" cy="387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=800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83500" y="6405563"/>
            <a:ext cx="2646363" cy="3889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latinLnBrk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账户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=1900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右箭头 7"/>
          <p:cNvSpPr>
            <a:spLocks noChangeArrowheads="1"/>
          </p:cNvSpPr>
          <p:nvPr/>
        </p:nvSpPr>
        <p:spPr bwMode="auto">
          <a:xfrm>
            <a:off x="192088" y="908050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右箭头 8"/>
          <p:cNvSpPr>
            <a:spLocks noChangeArrowheads="1"/>
          </p:cNvSpPr>
          <p:nvPr/>
        </p:nvSpPr>
        <p:spPr bwMode="auto">
          <a:xfrm>
            <a:off x="3143250" y="1700213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右箭头 9"/>
          <p:cNvSpPr>
            <a:spLocks noChangeArrowheads="1"/>
          </p:cNvSpPr>
          <p:nvPr/>
        </p:nvSpPr>
        <p:spPr bwMode="auto">
          <a:xfrm>
            <a:off x="192088" y="2781300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右箭头 10"/>
          <p:cNvSpPr>
            <a:spLocks noChangeArrowheads="1"/>
          </p:cNvSpPr>
          <p:nvPr/>
        </p:nvSpPr>
        <p:spPr bwMode="auto">
          <a:xfrm>
            <a:off x="3159125" y="3573463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右箭头 11"/>
          <p:cNvSpPr>
            <a:spLocks noChangeArrowheads="1"/>
          </p:cNvSpPr>
          <p:nvPr/>
        </p:nvSpPr>
        <p:spPr bwMode="auto">
          <a:xfrm>
            <a:off x="6615113" y="836613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右箭头 12"/>
          <p:cNvSpPr>
            <a:spLocks noChangeArrowheads="1"/>
          </p:cNvSpPr>
          <p:nvPr/>
        </p:nvSpPr>
        <p:spPr bwMode="auto">
          <a:xfrm>
            <a:off x="6615113" y="2565400"/>
            <a:ext cx="488950" cy="358775"/>
          </a:xfrm>
          <a:prstGeom prst="rightArrow">
            <a:avLst>
              <a:gd name="adj1" fmla="val 50000"/>
              <a:gd name="adj2" fmla="val 50147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右箭头 13"/>
          <p:cNvSpPr>
            <a:spLocks noChangeArrowheads="1"/>
          </p:cNvSpPr>
          <p:nvPr/>
        </p:nvSpPr>
        <p:spPr bwMode="auto">
          <a:xfrm>
            <a:off x="9494838" y="1412875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右箭头 14"/>
          <p:cNvSpPr>
            <a:spLocks noChangeArrowheads="1"/>
          </p:cNvSpPr>
          <p:nvPr/>
        </p:nvSpPr>
        <p:spPr bwMode="auto">
          <a:xfrm>
            <a:off x="9494838" y="3789363"/>
            <a:ext cx="488950" cy="360363"/>
          </a:xfrm>
          <a:prstGeom prst="rightArrow">
            <a:avLst>
              <a:gd name="adj1" fmla="val 50000"/>
              <a:gd name="adj2" fmla="val 49926"/>
            </a:avLst>
          </a:prstGeom>
          <a:solidFill>
            <a:srgbClr val="00CC00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矩形 4"/>
          <p:cNvSpPr/>
          <p:nvPr/>
        </p:nvSpPr>
        <p:spPr>
          <a:xfrm>
            <a:off x="260350" y="549275"/>
            <a:ext cx="11757025" cy="163353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algn="just" latinLnBrk="1">
              <a:lnSpc>
                <a:spcPts val="4240"/>
              </a:lnSpc>
              <a:buClr>
                <a:srgbClr val="FF0000"/>
              </a:buClr>
            </a:pP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：在事务并发执行中，只有当事务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中数据操作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调度顺序的执行结果与事务串行执行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结果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一样时，该并发事务调度才能保证数据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操作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正确性和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一致性。符合这样效果的调度称为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可串行化调度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6019" name="矩形 5"/>
          <p:cNvSpPr/>
          <p:nvPr/>
        </p:nvSpPr>
        <p:spPr>
          <a:xfrm>
            <a:off x="260350" y="2659063"/>
            <a:ext cx="11931650" cy="10953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t" anchorCtr="0">
            <a:spAutoFit/>
          </a:bodyPr>
          <a:p>
            <a:pPr latinLnBrk="1">
              <a:lnSpc>
                <a:spcPts val="4240"/>
              </a:lnSpc>
              <a:buClr>
                <a:srgbClr val="FF0000"/>
              </a:buClr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DBMS</a:t>
            </a:r>
            <a:r>
              <a:rPr lang="zh-CN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事务</a:t>
            </a:r>
            <a:r>
              <a:rPr lang="zh-CN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调度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使并发事务调度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实现的处理结果与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串行化调度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处理结果一致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4064000" y="2924175"/>
            <a:ext cx="4494213" cy="831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本节学习结束！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hhMGNlYjM2NDI3M2Y3ZjdjNmFiMTAwZmE0NDcwMTQifQ=="/>
</p:tagLst>
</file>

<file path=ppt/theme/theme1.xml><?xml version="1.0" encoding="utf-8"?>
<a:theme xmlns:a="http://schemas.openxmlformats.org/drawingml/2006/main" name="5_색종이 상자_2">
  <a:themeElements>
    <a:clrScheme name="4_색종이 상자_2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4_색종이 상자_2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1538</Words>
  <Application>WPS 演示</Application>
  <PresentationFormat/>
  <Paragraphs>130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黑体</vt:lpstr>
      <vt:lpstr>Calibri</vt:lpstr>
      <vt:lpstr>Malgun Gothic</vt:lpstr>
      <vt:lpstr>Cambria</vt:lpstr>
      <vt:lpstr>Gulim</vt:lpstr>
      <vt:lpstr>Tahoma</vt:lpstr>
      <vt:lpstr>隶书</vt:lpstr>
      <vt:lpstr>Times New Roman</vt:lpstr>
      <vt:lpstr>微软雅黑</vt:lpstr>
      <vt:lpstr>Arial Unicode MS</vt:lpstr>
      <vt:lpstr>5_색종이 상자_2</vt:lpstr>
      <vt:lpstr>5_색종이 상자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頂勲爤鞝犿厡鞚挫厴</dc:title>
  <dc:creator>kmac</dc:creator>
  <cp:lastModifiedBy>星光闪闪</cp:lastModifiedBy>
  <cp:revision>2986</cp:revision>
  <dcterms:created xsi:type="dcterms:W3CDTF">2001-08-06T11:10:24Z</dcterms:created>
  <dcterms:modified xsi:type="dcterms:W3CDTF">2025-04-02T20:00:54Z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906C7DF15A7F47E185082BF6B735BFC8_12</vt:lpwstr>
  </property>
</Properties>
</file>