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0" r:id="rId3"/>
  </p:sldMasterIdLst>
  <p:notesMasterIdLst>
    <p:notesMasterId r:id="rId7"/>
  </p:notesMasterIdLst>
  <p:handoutMasterIdLst>
    <p:handoutMasterId r:id="rId15"/>
  </p:handoutMasterIdLst>
  <p:sldIdLst>
    <p:sldId id="2157" r:id="rId4"/>
    <p:sldId id="2156" r:id="rId5"/>
    <p:sldId id="2158" r:id="rId6"/>
    <p:sldId id="2165" r:id="rId8"/>
    <p:sldId id="2159" r:id="rId9"/>
    <p:sldId id="2160" r:id="rId10"/>
    <p:sldId id="2166" r:id="rId11"/>
    <p:sldId id="2167" r:id="rId12"/>
    <p:sldId id="2161" r:id="rId13"/>
    <p:sldId id="2164" r:id="rId14"/>
  </p:sldIdLst>
  <p:sldSz cx="12192000" cy="6858000"/>
  <p:notesSz cx="6669405" cy="9928225"/>
  <p:custDataLst>
    <p:tags r:id="rId19"/>
  </p:custDataLst>
  <p:defaultTextStyle>
    <a:defPPr>
      <a:defRPr lang="ko-KR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3" pos="219" userDrawn="1">
          <p15:clr>
            <a:srgbClr val="A4A3A4"/>
          </p15:clr>
        </p15:guide>
        <p15:guide id="4" pos="7461" userDrawn="1">
          <p15:clr>
            <a:srgbClr val="A4A3A4"/>
          </p15:clr>
        </p15:guide>
        <p15:guide id="5" pos="3838" userDrawn="1">
          <p15:clr>
            <a:srgbClr val="A4A3A4"/>
          </p15:clr>
        </p15:guide>
        <p15:guide id="6" pos="13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41D5E5"/>
    <a:srgbClr val="FF9900"/>
    <a:srgbClr val="FFFFCC"/>
    <a:srgbClr val="00FFFF"/>
    <a:srgbClr val="CC3300"/>
    <a:srgbClr val="FF33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029"/>
    <p:restoredTop sz="92803"/>
  </p:normalViewPr>
  <p:slideViewPr>
    <p:cSldViewPr snapToObjects="1" showGuides="1">
      <p:cViewPr varScale="1">
        <p:scale>
          <a:sx n="75" d="100"/>
          <a:sy n="75" d="100"/>
        </p:scale>
        <p:origin x="-432" y="-64"/>
      </p:cViewPr>
      <p:guideLst>
        <p:guide orient="horz" pos="3884"/>
        <p:guide orient="horz" pos="1071"/>
        <p:guide pos="219"/>
        <p:guide pos="7461"/>
        <p:guide pos="3838"/>
        <p:guide pos="13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  <a:defRPr sz="1200"/>
            </a:lvl1pPr>
          </a:lstStyle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  <a:defRPr sz="1200"/>
            </a:lvl1pPr>
          </a:lstStyle>
          <a:p>
            <a:pPr marL="0" marR="0" lvl="0" indent="0" algn="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fld id="{1FD393D9-50DD-4D57-9705-EDE7814BB9F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  <a:defRPr sz="1200"/>
            </a:lvl1pPr>
          </a:lstStyle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t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sz="1300">
                <a:latin typeface="Tahoma" panose="020B0604030504040204" pitchFamily="34" charset="0"/>
                <a:ea typeface="Gulim" pitchFamily="34" charset="-127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t" anchorCtr="0" compatLnSpc="1"/>
          <a:lstStyle>
            <a:lvl1pPr algn="r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sz="1300">
                <a:latin typeface="Tahoma" panose="020B0604030504040204" pitchFamily="34" charset="0"/>
                <a:ea typeface="Gulim" pitchFamily="34" charset="-127"/>
              </a:defRPr>
            </a:lvl1pPr>
          </a:lstStyle>
          <a:p>
            <a:pPr marL="0" marR="0" lvl="0" indent="0" algn="r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13316" name="Rectangle 4"/>
          <p:cNvSpPr>
            <a:spLocks noGrp="1"/>
          </p:cNvSpPr>
          <p:nvPr>
            <p:ph type="sldImg" idx="2"/>
          </p:nvPr>
        </p:nvSpPr>
        <p:spPr>
          <a:xfrm>
            <a:off x="33338" y="746125"/>
            <a:ext cx="6610350" cy="3719513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0588" y="4714875"/>
            <a:ext cx="4887913" cy="4467225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마스터 텍스트 스타일을 편집합니다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457200" marR="0" lvl="1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둘째 수준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914400" marR="0" lvl="2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셋째 수준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1371600" marR="0" lvl="3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넷째 수준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1828800" marR="0" lvl="4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다섯째 수준</a:t>
            </a:r>
            <a:endParaRPr kumimoji="0" lang="ko-KR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889250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b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sz="1300">
                <a:latin typeface="Tahoma" panose="020B0604030504040204" pitchFamily="34" charset="0"/>
                <a:ea typeface="Gulim" pitchFamily="34" charset="-127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31338"/>
            <a:ext cx="2890838" cy="496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b" anchorCtr="0" compatLnSpc="1"/>
          <a:p>
            <a:pPr lvl="0" algn="r" defTabSz="946150" eaLnBrk="1" latinLnBrk="1" hangingPunct="1">
              <a:spcBef>
                <a:spcPct val="50000"/>
              </a:spcBef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ea typeface="Gulim" pitchFamily="34" charset="-127"/>
              </a:rPr>
            </a:fld>
            <a:endParaRPr lang="en-US" altLang="zh-CN" sz="1300" dirty="0">
              <a:latin typeface="Tahoma" panose="020B0604030504040204" pitchFamily="34" charset="0"/>
              <a:ea typeface="Gulim" pitchFamily="34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  <a:ln/>
        </p:spPr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ln/>
        </p:spPr>
        <p:txBody>
          <a:bodyPr wrap="square" lIns="94651" tIns="47326" rIns="94651" bIns="47326" anchor="ctr" anchorCtr="0"/>
          <a:p>
            <a:pPr lvl="0"/>
            <a:r>
              <a:rPr lang="zh-CN" altLang="en-US" dirty="0"/>
              <a:t>计算机又称电脑。任何计算机，不管它是什么类型，都是由程序指令控制机器操作，完成特定工作任务。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  <a:ln/>
        </p:spPr>
      </p:sp>
      <p:sp>
        <p:nvSpPr>
          <p:cNvPr id="15363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  <a:ln/>
        </p:spPr>
        <p:txBody>
          <a:bodyPr wrap="square" lIns="94651" tIns="47326" rIns="94651" bIns="47326" anchor="ctr" anchorCtr="0"/>
          <a:p>
            <a:pPr lvl="0"/>
            <a:r>
              <a:rPr lang="zh-CN" altLang="en-US" dirty="0"/>
              <a:t>计算机又称电脑。任何计算机，不管它是什么类型，都是由程序指令控制机器操作，完成特定工作任务。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3921" y="2130426"/>
            <a:ext cx="1036416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761" y="3886200"/>
            <a:ext cx="8534399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553085" indent="0" algn="ctr">
              <a:buNone/>
              <a:defRPr/>
            </a:lvl2pPr>
            <a:lvl3pPr marL="1106170" indent="0" algn="ctr">
              <a:buNone/>
              <a:defRPr/>
            </a:lvl3pPr>
            <a:lvl4pPr marL="1658620" indent="0" algn="ctr">
              <a:buNone/>
              <a:defRPr/>
            </a:lvl4pPr>
            <a:lvl5pPr marL="2211705" indent="0" algn="ctr">
              <a:buNone/>
              <a:defRPr/>
            </a:lvl5pPr>
            <a:lvl6pPr marL="2764790" indent="0" algn="ctr">
              <a:buNone/>
              <a:defRPr/>
            </a:lvl6pPr>
            <a:lvl7pPr marL="3317875" indent="0" algn="ctr">
              <a:buNone/>
              <a:defRPr/>
            </a:lvl7pPr>
            <a:lvl8pPr marL="3870325" indent="0" algn="ctr">
              <a:buNone/>
              <a:defRPr/>
            </a:lvl8pPr>
            <a:lvl9pPr marL="442341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560" y="1600201"/>
            <a:ext cx="1097280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840" y="4406901"/>
            <a:ext cx="10362241" cy="1362075"/>
          </a:xfrm>
          <a:prstGeom prst="rect">
            <a:avLst/>
          </a:prstGeom>
        </p:spPr>
        <p:txBody>
          <a:bodyPr anchor="t"/>
          <a:lstStyle>
            <a:lvl1pPr algn="l">
              <a:defRPr sz="484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840" y="2906713"/>
            <a:ext cx="1036224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20"/>
            </a:lvl1pPr>
            <a:lvl2pPr marL="553085" indent="0">
              <a:buNone/>
              <a:defRPr sz="2175"/>
            </a:lvl2pPr>
            <a:lvl3pPr marL="1106170" indent="0">
              <a:buNone/>
              <a:defRPr sz="1935"/>
            </a:lvl3pPr>
            <a:lvl4pPr marL="1658620" indent="0">
              <a:buNone/>
              <a:defRPr sz="1695"/>
            </a:lvl4pPr>
            <a:lvl5pPr marL="2211705" indent="0">
              <a:buNone/>
              <a:defRPr sz="1695"/>
            </a:lvl5pPr>
            <a:lvl6pPr marL="2764790" indent="0">
              <a:buNone/>
              <a:defRPr sz="1695"/>
            </a:lvl6pPr>
            <a:lvl7pPr marL="3317875" indent="0">
              <a:buNone/>
              <a:defRPr sz="1695"/>
            </a:lvl7pPr>
            <a:lvl8pPr marL="3870325" indent="0">
              <a:buNone/>
              <a:defRPr sz="1695"/>
            </a:lvl8pPr>
            <a:lvl9pPr marL="4423410" indent="0">
              <a:buNone/>
              <a:defRPr sz="16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0560" y="1600201"/>
            <a:ext cx="5393281" cy="4525963"/>
          </a:xfrm>
          <a:prstGeom prst="rect">
            <a:avLst/>
          </a:prstGeom>
        </p:spPr>
        <p:txBody>
          <a:bodyPr/>
          <a:lstStyle>
            <a:lvl1pPr>
              <a:defRPr sz="3385"/>
            </a:lvl1pPr>
            <a:lvl2pPr>
              <a:defRPr sz="2905"/>
            </a:lvl2pPr>
            <a:lvl3pPr>
              <a:defRPr sz="2420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161" y="1600201"/>
            <a:ext cx="5395200" cy="4525963"/>
          </a:xfrm>
          <a:prstGeom prst="rect">
            <a:avLst/>
          </a:prstGeom>
        </p:spPr>
        <p:txBody>
          <a:bodyPr/>
          <a:lstStyle>
            <a:lvl1pPr>
              <a:defRPr sz="3385"/>
            </a:lvl1pPr>
            <a:lvl2pPr>
              <a:defRPr sz="2905"/>
            </a:lvl2pPr>
            <a:lvl3pPr>
              <a:defRPr sz="2420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0560" y="1535113"/>
            <a:ext cx="538560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905" b="1"/>
            </a:lvl1pPr>
            <a:lvl2pPr marL="553085" indent="0">
              <a:buNone/>
              <a:defRPr sz="2420" b="1"/>
            </a:lvl2pPr>
            <a:lvl3pPr marL="1106170" indent="0">
              <a:buNone/>
              <a:defRPr sz="2175" b="1"/>
            </a:lvl3pPr>
            <a:lvl4pPr marL="1658620" indent="0">
              <a:buNone/>
              <a:defRPr sz="1935" b="1"/>
            </a:lvl4pPr>
            <a:lvl5pPr marL="2211705" indent="0">
              <a:buNone/>
              <a:defRPr sz="1935" b="1"/>
            </a:lvl5pPr>
            <a:lvl6pPr marL="2764790" indent="0">
              <a:buNone/>
              <a:defRPr sz="1935" b="1"/>
            </a:lvl6pPr>
            <a:lvl7pPr marL="3317875" indent="0">
              <a:buNone/>
              <a:defRPr sz="1935" b="1"/>
            </a:lvl7pPr>
            <a:lvl8pPr marL="3870325" indent="0">
              <a:buNone/>
              <a:defRPr sz="1935" b="1"/>
            </a:lvl8pPr>
            <a:lvl9pPr marL="4423410" indent="0">
              <a:buNone/>
              <a:defRPr sz="19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0560" y="2174875"/>
            <a:ext cx="5385601" cy="3951288"/>
          </a:xfrm>
          <a:prstGeom prst="rect">
            <a:avLst/>
          </a:prstGeom>
        </p:spPr>
        <p:txBody>
          <a:bodyPr/>
          <a:lstStyle>
            <a:lvl1pPr>
              <a:defRPr sz="2905"/>
            </a:lvl1pPr>
            <a:lvl2pPr>
              <a:defRPr sz="2420"/>
            </a:lvl2pPr>
            <a:lvl3pPr>
              <a:defRPr sz="2175"/>
            </a:lvl3pPr>
            <a:lvl4pPr>
              <a:defRPr sz="1935"/>
            </a:lvl4pPr>
            <a:lvl5pPr>
              <a:defRPr sz="1935"/>
            </a:lvl5pPr>
            <a:lvl6pPr>
              <a:defRPr sz="1935"/>
            </a:lvl6pPr>
            <a:lvl7pPr>
              <a:defRPr sz="1935"/>
            </a:lvl7pPr>
            <a:lvl8pPr>
              <a:defRPr sz="1935"/>
            </a:lvl8pPr>
            <a:lvl9pPr>
              <a:defRPr sz="19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920" y="1535113"/>
            <a:ext cx="538944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905" b="1"/>
            </a:lvl1pPr>
            <a:lvl2pPr marL="553085" indent="0">
              <a:buNone/>
              <a:defRPr sz="2420" b="1"/>
            </a:lvl2pPr>
            <a:lvl3pPr marL="1106170" indent="0">
              <a:buNone/>
              <a:defRPr sz="2175" b="1"/>
            </a:lvl3pPr>
            <a:lvl4pPr marL="1658620" indent="0">
              <a:buNone/>
              <a:defRPr sz="1935" b="1"/>
            </a:lvl4pPr>
            <a:lvl5pPr marL="2211705" indent="0">
              <a:buNone/>
              <a:defRPr sz="1935" b="1"/>
            </a:lvl5pPr>
            <a:lvl6pPr marL="2764790" indent="0">
              <a:buNone/>
              <a:defRPr sz="1935" b="1"/>
            </a:lvl6pPr>
            <a:lvl7pPr marL="3317875" indent="0">
              <a:buNone/>
              <a:defRPr sz="1935" b="1"/>
            </a:lvl7pPr>
            <a:lvl8pPr marL="3870325" indent="0">
              <a:buNone/>
              <a:defRPr sz="1935" b="1"/>
            </a:lvl8pPr>
            <a:lvl9pPr marL="4423410" indent="0">
              <a:buNone/>
              <a:defRPr sz="19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920" y="2174875"/>
            <a:ext cx="5389441" cy="3951288"/>
          </a:xfrm>
          <a:prstGeom prst="rect">
            <a:avLst/>
          </a:prstGeom>
        </p:spPr>
        <p:txBody>
          <a:bodyPr/>
          <a:lstStyle>
            <a:lvl1pPr>
              <a:defRPr sz="2905"/>
            </a:lvl1pPr>
            <a:lvl2pPr>
              <a:defRPr sz="2420"/>
            </a:lvl2pPr>
            <a:lvl3pPr>
              <a:defRPr sz="2175"/>
            </a:lvl3pPr>
            <a:lvl4pPr>
              <a:defRPr sz="1935"/>
            </a:lvl4pPr>
            <a:lvl5pPr>
              <a:defRPr sz="1935"/>
            </a:lvl5pPr>
            <a:lvl6pPr>
              <a:defRPr sz="1935"/>
            </a:lvl6pPr>
            <a:lvl7pPr>
              <a:defRPr sz="1935"/>
            </a:lvl7pPr>
            <a:lvl8pPr>
              <a:defRPr sz="1935"/>
            </a:lvl8pPr>
            <a:lvl9pPr>
              <a:defRPr sz="19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3050"/>
            <a:ext cx="4010881" cy="1162050"/>
          </a:xfrm>
          <a:prstGeom prst="rect">
            <a:avLst/>
          </a:prstGeom>
        </p:spPr>
        <p:txBody>
          <a:bodyPr anchor="b"/>
          <a:lstStyle>
            <a:lvl1pPr algn="l">
              <a:defRPr sz="242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361" y="273051"/>
            <a:ext cx="6816000" cy="5853113"/>
          </a:xfrm>
          <a:prstGeom prst="rect">
            <a:avLst/>
          </a:prstGeom>
        </p:spPr>
        <p:txBody>
          <a:bodyPr/>
          <a:lstStyle>
            <a:lvl1pPr>
              <a:defRPr sz="3870"/>
            </a:lvl1pPr>
            <a:lvl2pPr>
              <a:defRPr sz="3385"/>
            </a:lvl2pPr>
            <a:lvl3pPr>
              <a:defRPr sz="2905"/>
            </a:lvl3pPr>
            <a:lvl4pPr>
              <a:defRPr sz="2420"/>
            </a:lvl4pPr>
            <a:lvl5pPr>
              <a:defRPr sz="2420"/>
            </a:lvl5pPr>
            <a:lvl6pPr>
              <a:defRPr sz="2420"/>
            </a:lvl6pPr>
            <a:lvl7pPr>
              <a:defRPr sz="2420"/>
            </a:lvl7pPr>
            <a:lvl8pPr>
              <a:defRPr sz="2420"/>
            </a:lvl8pPr>
            <a:lvl9pPr>
              <a:defRPr sz="24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0560" y="1435101"/>
            <a:ext cx="4010881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5"/>
            </a:lvl1pPr>
            <a:lvl2pPr marL="553085" indent="0">
              <a:buNone/>
              <a:defRPr sz="1450"/>
            </a:lvl2pPr>
            <a:lvl3pPr marL="1106170" indent="0">
              <a:buNone/>
              <a:defRPr sz="1210"/>
            </a:lvl3pPr>
            <a:lvl4pPr marL="1658620" indent="0">
              <a:buNone/>
              <a:defRPr sz="1090"/>
            </a:lvl4pPr>
            <a:lvl5pPr marL="2211705" indent="0">
              <a:buNone/>
              <a:defRPr sz="1090"/>
            </a:lvl5pPr>
            <a:lvl6pPr marL="2764790" indent="0">
              <a:buNone/>
              <a:defRPr sz="1090"/>
            </a:lvl6pPr>
            <a:lvl7pPr marL="3317875" indent="0">
              <a:buNone/>
              <a:defRPr sz="1090"/>
            </a:lvl7pPr>
            <a:lvl8pPr marL="3870325" indent="0">
              <a:buNone/>
              <a:defRPr sz="1090"/>
            </a:lvl8pPr>
            <a:lvl9pPr marL="4423410" indent="0">
              <a:buNone/>
              <a:defRPr sz="10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401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42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401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70"/>
            </a:lvl1pPr>
            <a:lvl2pPr marL="553085" indent="0">
              <a:buNone/>
              <a:defRPr sz="3385"/>
            </a:lvl2pPr>
            <a:lvl3pPr marL="1106170" indent="0">
              <a:buNone/>
              <a:defRPr sz="2905"/>
            </a:lvl3pPr>
            <a:lvl4pPr marL="1658620" indent="0">
              <a:buNone/>
              <a:defRPr sz="2420"/>
            </a:lvl4pPr>
            <a:lvl5pPr marL="2211705" indent="0">
              <a:buNone/>
              <a:defRPr sz="2420"/>
            </a:lvl5pPr>
            <a:lvl6pPr marL="2764790" indent="0">
              <a:buNone/>
              <a:defRPr sz="2420"/>
            </a:lvl6pPr>
            <a:lvl7pPr marL="3317875" indent="0">
              <a:buNone/>
              <a:defRPr sz="2420"/>
            </a:lvl7pPr>
            <a:lvl8pPr marL="3870325" indent="0">
              <a:buNone/>
              <a:defRPr sz="2420"/>
            </a:lvl8pPr>
            <a:lvl9pPr marL="4423410" indent="0">
              <a:buNone/>
              <a:defRPr sz="242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87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algun Gothic" panose="020B0503020000020004" pitchFamily="34" charset="-127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401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5"/>
            </a:lvl1pPr>
            <a:lvl2pPr marL="553085" indent="0">
              <a:buNone/>
              <a:defRPr sz="1450"/>
            </a:lvl2pPr>
            <a:lvl3pPr marL="1106170" indent="0">
              <a:buNone/>
              <a:defRPr sz="1210"/>
            </a:lvl3pPr>
            <a:lvl4pPr marL="1658620" indent="0">
              <a:buNone/>
              <a:defRPr sz="1090"/>
            </a:lvl4pPr>
            <a:lvl5pPr marL="2211705" indent="0">
              <a:buNone/>
              <a:defRPr sz="1090"/>
            </a:lvl5pPr>
            <a:lvl6pPr marL="2764790" indent="0">
              <a:buNone/>
              <a:defRPr sz="1090"/>
            </a:lvl6pPr>
            <a:lvl7pPr marL="3317875" indent="0">
              <a:buNone/>
              <a:defRPr sz="1090"/>
            </a:lvl7pPr>
            <a:lvl8pPr marL="3870325" indent="0">
              <a:buNone/>
              <a:defRPr sz="1090"/>
            </a:lvl8pPr>
            <a:lvl9pPr marL="4423410" indent="0">
              <a:buNone/>
              <a:defRPr sz="10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0" y="1600201"/>
            <a:ext cx="1097280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1601" y="274639"/>
            <a:ext cx="274176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0" y="274639"/>
            <a:ext cx="8046721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3921" y="2130426"/>
            <a:ext cx="1036416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761" y="3886200"/>
            <a:ext cx="8534399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553085" indent="0" algn="ctr">
              <a:buNone/>
              <a:defRPr/>
            </a:lvl2pPr>
            <a:lvl3pPr marL="1106170" indent="0" algn="ctr">
              <a:buNone/>
              <a:defRPr/>
            </a:lvl3pPr>
            <a:lvl4pPr marL="1658620" indent="0" algn="ctr">
              <a:buNone/>
              <a:defRPr/>
            </a:lvl4pPr>
            <a:lvl5pPr marL="2211705" indent="0" algn="ctr">
              <a:buNone/>
              <a:defRPr/>
            </a:lvl5pPr>
            <a:lvl6pPr marL="2764790" indent="0" algn="ctr">
              <a:buNone/>
              <a:defRPr/>
            </a:lvl6pPr>
            <a:lvl7pPr marL="3317875" indent="0" algn="ctr">
              <a:buNone/>
              <a:defRPr/>
            </a:lvl7pPr>
            <a:lvl8pPr marL="3870325" indent="0" algn="ctr">
              <a:buNone/>
              <a:defRPr/>
            </a:lvl8pPr>
            <a:lvl9pPr marL="442341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560" y="1600201"/>
            <a:ext cx="1097280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840" y="4406901"/>
            <a:ext cx="10362241" cy="1362075"/>
          </a:xfrm>
          <a:prstGeom prst="rect">
            <a:avLst/>
          </a:prstGeom>
        </p:spPr>
        <p:txBody>
          <a:bodyPr anchor="t"/>
          <a:lstStyle>
            <a:lvl1pPr algn="l">
              <a:defRPr sz="484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840" y="2906713"/>
            <a:ext cx="1036224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20"/>
            </a:lvl1pPr>
            <a:lvl2pPr marL="553085" indent="0">
              <a:buNone/>
              <a:defRPr sz="2175"/>
            </a:lvl2pPr>
            <a:lvl3pPr marL="1106170" indent="0">
              <a:buNone/>
              <a:defRPr sz="1935"/>
            </a:lvl3pPr>
            <a:lvl4pPr marL="1658620" indent="0">
              <a:buNone/>
              <a:defRPr sz="1695"/>
            </a:lvl4pPr>
            <a:lvl5pPr marL="2211705" indent="0">
              <a:buNone/>
              <a:defRPr sz="1695"/>
            </a:lvl5pPr>
            <a:lvl6pPr marL="2764790" indent="0">
              <a:buNone/>
              <a:defRPr sz="1695"/>
            </a:lvl6pPr>
            <a:lvl7pPr marL="3317875" indent="0">
              <a:buNone/>
              <a:defRPr sz="1695"/>
            </a:lvl7pPr>
            <a:lvl8pPr marL="3870325" indent="0">
              <a:buNone/>
              <a:defRPr sz="1695"/>
            </a:lvl8pPr>
            <a:lvl9pPr marL="4423410" indent="0">
              <a:buNone/>
              <a:defRPr sz="16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0560" y="1600201"/>
            <a:ext cx="5393281" cy="4525963"/>
          </a:xfrm>
          <a:prstGeom prst="rect">
            <a:avLst/>
          </a:prstGeom>
        </p:spPr>
        <p:txBody>
          <a:bodyPr/>
          <a:lstStyle>
            <a:lvl1pPr>
              <a:defRPr sz="3385"/>
            </a:lvl1pPr>
            <a:lvl2pPr>
              <a:defRPr sz="2905"/>
            </a:lvl2pPr>
            <a:lvl3pPr>
              <a:defRPr sz="2420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161" y="1600201"/>
            <a:ext cx="5395200" cy="4525963"/>
          </a:xfrm>
          <a:prstGeom prst="rect">
            <a:avLst/>
          </a:prstGeom>
        </p:spPr>
        <p:txBody>
          <a:bodyPr/>
          <a:lstStyle>
            <a:lvl1pPr>
              <a:defRPr sz="3385"/>
            </a:lvl1pPr>
            <a:lvl2pPr>
              <a:defRPr sz="2905"/>
            </a:lvl2pPr>
            <a:lvl3pPr>
              <a:defRPr sz="2420"/>
            </a:lvl3pPr>
            <a:lvl4pPr>
              <a:defRPr sz="2175"/>
            </a:lvl4pPr>
            <a:lvl5pPr>
              <a:defRPr sz="2175"/>
            </a:lvl5pPr>
            <a:lvl6pPr>
              <a:defRPr sz="2175"/>
            </a:lvl6pPr>
            <a:lvl7pPr>
              <a:defRPr sz="2175"/>
            </a:lvl7pPr>
            <a:lvl8pPr>
              <a:defRPr sz="2175"/>
            </a:lvl8pPr>
            <a:lvl9pPr>
              <a:defRPr sz="21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0560" y="1535113"/>
            <a:ext cx="538560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905" b="1"/>
            </a:lvl1pPr>
            <a:lvl2pPr marL="553085" indent="0">
              <a:buNone/>
              <a:defRPr sz="2420" b="1"/>
            </a:lvl2pPr>
            <a:lvl3pPr marL="1106170" indent="0">
              <a:buNone/>
              <a:defRPr sz="2175" b="1"/>
            </a:lvl3pPr>
            <a:lvl4pPr marL="1658620" indent="0">
              <a:buNone/>
              <a:defRPr sz="1935" b="1"/>
            </a:lvl4pPr>
            <a:lvl5pPr marL="2211705" indent="0">
              <a:buNone/>
              <a:defRPr sz="1935" b="1"/>
            </a:lvl5pPr>
            <a:lvl6pPr marL="2764790" indent="0">
              <a:buNone/>
              <a:defRPr sz="1935" b="1"/>
            </a:lvl6pPr>
            <a:lvl7pPr marL="3317875" indent="0">
              <a:buNone/>
              <a:defRPr sz="1935" b="1"/>
            </a:lvl7pPr>
            <a:lvl8pPr marL="3870325" indent="0">
              <a:buNone/>
              <a:defRPr sz="1935" b="1"/>
            </a:lvl8pPr>
            <a:lvl9pPr marL="4423410" indent="0">
              <a:buNone/>
              <a:defRPr sz="19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0560" y="2174875"/>
            <a:ext cx="5385601" cy="3951288"/>
          </a:xfrm>
          <a:prstGeom prst="rect">
            <a:avLst/>
          </a:prstGeom>
        </p:spPr>
        <p:txBody>
          <a:bodyPr/>
          <a:lstStyle>
            <a:lvl1pPr>
              <a:defRPr sz="2905"/>
            </a:lvl1pPr>
            <a:lvl2pPr>
              <a:defRPr sz="2420"/>
            </a:lvl2pPr>
            <a:lvl3pPr>
              <a:defRPr sz="2175"/>
            </a:lvl3pPr>
            <a:lvl4pPr>
              <a:defRPr sz="1935"/>
            </a:lvl4pPr>
            <a:lvl5pPr>
              <a:defRPr sz="1935"/>
            </a:lvl5pPr>
            <a:lvl6pPr>
              <a:defRPr sz="1935"/>
            </a:lvl6pPr>
            <a:lvl7pPr>
              <a:defRPr sz="1935"/>
            </a:lvl7pPr>
            <a:lvl8pPr>
              <a:defRPr sz="1935"/>
            </a:lvl8pPr>
            <a:lvl9pPr>
              <a:defRPr sz="19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920" y="1535113"/>
            <a:ext cx="538944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905" b="1"/>
            </a:lvl1pPr>
            <a:lvl2pPr marL="553085" indent="0">
              <a:buNone/>
              <a:defRPr sz="2420" b="1"/>
            </a:lvl2pPr>
            <a:lvl3pPr marL="1106170" indent="0">
              <a:buNone/>
              <a:defRPr sz="2175" b="1"/>
            </a:lvl3pPr>
            <a:lvl4pPr marL="1658620" indent="0">
              <a:buNone/>
              <a:defRPr sz="1935" b="1"/>
            </a:lvl4pPr>
            <a:lvl5pPr marL="2211705" indent="0">
              <a:buNone/>
              <a:defRPr sz="1935" b="1"/>
            </a:lvl5pPr>
            <a:lvl6pPr marL="2764790" indent="0">
              <a:buNone/>
              <a:defRPr sz="1935" b="1"/>
            </a:lvl6pPr>
            <a:lvl7pPr marL="3317875" indent="0">
              <a:buNone/>
              <a:defRPr sz="1935" b="1"/>
            </a:lvl7pPr>
            <a:lvl8pPr marL="3870325" indent="0">
              <a:buNone/>
              <a:defRPr sz="1935" b="1"/>
            </a:lvl8pPr>
            <a:lvl9pPr marL="4423410" indent="0">
              <a:buNone/>
              <a:defRPr sz="19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920" y="2174875"/>
            <a:ext cx="5389441" cy="3951288"/>
          </a:xfrm>
          <a:prstGeom prst="rect">
            <a:avLst/>
          </a:prstGeom>
        </p:spPr>
        <p:txBody>
          <a:bodyPr/>
          <a:lstStyle>
            <a:lvl1pPr>
              <a:defRPr sz="2905"/>
            </a:lvl1pPr>
            <a:lvl2pPr>
              <a:defRPr sz="2420"/>
            </a:lvl2pPr>
            <a:lvl3pPr>
              <a:defRPr sz="2175"/>
            </a:lvl3pPr>
            <a:lvl4pPr>
              <a:defRPr sz="1935"/>
            </a:lvl4pPr>
            <a:lvl5pPr>
              <a:defRPr sz="1935"/>
            </a:lvl5pPr>
            <a:lvl6pPr>
              <a:defRPr sz="1935"/>
            </a:lvl6pPr>
            <a:lvl7pPr>
              <a:defRPr sz="1935"/>
            </a:lvl7pPr>
            <a:lvl8pPr>
              <a:defRPr sz="1935"/>
            </a:lvl8pPr>
            <a:lvl9pPr>
              <a:defRPr sz="19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3050"/>
            <a:ext cx="4010881" cy="1162050"/>
          </a:xfrm>
          <a:prstGeom prst="rect">
            <a:avLst/>
          </a:prstGeom>
        </p:spPr>
        <p:txBody>
          <a:bodyPr anchor="b"/>
          <a:lstStyle>
            <a:lvl1pPr algn="l">
              <a:defRPr sz="242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361" y="273051"/>
            <a:ext cx="6816000" cy="5853113"/>
          </a:xfrm>
          <a:prstGeom prst="rect">
            <a:avLst/>
          </a:prstGeom>
        </p:spPr>
        <p:txBody>
          <a:bodyPr/>
          <a:lstStyle>
            <a:lvl1pPr>
              <a:defRPr sz="3870"/>
            </a:lvl1pPr>
            <a:lvl2pPr>
              <a:defRPr sz="3385"/>
            </a:lvl2pPr>
            <a:lvl3pPr>
              <a:defRPr sz="2905"/>
            </a:lvl3pPr>
            <a:lvl4pPr>
              <a:defRPr sz="2420"/>
            </a:lvl4pPr>
            <a:lvl5pPr>
              <a:defRPr sz="2420"/>
            </a:lvl5pPr>
            <a:lvl6pPr>
              <a:defRPr sz="2420"/>
            </a:lvl6pPr>
            <a:lvl7pPr>
              <a:defRPr sz="2420"/>
            </a:lvl7pPr>
            <a:lvl8pPr>
              <a:defRPr sz="2420"/>
            </a:lvl8pPr>
            <a:lvl9pPr>
              <a:defRPr sz="24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0560" y="1435101"/>
            <a:ext cx="4010881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5"/>
            </a:lvl1pPr>
            <a:lvl2pPr marL="553085" indent="0">
              <a:buNone/>
              <a:defRPr sz="1450"/>
            </a:lvl2pPr>
            <a:lvl3pPr marL="1106170" indent="0">
              <a:buNone/>
              <a:defRPr sz="1210"/>
            </a:lvl3pPr>
            <a:lvl4pPr marL="1658620" indent="0">
              <a:buNone/>
              <a:defRPr sz="1090"/>
            </a:lvl4pPr>
            <a:lvl5pPr marL="2211705" indent="0">
              <a:buNone/>
              <a:defRPr sz="1090"/>
            </a:lvl5pPr>
            <a:lvl6pPr marL="2764790" indent="0">
              <a:buNone/>
              <a:defRPr sz="1090"/>
            </a:lvl6pPr>
            <a:lvl7pPr marL="3317875" indent="0">
              <a:buNone/>
              <a:defRPr sz="1090"/>
            </a:lvl7pPr>
            <a:lvl8pPr marL="3870325" indent="0">
              <a:buNone/>
              <a:defRPr sz="1090"/>
            </a:lvl8pPr>
            <a:lvl9pPr marL="4423410" indent="0">
              <a:buNone/>
              <a:defRPr sz="10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401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42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401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70"/>
            </a:lvl1pPr>
            <a:lvl2pPr marL="553085" indent="0">
              <a:buNone/>
              <a:defRPr sz="3385"/>
            </a:lvl2pPr>
            <a:lvl3pPr marL="1106170" indent="0">
              <a:buNone/>
              <a:defRPr sz="2905"/>
            </a:lvl3pPr>
            <a:lvl4pPr marL="1658620" indent="0">
              <a:buNone/>
              <a:defRPr sz="2420"/>
            </a:lvl4pPr>
            <a:lvl5pPr marL="2211705" indent="0">
              <a:buNone/>
              <a:defRPr sz="2420"/>
            </a:lvl5pPr>
            <a:lvl6pPr marL="2764790" indent="0">
              <a:buNone/>
              <a:defRPr sz="2420"/>
            </a:lvl6pPr>
            <a:lvl7pPr marL="3317875" indent="0">
              <a:buNone/>
              <a:defRPr sz="2420"/>
            </a:lvl7pPr>
            <a:lvl8pPr marL="3870325" indent="0">
              <a:buNone/>
              <a:defRPr sz="2420"/>
            </a:lvl8pPr>
            <a:lvl9pPr marL="4423410" indent="0">
              <a:buNone/>
              <a:defRPr sz="242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87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401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5"/>
            </a:lvl1pPr>
            <a:lvl2pPr marL="553085" indent="0">
              <a:buNone/>
              <a:defRPr sz="1450"/>
            </a:lvl2pPr>
            <a:lvl3pPr marL="1106170" indent="0">
              <a:buNone/>
              <a:defRPr sz="1210"/>
            </a:lvl3pPr>
            <a:lvl4pPr marL="1658620" indent="0">
              <a:buNone/>
              <a:defRPr sz="1090"/>
            </a:lvl4pPr>
            <a:lvl5pPr marL="2211705" indent="0">
              <a:buNone/>
              <a:defRPr sz="1090"/>
            </a:lvl5pPr>
            <a:lvl6pPr marL="2764790" indent="0">
              <a:buNone/>
              <a:defRPr sz="1090"/>
            </a:lvl6pPr>
            <a:lvl7pPr marL="3317875" indent="0">
              <a:buNone/>
              <a:defRPr sz="1090"/>
            </a:lvl7pPr>
            <a:lvl8pPr marL="3870325" indent="0">
              <a:buNone/>
              <a:defRPr sz="1090"/>
            </a:lvl8pPr>
            <a:lvl9pPr marL="4423410" indent="0">
              <a:buNone/>
              <a:defRPr sz="10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0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0" y="1600201"/>
            <a:ext cx="1097280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1601" y="274639"/>
            <a:ext cx="274176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0" y="274639"/>
            <a:ext cx="8046721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3.jpe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11750675" y="6619875"/>
            <a:ext cx="347663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55681" rIns="0" bIns="55681" anchor="ctr"/>
          <a:p>
            <a:pPr lvl="0" algn="ctr">
              <a:lnSpc>
                <a:spcPct val="130000"/>
              </a:lnSpc>
            </a:pPr>
            <a:fld id="{9A0DB2DC-4C9A-4742-B13C-FB6460FD3503}" type="slidenum">
              <a:rPr lang="en-GB" altLang="en-US" sz="1000" i="1" dirty="0">
                <a:solidFill>
                  <a:srgbClr val="000066"/>
                </a:solidFill>
                <a:latin typeface="Tahoma" panose="020B0604030504040204" pitchFamily="34" charset="0"/>
                <a:ea typeface="Gulim" pitchFamily="34" charset="-127"/>
              </a:rPr>
            </a:fld>
            <a:r>
              <a:rPr lang="en-GB" altLang="en-US" sz="1000" i="1" dirty="0">
                <a:solidFill>
                  <a:srgbClr val="000066"/>
                </a:solidFill>
                <a:latin typeface="Tahoma" panose="020B0604030504040204" pitchFamily="34" charset="0"/>
                <a:ea typeface="Gulim" pitchFamily="34" charset="-127"/>
              </a:rPr>
              <a:t> </a:t>
            </a:r>
            <a:endParaRPr lang="ko-KR" altLang="en-US" sz="1000" i="1" dirty="0">
              <a:solidFill>
                <a:srgbClr val="000066"/>
              </a:solidFill>
              <a:latin typeface="Tahoma" panose="020B0604030504040204" pitchFamily="34" charset="0"/>
              <a:ea typeface="Gulim" pitchFamily="34" charset="-127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0099675" y="46038"/>
            <a:ext cx="2171700" cy="33020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93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数据库原理及应用</a:t>
            </a:r>
            <a:endParaRPr kumimoji="0" lang="zh-CN" altLang="en-US" sz="1935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28" name="Picture 2" descr="subbar"/>
          <p:cNvPicPr>
            <a:picLocks noChangeAspect="1"/>
          </p:cNvPicPr>
          <p:nvPr userDrawn="1"/>
        </p:nvPicPr>
        <p:blipFill>
          <a:blip r:embed="rId12"/>
          <a:srcRect l="189" r="267"/>
          <a:stretch>
            <a:fillRect/>
          </a:stretch>
        </p:blipFill>
        <p:spPr>
          <a:xfrm>
            <a:off x="0" y="-7937"/>
            <a:ext cx="12192000" cy="339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9955371" y="44450"/>
            <a:ext cx="2214245" cy="300355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69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电子科技大学</a:t>
            </a:r>
            <a:r>
              <a:rPr kumimoji="0" lang="en-US" altLang="zh-CN" sz="169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-</a:t>
            </a:r>
            <a:r>
              <a:rPr kumimoji="0" lang="zh-CN" altLang="en-US" sz="169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胡成华</a:t>
            </a:r>
            <a:endParaRPr kumimoji="0" lang="zh-CN" altLang="en-US" sz="1695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0" y="31750"/>
            <a:ext cx="2395538" cy="300038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69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数据库系统原理与开发</a:t>
            </a:r>
            <a:endParaRPr kumimoji="0" lang="zh-CN" altLang="en-US" sz="1695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+mj-lt"/>
          <a:ea typeface="Malgun Gothic" panose="020B0503020000020004" pitchFamily="34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5pPr>
      <a:lvl6pPr marL="553085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6pPr>
      <a:lvl7pPr marL="1106170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7pPr>
      <a:lvl8pPr marL="1658620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8pPr>
      <a:lvl9pPr marL="2211705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9pPr>
    </p:titleStyle>
    <p:bodyStyle>
      <a:lvl1pPr marL="541655" indent="-54165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3600">
          <a:solidFill>
            <a:schemeClr val="tx1"/>
          </a:solidFill>
          <a:latin typeface="+mn-lt"/>
          <a:ea typeface="Malgun Gothic" panose="020B0503020000020004" pitchFamily="34" charset="-127"/>
          <a:cs typeface="+mn-cs"/>
        </a:defRPr>
      </a:lvl1pPr>
      <a:lvl2pPr marL="1075055" indent="-53213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3100">
          <a:solidFill>
            <a:schemeClr val="tx1"/>
          </a:solidFill>
          <a:latin typeface="+mn-lt"/>
          <a:ea typeface="Malgun Gothic" panose="020B0503020000020004" pitchFamily="34" charset="-127"/>
        </a:defRPr>
      </a:lvl2pPr>
      <a:lvl3pPr marL="1564005" indent="-4876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600">
          <a:solidFill>
            <a:schemeClr val="tx1"/>
          </a:solidFill>
          <a:latin typeface="+mn-lt"/>
          <a:ea typeface="Malgun Gothic" panose="020B0503020000020004" pitchFamily="34" charset="-127"/>
        </a:defRPr>
      </a:lvl3pPr>
      <a:lvl4pPr marL="2032000" indent="-465455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Malgun Gothic" panose="020B0503020000020004" pitchFamily="34" charset="-127"/>
        </a:defRPr>
      </a:lvl4pPr>
      <a:lvl5pPr marL="250380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Malgun Gothic" panose="020B0503020000020004" pitchFamily="34" charset="-127"/>
        </a:defRPr>
      </a:lvl5pPr>
      <a:lvl6pPr marL="305625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6pPr>
      <a:lvl7pPr marL="3609340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7pPr>
      <a:lvl8pPr marL="416242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8pPr>
      <a:lvl9pPr marL="4715510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1pPr>
      <a:lvl2pPr marL="55308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2pPr>
      <a:lvl3pPr marL="110617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3pPr>
      <a:lvl4pPr marL="165862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4pPr>
      <a:lvl5pPr marL="221170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5pPr>
      <a:lvl6pPr marL="276479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6pPr>
      <a:lvl7pPr marL="331787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7pPr>
      <a:lvl8pPr marL="387032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8pPr>
      <a:lvl9pPr marL="442341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Picture 122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4343400"/>
            <a:ext cx="12192000" cy="2528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121" descr="Untitled-5 copy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26892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2" name="Group 4"/>
          <p:cNvGrpSpPr/>
          <p:nvPr userDrawn="1"/>
        </p:nvGrpSpPr>
        <p:grpSpPr>
          <a:xfrm>
            <a:off x="4244975" y="1300163"/>
            <a:ext cx="6967538" cy="912812"/>
            <a:chOff x="0" y="0"/>
            <a:chExt cx="3629" cy="575"/>
          </a:xfrm>
        </p:grpSpPr>
        <p:sp>
          <p:nvSpPr>
            <p:cNvPr id="2054" name="Oval 10"/>
            <p:cNvSpPr>
              <a:spLocks noChangeArrowheads="1"/>
            </p:cNvSpPr>
            <p:nvPr/>
          </p:nvSpPr>
          <p:spPr bwMode="auto">
            <a:xfrm>
              <a:off x="0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5" name="Oval 11"/>
            <p:cNvSpPr>
              <a:spLocks noChangeArrowheads="1"/>
            </p:cNvSpPr>
            <p:nvPr/>
          </p:nvSpPr>
          <p:spPr bwMode="auto">
            <a:xfrm>
              <a:off x="117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6" name="Oval 12"/>
            <p:cNvSpPr>
              <a:spLocks noChangeArrowheads="1"/>
            </p:cNvSpPr>
            <p:nvPr/>
          </p:nvSpPr>
          <p:spPr bwMode="auto">
            <a:xfrm>
              <a:off x="234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7" name="Oval 13"/>
            <p:cNvSpPr>
              <a:spLocks noChangeArrowheads="1"/>
            </p:cNvSpPr>
            <p:nvPr/>
          </p:nvSpPr>
          <p:spPr bwMode="auto">
            <a:xfrm>
              <a:off x="351" y="3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8" name="Oval 14"/>
            <p:cNvSpPr>
              <a:spLocks noChangeArrowheads="1"/>
            </p:cNvSpPr>
            <p:nvPr/>
          </p:nvSpPr>
          <p:spPr bwMode="auto">
            <a:xfrm>
              <a:off x="467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59" name="Oval 15"/>
            <p:cNvSpPr>
              <a:spLocks noChangeArrowheads="1"/>
            </p:cNvSpPr>
            <p:nvPr/>
          </p:nvSpPr>
          <p:spPr bwMode="auto">
            <a:xfrm>
              <a:off x="584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0" name="Oval 16"/>
            <p:cNvSpPr>
              <a:spLocks noChangeArrowheads="1"/>
            </p:cNvSpPr>
            <p:nvPr/>
          </p:nvSpPr>
          <p:spPr bwMode="auto">
            <a:xfrm>
              <a:off x="709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1" name="Oval 17"/>
            <p:cNvSpPr>
              <a:spLocks noChangeArrowheads="1"/>
            </p:cNvSpPr>
            <p:nvPr/>
          </p:nvSpPr>
          <p:spPr bwMode="auto">
            <a:xfrm>
              <a:off x="826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2" name="Oval 18"/>
            <p:cNvSpPr>
              <a:spLocks noChangeArrowheads="1"/>
            </p:cNvSpPr>
            <p:nvPr/>
          </p:nvSpPr>
          <p:spPr bwMode="auto">
            <a:xfrm>
              <a:off x="943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3" name="Oval 19"/>
            <p:cNvSpPr>
              <a:spLocks noChangeArrowheads="1"/>
            </p:cNvSpPr>
            <p:nvPr/>
          </p:nvSpPr>
          <p:spPr bwMode="auto">
            <a:xfrm>
              <a:off x="1059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4" name="Oval 20"/>
            <p:cNvSpPr>
              <a:spLocks noChangeArrowheads="1"/>
            </p:cNvSpPr>
            <p:nvPr/>
          </p:nvSpPr>
          <p:spPr bwMode="auto">
            <a:xfrm>
              <a:off x="1176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5" name="Oval 21"/>
            <p:cNvSpPr>
              <a:spLocks noChangeArrowheads="1"/>
            </p:cNvSpPr>
            <p:nvPr/>
          </p:nvSpPr>
          <p:spPr bwMode="auto">
            <a:xfrm>
              <a:off x="1293" y="0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6" name="Oval 22"/>
            <p:cNvSpPr>
              <a:spLocks noChangeArrowheads="1"/>
            </p:cNvSpPr>
            <p:nvPr/>
          </p:nvSpPr>
          <p:spPr bwMode="auto">
            <a:xfrm>
              <a:off x="1418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7" name="Oval 23"/>
            <p:cNvSpPr>
              <a:spLocks noChangeArrowheads="1"/>
            </p:cNvSpPr>
            <p:nvPr/>
          </p:nvSpPr>
          <p:spPr bwMode="auto">
            <a:xfrm>
              <a:off x="1534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8" name="Oval 24"/>
            <p:cNvSpPr>
              <a:spLocks noChangeArrowheads="1"/>
            </p:cNvSpPr>
            <p:nvPr/>
          </p:nvSpPr>
          <p:spPr bwMode="auto">
            <a:xfrm>
              <a:off x="1651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69" name="Oval 25"/>
            <p:cNvSpPr>
              <a:spLocks noChangeArrowheads="1"/>
            </p:cNvSpPr>
            <p:nvPr/>
          </p:nvSpPr>
          <p:spPr bwMode="auto">
            <a:xfrm>
              <a:off x="1768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0" name="Oval 26"/>
            <p:cNvSpPr>
              <a:spLocks noChangeArrowheads="1"/>
            </p:cNvSpPr>
            <p:nvPr/>
          </p:nvSpPr>
          <p:spPr bwMode="auto">
            <a:xfrm>
              <a:off x="1885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1" name="Oval 27"/>
            <p:cNvSpPr>
              <a:spLocks noChangeArrowheads="1"/>
            </p:cNvSpPr>
            <p:nvPr/>
          </p:nvSpPr>
          <p:spPr bwMode="auto">
            <a:xfrm>
              <a:off x="2002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2" name="Oval 28"/>
            <p:cNvSpPr>
              <a:spLocks noChangeArrowheads="1"/>
            </p:cNvSpPr>
            <p:nvPr/>
          </p:nvSpPr>
          <p:spPr bwMode="auto">
            <a:xfrm>
              <a:off x="2126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3" name="Oval 29"/>
            <p:cNvSpPr>
              <a:spLocks noChangeArrowheads="1"/>
            </p:cNvSpPr>
            <p:nvPr/>
          </p:nvSpPr>
          <p:spPr bwMode="auto">
            <a:xfrm>
              <a:off x="2243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4" name="Oval 30"/>
            <p:cNvSpPr>
              <a:spLocks noChangeArrowheads="1"/>
            </p:cNvSpPr>
            <p:nvPr/>
          </p:nvSpPr>
          <p:spPr bwMode="auto">
            <a:xfrm>
              <a:off x="2360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5" name="Oval 31"/>
            <p:cNvSpPr>
              <a:spLocks noChangeArrowheads="1"/>
            </p:cNvSpPr>
            <p:nvPr/>
          </p:nvSpPr>
          <p:spPr bwMode="auto">
            <a:xfrm>
              <a:off x="2477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6" name="Oval 32"/>
            <p:cNvSpPr>
              <a:spLocks noChangeArrowheads="1"/>
            </p:cNvSpPr>
            <p:nvPr/>
          </p:nvSpPr>
          <p:spPr bwMode="auto">
            <a:xfrm>
              <a:off x="2594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7" name="Oval 33"/>
            <p:cNvSpPr>
              <a:spLocks noChangeArrowheads="1"/>
            </p:cNvSpPr>
            <p:nvPr/>
          </p:nvSpPr>
          <p:spPr bwMode="auto">
            <a:xfrm>
              <a:off x="2711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8" name="Oval 34"/>
            <p:cNvSpPr>
              <a:spLocks noChangeArrowheads="1"/>
            </p:cNvSpPr>
            <p:nvPr/>
          </p:nvSpPr>
          <p:spPr bwMode="auto">
            <a:xfrm>
              <a:off x="2835" y="7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79" name="Oval 35"/>
            <p:cNvSpPr>
              <a:spLocks noChangeArrowheads="1"/>
            </p:cNvSpPr>
            <p:nvPr/>
          </p:nvSpPr>
          <p:spPr bwMode="auto">
            <a:xfrm>
              <a:off x="2952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0" name="Oval 36"/>
            <p:cNvSpPr>
              <a:spLocks noChangeArrowheads="1"/>
            </p:cNvSpPr>
            <p:nvPr/>
          </p:nvSpPr>
          <p:spPr bwMode="auto">
            <a:xfrm>
              <a:off x="3069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1" name="Oval 37"/>
            <p:cNvSpPr>
              <a:spLocks noChangeArrowheads="1"/>
            </p:cNvSpPr>
            <p:nvPr/>
          </p:nvSpPr>
          <p:spPr bwMode="auto">
            <a:xfrm>
              <a:off x="3186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2" name="Oval 38"/>
            <p:cNvSpPr>
              <a:spLocks noChangeArrowheads="1"/>
            </p:cNvSpPr>
            <p:nvPr/>
          </p:nvSpPr>
          <p:spPr bwMode="auto">
            <a:xfrm>
              <a:off x="3303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3" name="Oval 39"/>
            <p:cNvSpPr>
              <a:spLocks noChangeArrowheads="1"/>
            </p:cNvSpPr>
            <p:nvPr/>
          </p:nvSpPr>
          <p:spPr bwMode="auto">
            <a:xfrm>
              <a:off x="0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4" name="Oval 40"/>
            <p:cNvSpPr>
              <a:spLocks noChangeArrowheads="1"/>
            </p:cNvSpPr>
            <p:nvPr/>
          </p:nvSpPr>
          <p:spPr bwMode="auto">
            <a:xfrm>
              <a:off x="117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5" name="Oval 41"/>
            <p:cNvSpPr>
              <a:spLocks noChangeArrowheads="1"/>
            </p:cNvSpPr>
            <p:nvPr/>
          </p:nvSpPr>
          <p:spPr bwMode="auto">
            <a:xfrm>
              <a:off x="234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6" name="Oval 42"/>
            <p:cNvSpPr>
              <a:spLocks noChangeArrowheads="1"/>
            </p:cNvSpPr>
            <p:nvPr/>
          </p:nvSpPr>
          <p:spPr bwMode="auto">
            <a:xfrm>
              <a:off x="351" y="123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7" name="Oval 43"/>
            <p:cNvSpPr>
              <a:spLocks noChangeArrowheads="1"/>
            </p:cNvSpPr>
            <p:nvPr/>
          </p:nvSpPr>
          <p:spPr bwMode="auto">
            <a:xfrm>
              <a:off x="467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8" name="Oval 44"/>
            <p:cNvSpPr>
              <a:spLocks noChangeArrowheads="1"/>
            </p:cNvSpPr>
            <p:nvPr/>
          </p:nvSpPr>
          <p:spPr bwMode="auto">
            <a:xfrm>
              <a:off x="584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89" name="Oval 45"/>
            <p:cNvSpPr>
              <a:spLocks noChangeArrowheads="1"/>
            </p:cNvSpPr>
            <p:nvPr/>
          </p:nvSpPr>
          <p:spPr bwMode="auto">
            <a:xfrm>
              <a:off x="709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0" name="Oval 46"/>
            <p:cNvSpPr>
              <a:spLocks noChangeArrowheads="1"/>
            </p:cNvSpPr>
            <p:nvPr/>
          </p:nvSpPr>
          <p:spPr bwMode="auto">
            <a:xfrm>
              <a:off x="826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1" name="Oval 47"/>
            <p:cNvSpPr>
              <a:spLocks noChangeArrowheads="1"/>
            </p:cNvSpPr>
            <p:nvPr/>
          </p:nvSpPr>
          <p:spPr bwMode="auto">
            <a:xfrm>
              <a:off x="943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2" name="Oval 48"/>
            <p:cNvSpPr>
              <a:spLocks noChangeArrowheads="1"/>
            </p:cNvSpPr>
            <p:nvPr/>
          </p:nvSpPr>
          <p:spPr bwMode="auto">
            <a:xfrm>
              <a:off x="1059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3" name="Oval 49"/>
            <p:cNvSpPr>
              <a:spLocks noChangeArrowheads="1"/>
            </p:cNvSpPr>
            <p:nvPr/>
          </p:nvSpPr>
          <p:spPr bwMode="auto">
            <a:xfrm>
              <a:off x="1176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4" name="Oval 50"/>
            <p:cNvSpPr>
              <a:spLocks noChangeArrowheads="1"/>
            </p:cNvSpPr>
            <p:nvPr/>
          </p:nvSpPr>
          <p:spPr bwMode="auto">
            <a:xfrm>
              <a:off x="1293" y="120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5" name="Oval 51"/>
            <p:cNvSpPr>
              <a:spLocks noChangeArrowheads="1"/>
            </p:cNvSpPr>
            <p:nvPr/>
          </p:nvSpPr>
          <p:spPr bwMode="auto">
            <a:xfrm>
              <a:off x="1418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6" name="Oval 52"/>
            <p:cNvSpPr>
              <a:spLocks noChangeArrowheads="1"/>
            </p:cNvSpPr>
            <p:nvPr/>
          </p:nvSpPr>
          <p:spPr bwMode="auto">
            <a:xfrm>
              <a:off x="1534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7" name="Oval 53"/>
            <p:cNvSpPr>
              <a:spLocks noChangeArrowheads="1"/>
            </p:cNvSpPr>
            <p:nvPr/>
          </p:nvSpPr>
          <p:spPr bwMode="auto">
            <a:xfrm>
              <a:off x="1651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8" name="Oval 54"/>
            <p:cNvSpPr>
              <a:spLocks noChangeArrowheads="1"/>
            </p:cNvSpPr>
            <p:nvPr/>
          </p:nvSpPr>
          <p:spPr bwMode="auto">
            <a:xfrm>
              <a:off x="1768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099" name="Oval 55"/>
            <p:cNvSpPr>
              <a:spLocks noChangeArrowheads="1"/>
            </p:cNvSpPr>
            <p:nvPr/>
          </p:nvSpPr>
          <p:spPr bwMode="auto">
            <a:xfrm>
              <a:off x="1885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0" name="Oval 56"/>
            <p:cNvSpPr>
              <a:spLocks noChangeArrowheads="1"/>
            </p:cNvSpPr>
            <p:nvPr/>
          </p:nvSpPr>
          <p:spPr bwMode="auto">
            <a:xfrm>
              <a:off x="2002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1" name="Oval 57"/>
            <p:cNvSpPr>
              <a:spLocks noChangeArrowheads="1"/>
            </p:cNvSpPr>
            <p:nvPr/>
          </p:nvSpPr>
          <p:spPr bwMode="auto">
            <a:xfrm>
              <a:off x="2126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2" name="Oval 58"/>
            <p:cNvSpPr>
              <a:spLocks noChangeArrowheads="1"/>
            </p:cNvSpPr>
            <p:nvPr/>
          </p:nvSpPr>
          <p:spPr bwMode="auto">
            <a:xfrm>
              <a:off x="2243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3" name="Oval 59"/>
            <p:cNvSpPr>
              <a:spLocks noChangeArrowheads="1"/>
            </p:cNvSpPr>
            <p:nvPr/>
          </p:nvSpPr>
          <p:spPr bwMode="auto">
            <a:xfrm>
              <a:off x="2360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4" name="Oval 60"/>
            <p:cNvSpPr>
              <a:spLocks noChangeArrowheads="1"/>
            </p:cNvSpPr>
            <p:nvPr/>
          </p:nvSpPr>
          <p:spPr bwMode="auto">
            <a:xfrm>
              <a:off x="2477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5" name="Oval 61"/>
            <p:cNvSpPr>
              <a:spLocks noChangeArrowheads="1"/>
            </p:cNvSpPr>
            <p:nvPr/>
          </p:nvSpPr>
          <p:spPr bwMode="auto">
            <a:xfrm>
              <a:off x="2594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6" name="Oval 62"/>
            <p:cNvSpPr>
              <a:spLocks noChangeArrowheads="1"/>
            </p:cNvSpPr>
            <p:nvPr/>
          </p:nvSpPr>
          <p:spPr bwMode="auto">
            <a:xfrm>
              <a:off x="2711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7" name="Oval 63"/>
            <p:cNvSpPr>
              <a:spLocks noChangeArrowheads="1"/>
            </p:cNvSpPr>
            <p:nvPr/>
          </p:nvSpPr>
          <p:spPr bwMode="auto">
            <a:xfrm>
              <a:off x="2835" y="127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8" name="Oval 64"/>
            <p:cNvSpPr>
              <a:spLocks noChangeArrowheads="1"/>
            </p:cNvSpPr>
            <p:nvPr/>
          </p:nvSpPr>
          <p:spPr bwMode="auto">
            <a:xfrm>
              <a:off x="2952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09" name="Oval 65"/>
            <p:cNvSpPr>
              <a:spLocks noChangeArrowheads="1"/>
            </p:cNvSpPr>
            <p:nvPr/>
          </p:nvSpPr>
          <p:spPr bwMode="auto">
            <a:xfrm>
              <a:off x="3069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0" name="Oval 66"/>
            <p:cNvSpPr>
              <a:spLocks noChangeArrowheads="1"/>
            </p:cNvSpPr>
            <p:nvPr/>
          </p:nvSpPr>
          <p:spPr bwMode="auto">
            <a:xfrm>
              <a:off x="3186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1" name="Oval 67"/>
            <p:cNvSpPr>
              <a:spLocks noChangeArrowheads="1"/>
            </p:cNvSpPr>
            <p:nvPr/>
          </p:nvSpPr>
          <p:spPr bwMode="auto">
            <a:xfrm>
              <a:off x="3303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2" name="Oval 68"/>
            <p:cNvSpPr>
              <a:spLocks noChangeArrowheads="1"/>
            </p:cNvSpPr>
            <p:nvPr/>
          </p:nvSpPr>
          <p:spPr bwMode="auto">
            <a:xfrm>
              <a:off x="234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3" name="Oval 69"/>
            <p:cNvSpPr>
              <a:spLocks noChangeArrowheads="1"/>
            </p:cNvSpPr>
            <p:nvPr/>
          </p:nvSpPr>
          <p:spPr bwMode="auto">
            <a:xfrm>
              <a:off x="351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4" name="Oval 70"/>
            <p:cNvSpPr>
              <a:spLocks noChangeArrowheads="1"/>
            </p:cNvSpPr>
            <p:nvPr/>
          </p:nvSpPr>
          <p:spPr bwMode="auto">
            <a:xfrm>
              <a:off x="467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5" name="Oval 71"/>
            <p:cNvSpPr>
              <a:spLocks noChangeArrowheads="1"/>
            </p:cNvSpPr>
            <p:nvPr/>
          </p:nvSpPr>
          <p:spPr bwMode="auto">
            <a:xfrm>
              <a:off x="584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6" name="Oval 72"/>
            <p:cNvSpPr>
              <a:spLocks noChangeArrowheads="1"/>
            </p:cNvSpPr>
            <p:nvPr/>
          </p:nvSpPr>
          <p:spPr bwMode="auto">
            <a:xfrm>
              <a:off x="701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7" name="Oval 73"/>
            <p:cNvSpPr>
              <a:spLocks noChangeArrowheads="1"/>
            </p:cNvSpPr>
            <p:nvPr/>
          </p:nvSpPr>
          <p:spPr bwMode="auto">
            <a:xfrm>
              <a:off x="818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8" name="Oval 74"/>
            <p:cNvSpPr>
              <a:spLocks noChangeArrowheads="1"/>
            </p:cNvSpPr>
            <p:nvPr/>
          </p:nvSpPr>
          <p:spPr bwMode="auto">
            <a:xfrm>
              <a:off x="943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19" name="Oval 75"/>
            <p:cNvSpPr>
              <a:spLocks noChangeArrowheads="1"/>
            </p:cNvSpPr>
            <p:nvPr/>
          </p:nvSpPr>
          <p:spPr bwMode="auto">
            <a:xfrm>
              <a:off x="1059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0" name="Oval 76"/>
            <p:cNvSpPr>
              <a:spLocks noChangeArrowheads="1"/>
            </p:cNvSpPr>
            <p:nvPr/>
          </p:nvSpPr>
          <p:spPr bwMode="auto">
            <a:xfrm>
              <a:off x="1176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1" name="Oval 77"/>
            <p:cNvSpPr>
              <a:spLocks noChangeArrowheads="1"/>
            </p:cNvSpPr>
            <p:nvPr/>
          </p:nvSpPr>
          <p:spPr bwMode="auto">
            <a:xfrm>
              <a:off x="1293" y="250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2" name="Oval 78"/>
            <p:cNvSpPr>
              <a:spLocks noChangeArrowheads="1"/>
            </p:cNvSpPr>
            <p:nvPr/>
          </p:nvSpPr>
          <p:spPr bwMode="auto">
            <a:xfrm>
              <a:off x="1410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3" name="Oval 79"/>
            <p:cNvSpPr>
              <a:spLocks noChangeArrowheads="1"/>
            </p:cNvSpPr>
            <p:nvPr/>
          </p:nvSpPr>
          <p:spPr bwMode="auto">
            <a:xfrm>
              <a:off x="1527" y="249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4" name="Oval 80"/>
            <p:cNvSpPr>
              <a:spLocks noChangeArrowheads="1"/>
            </p:cNvSpPr>
            <p:nvPr/>
          </p:nvSpPr>
          <p:spPr bwMode="auto">
            <a:xfrm>
              <a:off x="1651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5" name="Oval 81"/>
            <p:cNvSpPr>
              <a:spLocks noChangeArrowheads="1"/>
            </p:cNvSpPr>
            <p:nvPr/>
          </p:nvSpPr>
          <p:spPr bwMode="auto">
            <a:xfrm>
              <a:off x="1768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6" name="Oval 82"/>
            <p:cNvSpPr>
              <a:spLocks noChangeArrowheads="1"/>
            </p:cNvSpPr>
            <p:nvPr/>
          </p:nvSpPr>
          <p:spPr bwMode="auto">
            <a:xfrm>
              <a:off x="1885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7" name="Oval 83"/>
            <p:cNvSpPr>
              <a:spLocks noChangeArrowheads="1"/>
            </p:cNvSpPr>
            <p:nvPr/>
          </p:nvSpPr>
          <p:spPr bwMode="auto">
            <a:xfrm>
              <a:off x="2002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8" name="Oval 84"/>
            <p:cNvSpPr>
              <a:spLocks noChangeArrowheads="1"/>
            </p:cNvSpPr>
            <p:nvPr/>
          </p:nvSpPr>
          <p:spPr bwMode="auto">
            <a:xfrm>
              <a:off x="2119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29" name="Oval 85"/>
            <p:cNvSpPr>
              <a:spLocks noChangeArrowheads="1"/>
            </p:cNvSpPr>
            <p:nvPr/>
          </p:nvSpPr>
          <p:spPr bwMode="auto">
            <a:xfrm>
              <a:off x="2236" y="250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0" name="Oval 86"/>
            <p:cNvSpPr>
              <a:spLocks noChangeArrowheads="1"/>
            </p:cNvSpPr>
            <p:nvPr/>
          </p:nvSpPr>
          <p:spPr bwMode="auto">
            <a:xfrm>
              <a:off x="2360" y="255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1" name="Oval 87"/>
            <p:cNvSpPr>
              <a:spLocks noChangeArrowheads="1"/>
            </p:cNvSpPr>
            <p:nvPr/>
          </p:nvSpPr>
          <p:spPr bwMode="auto">
            <a:xfrm>
              <a:off x="2477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2" name="Oval 88"/>
            <p:cNvSpPr>
              <a:spLocks noChangeArrowheads="1"/>
            </p:cNvSpPr>
            <p:nvPr/>
          </p:nvSpPr>
          <p:spPr bwMode="auto">
            <a:xfrm>
              <a:off x="2594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3" name="Oval 89"/>
            <p:cNvSpPr>
              <a:spLocks noChangeArrowheads="1"/>
            </p:cNvSpPr>
            <p:nvPr/>
          </p:nvSpPr>
          <p:spPr bwMode="auto">
            <a:xfrm>
              <a:off x="2711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4" name="Oval 90"/>
            <p:cNvSpPr>
              <a:spLocks noChangeArrowheads="1"/>
            </p:cNvSpPr>
            <p:nvPr/>
          </p:nvSpPr>
          <p:spPr bwMode="auto">
            <a:xfrm>
              <a:off x="2828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5" name="Oval 91"/>
            <p:cNvSpPr>
              <a:spLocks noChangeArrowheads="1"/>
            </p:cNvSpPr>
            <p:nvPr/>
          </p:nvSpPr>
          <p:spPr bwMode="auto">
            <a:xfrm>
              <a:off x="2944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6" name="Oval 92"/>
            <p:cNvSpPr>
              <a:spLocks noChangeArrowheads="1"/>
            </p:cNvSpPr>
            <p:nvPr/>
          </p:nvSpPr>
          <p:spPr bwMode="auto">
            <a:xfrm>
              <a:off x="3069" y="256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7" name="Oval 93"/>
            <p:cNvSpPr>
              <a:spLocks noChangeArrowheads="1"/>
            </p:cNvSpPr>
            <p:nvPr/>
          </p:nvSpPr>
          <p:spPr bwMode="auto">
            <a:xfrm>
              <a:off x="3186" y="254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8" name="Oval 94"/>
            <p:cNvSpPr>
              <a:spLocks noChangeArrowheads="1"/>
            </p:cNvSpPr>
            <p:nvPr/>
          </p:nvSpPr>
          <p:spPr bwMode="auto">
            <a:xfrm>
              <a:off x="3303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39" name="Oval 95"/>
            <p:cNvSpPr>
              <a:spLocks noChangeArrowheads="1"/>
            </p:cNvSpPr>
            <p:nvPr/>
          </p:nvSpPr>
          <p:spPr bwMode="auto">
            <a:xfrm>
              <a:off x="3420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0" name="Oval 96"/>
            <p:cNvSpPr>
              <a:spLocks noChangeArrowheads="1"/>
            </p:cNvSpPr>
            <p:nvPr/>
          </p:nvSpPr>
          <p:spPr bwMode="auto">
            <a:xfrm>
              <a:off x="3536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1" name="Oval 97"/>
            <p:cNvSpPr>
              <a:spLocks noChangeArrowheads="1"/>
            </p:cNvSpPr>
            <p:nvPr/>
          </p:nvSpPr>
          <p:spPr bwMode="auto">
            <a:xfrm>
              <a:off x="476" y="371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2" name="Oval 98"/>
            <p:cNvSpPr>
              <a:spLocks noChangeArrowheads="1"/>
            </p:cNvSpPr>
            <p:nvPr/>
          </p:nvSpPr>
          <p:spPr bwMode="auto">
            <a:xfrm>
              <a:off x="593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3" name="Oval 99"/>
            <p:cNvSpPr>
              <a:spLocks noChangeArrowheads="1"/>
            </p:cNvSpPr>
            <p:nvPr/>
          </p:nvSpPr>
          <p:spPr bwMode="auto">
            <a:xfrm>
              <a:off x="710" y="370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4" name="Oval 100"/>
            <p:cNvSpPr>
              <a:spLocks noChangeArrowheads="1"/>
            </p:cNvSpPr>
            <p:nvPr/>
          </p:nvSpPr>
          <p:spPr bwMode="auto">
            <a:xfrm>
              <a:off x="827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5" name="Oval 101"/>
            <p:cNvSpPr>
              <a:spLocks noChangeArrowheads="1"/>
            </p:cNvSpPr>
            <p:nvPr/>
          </p:nvSpPr>
          <p:spPr bwMode="auto">
            <a:xfrm>
              <a:off x="944" y="369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6" name="Oval 102"/>
            <p:cNvSpPr>
              <a:spLocks noChangeArrowheads="1"/>
            </p:cNvSpPr>
            <p:nvPr/>
          </p:nvSpPr>
          <p:spPr bwMode="auto">
            <a:xfrm>
              <a:off x="1060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7" name="Oval 103"/>
            <p:cNvSpPr>
              <a:spLocks noChangeArrowheads="1"/>
            </p:cNvSpPr>
            <p:nvPr/>
          </p:nvSpPr>
          <p:spPr bwMode="auto">
            <a:xfrm>
              <a:off x="1185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8" name="Oval 104"/>
            <p:cNvSpPr>
              <a:spLocks noChangeArrowheads="1"/>
            </p:cNvSpPr>
            <p:nvPr/>
          </p:nvSpPr>
          <p:spPr bwMode="auto">
            <a:xfrm>
              <a:off x="1302" y="367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49" name="Oval 105"/>
            <p:cNvSpPr>
              <a:spLocks noChangeArrowheads="1"/>
            </p:cNvSpPr>
            <p:nvPr/>
          </p:nvSpPr>
          <p:spPr bwMode="auto">
            <a:xfrm>
              <a:off x="1419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0" name="Oval 106"/>
            <p:cNvSpPr>
              <a:spLocks noChangeArrowheads="1"/>
            </p:cNvSpPr>
            <p:nvPr/>
          </p:nvSpPr>
          <p:spPr bwMode="auto">
            <a:xfrm>
              <a:off x="1536" y="366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1" name="Oval 107"/>
            <p:cNvSpPr>
              <a:spLocks noChangeArrowheads="1"/>
            </p:cNvSpPr>
            <p:nvPr/>
          </p:nvSpPr>
          <p:spPr bwMode="auto">
            <a:xfrm>
              <a:off x="1652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2" name="Oval 108"/>
            <p:cNvSpPr>
              <a:spLocks noChangeArrowheads="1"/>
            </p:cNvSpPr>
            <p:nvPr/>
          </p:nvSpPr>
          <p:spPr bwMode="auto">
            <a:xfrm>
              <a:off x="1769" y="365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3" name="Oval 109"/>
            <p:cNvSpPr>
              <a:spLocks noChangeArrowheads="1"/>
            </p:cNvSpPr>
            <p:nvPr/>
          </p:nvSpPr>
          <p:spPr bwMode="auto">
            <a:xfrm>
              <a:off x="1894" y="370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4" name="Oval 110"/>
            <p:cNvSpPr>
              <a:spLocks noChangeArrowheads="1"/>
            </p:cNvSpPr>
            <p:nvPr/>
          </p:nvSpPr>
          <p:spPr bwMode="auto">
            <a:xfrm>
              <a:off x="2011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5" name="Oval 111"/>
            <p:cNvSpPr>
              <a:spLocks noChangeArrowheads="1"/>
            </p:cNvSpPr>
            <p:nvPr/>
          </p:nvSpPr>
          <p:spPr bwMode="auto">
            <a:xfrm>
              <a:off x="485" y="491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6" name="Oval 112"/>
            <p:cNvSpPr>
              <a:spLocks noChangeArrowheads="1"/>
            </p:cNvSpPr>
            <p:nvPr/>
          </p:nvSpPr>
          <p:spPr bwMode="auto">
            <a:xfrm>
              <a:off x="602" y="489"/>
              <a:ext cx="92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7" name="Oval 113"/>
            <p:cNvSpPr>
              <a:spLocks noChangeArrowheads="1"/>
            </p:cNvSpPr>
            <p:nvPr/>
          </p:nvSpPr>
          <p:spPr bwMode="auto">
            <a:xfrm>
              <a:off x="1060" y="486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  <p:sp>
          <p:nvSpPr>
            <p:cNvPr id="2158" name="Oval 114"/>
            <p:cNvSpPr>
              <a:spLocks noChangeArrowheads="1"/>
            </p:cNvSpPr>
            <p:nvPr/>
          </p:nvSpPr>
          <p:spPr bwMode="auto">
            <a:xfrm>
              <a:off x="1200" y="485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2175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Gulim" pitchFamily="34" charset="-127"/>
          <a:ea typeface="Gulim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Gulim" pitchFamily="34" charset="-127"/>
          <a:ea typeface="Gulim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Gulim" pitchFamily="34" charset="-127"/>
          <a:ea typeface="Gulim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300" b="1">
          <a:solidFill>
            <a:schemeClr val="tx2"/>
          </a:solidFill>
          <a:latin typeface="Gulim" pitchFamily="34" charset="-127"/>
          <a:ea typeface="Gulim" pitchFamily="34" charset="-127"/>
        </a:defRPr>
      </a:lvl5pPr>
      <a:lvl6pPr marL="553085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6pPr>
      <a:lvl7pPr marL="1106170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7pPr>
      <a:lvl8pPr marL="1658620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8pPr>
      <a:lvl9pPr marL="2211705" algn="ctr" rtl="0" eaLnBrk="0" fontAlgn="base" latinLnBrk="1" hangingPunct="0">
        <a:spcBef>
          <a:spcPct val="0"/>
        </a:spcBef>
        <a:spcAft>
          <a:spcPct val="0"/>
        </a:spcAft>
        <a:defRPr sz="4355" b="1">
          <a:solidFill>
            <a:schemeClr val="tx2"/>
          </a:solidFill>
          <a:latin typeface="Gulim" pitchFamily="34" charset="-127"/>
          <a:ea typeface="Gulim" pitchFamily="34" charset="-127"/>
        </a:defRPr>
      </a:lvl9pPr>
    </p:titleStyle>
    <p:bodyStyle>
      <a:lvl1pPr marL="541655" indent="-54165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1075055" indent="-53213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3100">
          <a:solidFill>
            <a:schemeClr val="tx1"/>
          </a:solidFill>
          <a:latin typeface="+mn-lt"/>
          <a:ea typeface="+mn-ea"/>
        </a:defRPr>
      </a:lvl2pPr>
      <a:lvl3pPr marL="1564005" indent="-4876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600">
          <a:solidFill>
            <a:schemeClr val="tx1"/>
          </a:solidFill>
          <a:latin typeface="+mn-lt"/>
          <a:ea typeface="+mn-ea"/>
        </a:defRPr>
      </a:lvl3pPr>
      <a:lvl4pPr marL="2032000" indent="-465455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4pPr>
      <a:lvl5pPr marL="250380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5pPr>
      <a:lvl6pPr marL="305625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6pPr>
      <a:lvl7pPr marL="3609340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7pPr>
      <a:lvl8pPr marL="4162425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8pPr>
      <a:lvl9pPr marL="4715510" indent="-4686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42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1pPr>
      <a:lvl2pPr marL="55308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2pPr>
      <a:lvl3pPr marL="110617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3pPr>
      <a:lvl4pPr marL="165862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4pPr>
      <a:lvl5pPr marL="221170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5pPr>
      <a:lvl6pPr marL="276479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6pPr>
      <a:lvl7pPr marL="331787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7pPr>
      <a:lvl8pPr marL="3870325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8pPr>
      <a:lvl9pPr marL="4423410" algn="l" defTabSz="1106170" rtl="0" eaLnBrk="1" latinLnBrk="0" hangingPunct="1">
        <a:defRPr sz="21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1044575" y="2724150"/>
            <a:ext cx="10277475" cy="849313"/>
          </a:xfrm>
          <a:prstGeom prst="rect">
            <a:avLst/>
          </a:prstGeom>
          <a:noFill/>
          <a:ln>
            <a:noFill/>
          </a:ln>
          <a:effectLst/>
        </p:spPr>
        <p:txBody>
          <a:bodyPr lIns="64802" tIns="32401" rIns="64802" bIns="32401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4.5 </a:t>
            </a:r>
            <a:r>
              <a:rPr kumimoji="0" lang="zh-CN" altLang="zh-CN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数据库设计模型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SQL</a:t>
            </a:r>
            <a:r>
              <a:rPr kumimoji="0" lang="zh-CN" altLang="zh-CN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实现</a:t>
            </a:r>
            <a:endParaRPr kumimoji="0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ext Box 2"/>
          <p:cNvSpPr txBox="1"/>
          <p:nvPr/>
        </p:nvSpPr>
        <p:spPr>
          <a:xfrm>
            <a:off x="806450" y="1773238"/>
            <a:ext cx="10450513" cy="1233487"/>
          </a:xfrm>
          <a:prstGeom prst="rect">
            <a:avLst/>
          </a:prstGeom>
          <a:noFill/>
          <a:ln w="9525">
            <a:noFill/>
          </a:ln>
        </p:spPr>
        <p:txBody>
          <a:bodyPr lIns="104499" tIns="52249" rIns="104499" bIns="52249">
            <a:spAutoFit/>
          </a:bodyPr>
          <a:p>
            <a:pPr marL="457200" indent="-457200" algn="just" defTabSz="863600" eaLnBrk="1" hangingPunct="1">
              <a:lnSpc>
                <a:spcPts val="4350"/>
              </a:lnSpc>
              <a:buClr>
                <a:srgbClr val="FF0000"/>
              </a:buClr>
              <a:buChar char="•"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了解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数据库设计实现方案</a:t>
            </a:r>
            <a:endParaRPr lang="en-US" altLang="zh-CN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457200" indent="-457200" algn="just" defTabSz="863600" eaLnBrk="1" hangingPunct="1">
              <a:lnSpc>
                <a:spcPts val="4350"/>
              </a:lnSpc>
              <a:buClr>
                <a:srgbClr val="FF0000"/>
              </a:buClr>
              <a:buChar char="•"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掌握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执行</a:t>
            </a:r>
            <a:r>
              <a:rPr lang="en-US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SQL</a:t>
            </a:r>
            <a:r>
              <a:rPr lang="zh-CN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程序创建数据库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对象的方法</a:t>
            </a:r>
            <a:endParaRPr lang="zh-CN" altLang="zh-CN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334963" y="646113"/>
            <a:ext cx="7559675" cy="695325"/>
          </a:xfrm>
          <a:prstGeom prst="rect">
            <a:avLst/>
          </a:prstGeom>
          <a:noFill/>
          <a:ln>
            <a:noFill/>
          </a:ln>
          <a:effectLst/>
        </p:spPr>
        <p:txBody>
          <a:bodyPr lIns="64802" tIns="32401" rIns="64802" bIns="32401">
            <a:spAutoFit/>
          </a:bodyPr>
          <a:lstStyle/>
          <a:p>
            <a:pPr marL="0" marR="0" lvl="0" indent="0" algn="l" defTabSz="6477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【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本节学习目标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】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ext Box 2"/>
          <p:cNvSpPr txBox="1"/>
          <p:nvPr/>
        </p:nvSpPr>
        <p:spPr>
          <a:xfrm>
            <a:off x="107950" y="595313"/>
            <a:ext cx="11214100" cy="609600"/>
          </a:xfrm>
          <a:prstGeom prst="rect">
            <a:avLst/>
          </a:prstGeom>
          <a:noFill/>
          <a:ln w="9525">
            <a:noFill/>
          </a:ln>
        </p:spPr>
        <p:txBody>
          <a:bodyPr lIns="117060" tIns="58530" rIns="117060" bIns="58530">
            <a:spAutoFit/>
          </a:bodyPr>
          <a:p>
            <a:pPr defTabSz="967105" eaLnBrk="1" hangingPunct="1"/>
            <a:r>
              <a:rPr lang="zh-CN" altLang="en-US" sz="3200" dirty="0">
                <a:solidFill>
                  <a:srgbClr val="0033CC"/>
                </a:solidFill>
                <a:latin typeface="黑体" panose="02010609060101010101" pitchFamily="49" charset="-122"/>
              </a:rPr>
              <a:t>一、数据库设计实现方案</a:t>
            </a:r>
            <a:endParaRPr lang="zh-CN" altLang="en-US" sz="3200" dirty="0">
              <a:solidFill>
                <a:srgbClr val="0033CC"/>
              </a:solidFill>
              <a:latin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8013" y="1484313"/>
            <a:ext cx="11061700" cy="990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lnSpc>
                <a:spcPts val="3500"/>
              </a:lnSpc>
            </a:pPr>
            <a:r>
              <a:rPr lang="zh-CN" altLang="zh-CN" sz="2800" dirty="0">
                <a:latin typeface="黑体" panose="02010609060101010101" pitchFamily="49" charset="-122"/>
              </a:rPr>
              <a:t>在</a:t>
            </a:r>
            <a:r>
              <a:rPr lang="zh-CN" altLang="en-US" sz="2800" dirty="0">
                <a:latin typeface="黑体" panose="02010609060101010101" pitchFamily="49" charset="-122"/>
              </a:rPr>
              <a:t>完成数据库设计后，基于物理数据模型，进行数据库对象实现，可以有如下两种方式。</a:t>
            </a:r>
            <a:endParaRPr lang="zh-CN" altLang="zh-CN" sz="2800" dirty="0">
              <a:latin typeface="黑体" panose="02010609060101010101" pitchFamily="49" charset="-122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608013" y="2668588"/>
            <a:ext cx="8437562" cy="566737"/>
          </a:xfrm>
          <a:prstGeom prst="rect">
            <a:avLst/>
          </a:prstGeom>
          <a:noFill/>
          <a:ln w="9525">
            <a:noFill/>
          </a:ln>
        </p:spPr>
        <p:txBody>
          <a:bodyPr lIns="117060" tIns="58530" rIns="117060" bIns="58530">
            <a:spAutoFit/>
          </a:bodyPr>
          <a:p>
            <a:pPr algn="just" defTabSz="967105" eaLnBrk="1" hangingPunct="1">
              <a:lnSpc>
                <a:spcPts val="3500"/>
              </a:lnSpc>
            </a:pPr>
            <a:r>
              <a:rPr lang="en-US" altLang="zh-CN" sz="2800" dirty="0">
                <a:solidFill>
                  <a:srgbClr val="0033CC"/>
                </a:solidFill>
                <a:latin typeface="黑体" panose="02010609060101010101" pitchFamily="49" charset="-122"/>
              </a:rPr>
              <a:t>1. GUI</a:t>
            </a:r>
            <a:r>
              <a:rPr lang="zh-CN" altLang="en-US" sz="2800" dirty="0">
                <a:solidFill>
                  <a:srgbClr val="0033CC"/>
                </a:solidFill>
                <a:latin typeface="黑体" panose="02010609060101010101" pitchFamily="49" charset="-122"/>
              </a:rPr>
              <a:t>方式创建数据库对象</a:t>
            </a:r>
            <a:endParaRPr lang="zh-CN" altLang="en-US" sz="2800" dirty="0">
              <a:solidFill>
                <a:srgbClr val="0033CC"/>
              </a:solidFill>
              <a:latin typeface="黑体" panose="02010609060101010101" pitchFamily="49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82663" y="3328988"/>
            <a:ext cx="10974388" cy="3336925"/>
          </a:xfrm>
          <a:prstGeom prst="rect">
            <a:avLst/>
          </a:prstGeom>
          <a:noFill/>
          <a:ln>
            <a:noFill/>
          </a:ln>
          <a:effectLst/>
        </p:spPr>
        <p:txBody>
          <a:bodyPr lIns="104499" tIns="52249" rIns="104499" bIns="52249">
            <a:spAutoFit/>
          </a:bodyPr>
          <a:lstStyle>
            <a:lvl1pPr defTabSz="863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863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863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863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863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863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863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863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863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just" defTabSz="863600" rtl="0" eaLnBrk="1" fontAlgn="base" latinLnBrk="0" hangingPunct="1">
              <a:lnSpc>
                <a:spcPts val="424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基于物理数据模型设计，</a:t>
            </a:r>
            <a:r>
              <a:rPr kumimoji="0" lang="zh-CN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在数据库管理工具中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,</a:t>
            </a:r>
            <a:r>
              <a:rPr kumimoji="0" lang="zh-CN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通过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GUI</a:t>
            </a:r>
            <a:r>
              <a:rPr kumimoji="0" lang="zh-CN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操作方式实现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各个数据库对象的创建</a:t>
            </a:r>
            <a:r>
              <a:rPr kumimoji="0" lang="zh-CN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just" defTabSz="863600" rtl="0" eaLnBrk="1" fontAlgn="base" latinLnBrk="0" hangingPunct="1">
              <a:lnSpc>
                <a:spcPts val="424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不需要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SQL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编程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just" defTabSz="863600" rtl="0" eaLnBrk="1" fontAlgn="base" latinLnBrk="0" hangingPunct="1">
              <a:lnSpc>
                <a:spcPts val="424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直观的可视化操作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just" defTabSz="863600" rtl="0" eaLnBrk="1" fontAlgn="base" latinLnBrk="0" hangingPunct="1">
              <a:lnSpc>
                <a:spcPts val="424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需要大量手工操作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just" defTabSz="863600" rtl="0" eaLnBrk="1" fontAlgn="base" latinLnBrk="0" hangingPunct="1">
              <a:lnSpc>
                <a:spcPts val="424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数据库修改麻烦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44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5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62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71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4"/>
          <p:cNvSpPr/>
          <p:nvPr/>
        </p:nvSpPr>
        <p:spPr>
          <a:xfrm>
            <a:off x="263525" y="549275"/>
            <a:ext cx="8437563" cy="566738"/>
          </a:xfrm>
          <a:prstGeom prst="rect">
            <a:avLst/>
          </a:prstGeom>
          <a:noFill/>
          <a:ln w="9525">
            <a:noFill/>
          </a:ln>
        </p:spPr>
        <p:txBody>
          <a:bodyPr lIns="117060" tIns="58530" rIns="117060" bIns="58530">
            <a:spAutoFit/>
          </a:bodyPr>
          <a:p>
            <a:pPr algn="just" defTabSz="967105" eaLnBrk="1" hangingPunct="1">
              <a:lnSpc>
                <a:spcPts val="3500"/>
              </a:lnSpc>
            </a:pPr>
            <a:r>
              <a:rPr lang="en-US" altLang="zh-CN" sz="2800" dirty="0">
                <a:solidFill>
                  <a:srgbClr val="0033CC"/>
                </a:solidFill>
                <a:latin typeface="黑体" panose="02010609060101010101" pitchFamily="49" charset="-122"/>
              </a:rPr>
              <a:t>2. </a:t>
            </a:r>
            <a:r>
              <a:rPr lang="zh-CN" altLang="en-US" sz="2800" dirty="0">
                <a:solidFill>
                  <a:srgbClr val="0033CC"/>
                </a:solidFill>
                <a:latin typeface="黑体" panose="02010609060101010101" pitchFamily="49" charset="-122"/>
              </a:rPr>
              <a:t>执行</a:t>
            </a:r>
            <a:r>
              <a:rPr lang="en-US" altLang="zh-CN" sz="2800" dirty="0">
                <a:solidFill>
                  <a:srgbClr val="0033CC"/>
                </a:solidFill>
                <a:latin typeface="黑体" panose="02010609060101010101" pitchFamily="49" charset="-122"/>
              </a:rPr>
              <a:t>SQL</a:t>
            </a:r>
            <a:r>
              <a:rPr lang="zh-CN" altLang="en-US" sz="2800" dirty="0">
                <a:solidFill>
                  <a:srgbClr val="0033CC"/>
                </a:solidFill>
                <a:latin typeface="黑体" panose="02010609060101010101" pitchFamily="49" charset="-122"/>
              </a:rPr>
              <a:t>脚本程序创建数据库对象</a:t>
            </a:r>
            <a:endParaRPr lang="zh-CN" altLang="en-US" sz="2800" dirty="0">
              <a:solidFill>
                <a:srgbClr val="0033CC"/>
              </a:solidFill>
              <a:latin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38175" y="1209675"/>
            <a:ext cx="10974388" cy="3336925"/>
          </a:xfrm>
          <a:prstGeom prst="rect">
            <a:avLst/>
          </a:prstGeom>
          <a:noFill/>
          <a:ln>
            <a:noFill/>
          </a:ln>
          <a:effectLst/>
        </p:spPr>
        <p:txBody>
          <a:bodyPr lIns="104499" tIns="52249" rIns="104499" bIns="52249">
            <a:spAutoFit/>
          </a:bodyPr>
          <a:lstStyle>
            <a:lvl1pPr defTabSz="863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863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863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863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86360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863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863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863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863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just" defTabSz="863600" rtl="0" eaLnBrk="1" fontAlgn="base" latinLnBrk="0" hangingPunct="1">
              <a:lnSpc>
                <a:spcPts val="424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将设计的物理数据模型生成</a:t>
            </a:r>
            <a:r>
              <a:rPr kumimoji="0" lang="zh-CN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对象创建的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SQL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脚本程序，由数据库</a:t>
            </a:r>
            <a:r>
              <a:rPr kumimoji="0" lang="zh-CN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管理工具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将该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SQL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程序提交数据库服务器执行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,</a:t>
            </a:r>
            <a:r>
              <a:rPr kumimoji="0" lang="zh-CN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实现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各个数据库对象的创建</a:t>
            </a:r>
            <a:r>
              <a:rPr kumimoji="0" lang="zh-CN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just" defTabSz="863600" rtl="0" eaLnBrk="1" fontAlgn="base" latinLnBrk="0" hangingPunct="1">
              <a:lnSpc>
                <a:spcPts val="424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数据库对象创建高效、快速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just" defTabSz="863600" rtl="0" eaLnBrk="1" fontAlgn="base" latinLnBrk="0" hangingPunct="1">
              <a:lnSpc>
                <a:spcPts val="424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设计模型修改可方便地同步数据库实现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just" defTabSz="863600" rtl="0" eaLnBrk="1" fontAlgn="base" latinLnBrk="0" hangingPunct="1">
              <a:lnSpc>
                <a:spcPts val="424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需要理解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SQL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编程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8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1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9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4727575" y="6100763"/>
            <a:ext cx="2493963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图书销售系统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</a:rPr>
              <a:t>PDM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220" name="Text Box 2"/>
          <p:cNvSpPr txBox="1">
            <a:spLocks noChangeArrowheads="1"/>
          </p:cNvSpPr>
          <p:nvPr/>
        </p:nvSpPr>
        <p:spPr bwMode="auto">
          <a:xfrm>
            <a:off x="117475" y="260350"/>
            <a:ext cx="11215688" cy="611188"/>
          </a:xfrm>
          <a:prstGeom prst="rect">
            <a:avLst/>
          </a:prstGeom>
          <a:noFill/>
          <a:ln>
            <a:noFill/>
          </a:ln>
          <a:effectLst/>
        </p:spPr>
        <p:txBody>
          <a:bodyPr lIns="117060" tIns="58530" rIns="117060" bIns="58530">
            <a:spAutoFit/>
          </a:bodyPr>
          <a:lstStyle>
            <a:lvl1pPr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二、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Power Designer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实现数据库对象创建的方式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1024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38" y="2060575"/>
            <a:ext cx="10240962" cy="381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68313" y="1065213"/>
            <a:ext cx="10512425" cy="549275"/>
          </a:xfrm>
          <a:prstGeom prst="rect">
            <a:avLst/>
          </a:prstGeom>
          <a:noFill/>
          <a:ln>
            <a:noFill/>
          </a:ln>
          <a:effectLst/>
        </p:spPr>
        <p:txBody>
          <a:bodyPr lIns="117060" tIns="58530" rIns="117060" bIns="58530">
            <a:spAutoFit/>
          </a:bodyPr>
          <a:lstStyle>
            <a:lvl1pPr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1.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图书销售系统数据库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PDM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模型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623888" y="620713"/>
            <a:ext cx="10512425" cy="549275"/>
          </a:xfrm>
          <a:prstGeom prst="rect">
            <a:avLst/>
          </a:prstGeom>
          <a:noFill/>
          <a:ln>
            <a:noFill/>
          </a:ln>
          <a:effectLst/>
        </p:spPr>
        <p:txBody>
          <a:bodyPr lIns="117060" tIns="58530" rIns="117060" bIns="58530">
            <a:spAutoFit/>
          </a:bodyPr>
          <a:lstStyle>
            <a:lvl1pPr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2.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通过执行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SQL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脚本创建数据库对象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1363" y="1341438"/>
            <a:ext cx="10872788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kumimoji="0" lang="en-US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Power Designer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建模工具中，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通过将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系统</a:t>
            </a:r>
            <a:r>
              <a:rPr kumimoji="0" lang="en-US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PDM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模型转换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生成</a:t>
            </a:r>
            <a:r>
              <a:rPr kumimoji="0" lang="en-US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SQL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脚本，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然后在</a:t>
            </a:r>
            <a:r>
              <a:rPr kumimoji="0" lang="en-US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DBMS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服务器中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执行该</a:t>
            </a:r>
            <a:r>
              <a:rPr kumimoji="0" lang="en-US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SQL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脚本实现数据库对象创建。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6775" y="2465388"/>
            <a:ext cx="7486650" cy="41862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25" y="692150"/>
            <a:ext cx="9648825" cy="5113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3575050" y="6280150"/>
            <a:ext cx="572452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0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黑体" panose="02010609060101010101" pitchFamily="49" charset="-122"/>
                <a:cs typeface="Times New Roman" panose="02020603050405020304" pitchFamily="18" charset="0"/>
              </a:rPr>
              <a:t>图书销售系统</a:t>
            </a:r>
            <a:r>
              <a:rPr kumimoji="0" lang="en-US" altLang="zh-CN" sz="2400" b="0" i="0" u="none" strike="noStrike" kern="10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黑体" panose="02010609060101010101" pitchFamily="49" charset="-122"/>
                <a:cs typeface="Times New Roman" panose="02020603050405020304" pitchFamily="18" charset="0"/>
              </a:rPr>
              <a:t>PDM</a:t>
            </a:r>
            <a:r>
              <a:rPr kumimoji="0" lang="zh-CN" altLang="zh-CN" sz="2400" b="0" i="0" u="none" strike="noStrike" kern="10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黑体" panose="02010609060101010101" pitchFamily="49" charset="-122"/>
                <a:cs typeface="Times New Roman" panose="02020603050405020304" pitchFamily="18" charset="0"/>
              </a:rPr>
              <a:t>模型</a:t>
            </a:r>
            <a:r>
              <a:rPr kumimoji="0" lang="zh-CN" altLang="en-US" sz="2400" b="0" i="0" u="none" strike="noStrike" kern="10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黑体" panose="02010609060101010101" pitchFamily="49" charset="-122"/>
                <a:cs typeface="Times New Roman" panose="02020603050405020304" pitchFamily="18" charset="0"/>
              </a:rPr>
              <a:t>生成的</a:t>
            </a:r>
            <a:r>
              <a:rPr kumimoji="0" lang="en-US" altLang="zh-CN" sz="2400" b="0" i="0" u="none" strike="noStrike" kern="10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黑体" panose="02010609060101010101" pitchFamily="49" charset="-122"/>
                <a:cs typeface="Times New Roman" panose="02020603050405020304" pitchFamily="18" charset="0"/>
              </a:rPr>
              <a:t>SQL</a:t>
            </a:r>
            <a:r>
              <a:rPr kumimoji="0" lang="zh-CN" altLang="en-US" sz="2400" b="0" i="0" u="none" strike="noStrike" kern="10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黑体" panose="02010609060101010101" pitchFamily="49" charset="-122"/>
                <a:cs typeface="Times New Roman" panose="02020603050405020304" pitchFamily="18" charset="0"/>
              </a:rPr>
              <a:t>脚本程序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3432175" y="6280150"/>
            <a:ext cx="54165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0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黑体" panose="02010609060101010101" pitchFamily="49" charset="-122"/>
                <a:cs typeface="Times New Roman" panose="02020603050405020304" pitchFamily="18" charset="0"/>
              </a:rPr>
              <a:t>SQL</a:t>
            </a:r>
            <a:r>
              <a:rPr kumimoji="0" lang="zh-CN" altLang="en-US" sz="2400" b="0" i="0" u="none" strike="noStrike" kern="10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黑体" panose="02010609060101010101" pitchFamily="49" charset="-122"/>
                <a:cs typeface="Times New Roman" panose="02020603050405020304" pitchFamily="18" charset="0"/>
              </a:rPr>
              <a:t>脚本程序执行后创建的数据库对象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024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9238" y="884238"/>
            <a:ext cx="6769100" cy="5041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34963" y="460375"/>
            <a:ext cx="9471025" cy="549275"/>
          </a:xfrm>
          <a:prstGeom prst="rect">
            <a:avLst/>
          </a:prstGeom>
          <a:noFill/>
          <a:ln>
            <a:noFill/>
          </a:ln>
          <a:effectLst/>
        </p:spPr>
        <p:txBody>
          <a:bodyPr lIns="117060" tIns="58530" rIns="117060" bIns="58530">
            <a:spAutoFit/>
          </a:bodyPr>
          <a:lstStyle>
            <a:lvl1pPr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7105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3.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通过</a:t>
            </a: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odbc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数据源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直接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创建数据库对象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688" y="2625725"/>
            <a:ext cx="10369550" cy="4011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709613" y="1125538"/>
            <a:ext cx="10874375" cy="1384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Power Designer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建模工具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通过</a:t>
            </a:r>
            <a:r>
              <a:rPr kumimoji="0" lang="en-US" altLang="zh-CN" sz="2800" b="0" i="0" u="none" strike="noStrike" kern="10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odbc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数据源连接到数据库，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将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系统</a:t>
            </a:r>
            <a:r>
              <a:rPr kumimoji="0" lang="en-US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PDM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模型转换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生成</a:t>
            </a:r>
            <a:r>
              <a:rPr kumimoji="0" lang="en-US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SQL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脚本，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并直接提交</a:t>
            </a:r>
            <a:r>
              <a:rPr kumimoji="0" lang="en-US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DBMS</a:t>
            </a:r>
            <a:r>
              <a:rPr kumimoji="0" lang="zh-CN" altLang="en-US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服务器</a:t>
            </a:r>
            <a:r>
              <a:rPr kumimoji="0" lang="zh-CN" altLang="zh-CN" sz="2800" b="0" i="0" u="none" strike="noStrike" kern="10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执行实现数据库对象创建。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4064000" y="2924175"/>
            <a:ext cx="4494213" cy="831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本节学习结束！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hhMGNlYjM2NDI3M2Y3ZjdjNmFiMTAwZmE0NDcwMTQifQ=="/>
</p:tagLst>
</file>

<file path=ppt/theme/theme1.xml><?xml version="1.0" encoding="utf-8"?>
<a:theme xmlns:a="http://schemas.openxmlformats.org/drawingml/2006/main" name="5_색종이 상자_2">
  <a:themeElements>
    <a:clrScheme name="4_색종이 상자_2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4_색종이 상자_2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색종이 상자">
  <a:themeElements>
    <a:clrScheme name="5_색종이 상자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5_색종이 상자">
      <a:majorFont>
        <a:latin typeface="Gulim"/>
        <a:ea typeface="Gulim"/>
        <a:cs typeface=""/>
      </a:majorFont>
      <a:minorFont>
        <a:latin typeface="Gulim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5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WPS 演示</Application>
  <PresentationFormat/>
  <Paragraphs>46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黑体</vt:lpstr>
      <vt:lpstr>Calibri</vt:lpstr>
      <vt:lpstr>Malgun Gothic</vt:lpstr>
      <vt:lpstr>Cambria</vt:lpstr>
      <vt:lpstr>Gulim</vt:lpstr>
      <vt:lpstr>Tahoma</vt:lpstr>
      <vt:lpstr>隶书</vt:lpstr>
      <vt:lpstr>Times New Roman</vt:lpstr>
      <vt:lpstr>微软雅黑</vt:lpstr>
      <vt:lpstr>Arial Unicode MS</vt:lpstr>
      <vt:lpstr>5_색종이 상자_2</vt:lpstr>
      <vt:lpstr>5_색종이 상자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頂勲爤鞝犿厡鞚挫厴</dc:title>
  <dc:creator>kmac</dc:creator>
  <cp:lastModifiedBy>星光闪闪</cp:lastModifiedBy>
  <cp:revision>2976</cp:revision>
  <dcterms:created xsi:type="dcterms:W3CDTF">2001-08-06T11:10:24Z</dcterms:created>
  <dcterms:modified xsi:type="dcterms:W3CDTF">2024-03-27T16:08:49Z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4CD65CE10A0C489983CBDE139D138E8E_12</vt:lpwstr>
  </property>
</Properties>
</file>